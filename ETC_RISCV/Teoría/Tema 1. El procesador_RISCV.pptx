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1"/>
  </p:notesMasterIdLst>
  <p:handoutMasterIdLst>
    <p:handoutMasterId r:id="rId82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693" r:id="rId45"/>
    <p:sldId id="692" r:id="rId46"/>
    <p:sldId id="698" r:id="rId47"/>
    <p:sldId id="817" r:id="rId48"/>
    <p:sldId id="695" r:id="rId49"/>
    <p:sldId id="883" r:id="rId50"/>
    <p:sldId id="696" r:id="rId51"/>
    <p:sldId id="716" r:id="rId52"/>
    <p:sldId id="898" r:id="rId53"/>
    <p:sldId id="844" r:id="rId54"/>
    <p:sldId id="912" r:id="rId55"/>
    <p:sldId id="913" r:id="rId56"/>
    <p:sldId id="885" r:id="rId57"/>
    <p:sldId id="822" r:id="rId58"/>
    <p:sldId id="887" r:id="rId59"/>
    <p:sldId id="705" r:id="rId60"/>
    <p:sldId id="820" r:id="rId61"/>
    <p:sldId id="902" r:id="rId62"/>
    <p:sldId id="903" r:id="rId63"/>
    <p:sldId id="888" r:id="rId64"/>
    <p:sldId id="889" r:id="rId65"/>
    <p:sldId id="910" r:id="rId66"/>
    <p:sldId id="711" r:id="rId67"/>
    <p:sldId id="707" r:id="rId68"/>
    <p:sldId id="804" r:id="rId69"/>
    <p:sldId id="891" r:id="rId70"/>
    <p:sldId id="892" r:id="rId71"/>
    <p:sldId id="893" r:id="rId72"/>
    <p:sldId id="806" r:id="rId73"/>
    <p:sldId id="894" r:id="rId74"/>
    <p:sldId id="895" r:id="rId75"/>
    <p:sldId id="896" r:id="rId76"/>
    <p:sldId id="897" r:id="rId77"/>
    <p:sldId id="712" r:id="rId78"/>
    <p:sldId id="713" r:id="rId79"/>
    <p:sldId id="714" r:id="rId80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6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31" autoAdjust="0"/>
    <p:restoredTop sz="90959" autoAdjust="0"/>
  </p:normalViewPr>
  <p:slideViewPr>
    <p:cSldViewPr>
      <p:cViewPr varScale="1">
        <p:scale>
          <a:sx n="111" d="100"/>
          <a:sy n="111" d="100"/>
        </p:scale>
        <p:origin x="2752" y="192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8/10/relationships/authors" Target="authors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65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48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53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22960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65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682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5/10/26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5/10/26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5/10/26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5/10/26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memoria virtual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</a:t>
            </a:r>
            <a:r>
              <a:rPr lang="es-ES_tradnl" sz="1600"/>
              <a:t>bits </a:t>
            </a:r>
            <a:r>
              <a:rPr lang="es-ES_tradnl" sz="1600">
                <a:sym typeface="Wingdings" panose="05000000000000000000" pitchFamily="2" charset="2"/>
              </a:rPr>
              <a:t> →</a:t>
            </a:r>
            <a:r>
              <a:rPr lang="es-ES_tradnl" sz="1600"/>
              <a:t>  </a:t>
            </a:r>
            <a:r>
              <a:rPr lang="es-ES_tradnl" sz="1600" dirty="0"/>
              <a:t>Espacio de </a:t>
            </a:r>
            <a:r>
              <a:rPr lang="es-ES_tradnl" sz="1600"/>
              <a:t>direccionamiento 232</a:t>
            </a:r>
            <a:r>
              <a:rPr lang="es-ES_tradnl" sz="1600" dirty="0"/>
              <a:t> = </a:t>
            </a:r>
            <a:r>
              <a:rPr lang="es-ES_tradnl" sz="1600"/>
              <a:t>4 GB</a:t>
            </a:r>
            <a:endParaRPr lang="es-ES_tradnl" sz="1600" dirty="0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9075081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7592405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upo 56">
            <a:extLst>
              <a:ext uri="{FF2B5EF4-FFF2-40B4-BE49-F238E27FC236}">
                <a16:creationId xmlns:a16="http://schemas.microsoft.com/office/drawing/2014/main" id="{BDAABDA0-7712-3985-DB7A-6308205BDA32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1" name="Group 9">
              <a:extLst>
                <a:ext uri="{FF2B5EF4-FFF2-40B4-BE49-F238E27FC236}">
                  <a16:creationId xmlns:a16="http://schemas.microsoft.com/office/drawing/2014/main" id="{77B3FB25-5749-9F46-759D-67DE08E724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4" name="Rectangle 10">
                <a:extLst>
                  <a:ext uri="{FF2B5EF4-FFF2-40B4-BE49-F238E27FC236}">
                    <a16:creationId xmlns:a16="http://schemas.microsoft.com/office/drawing/2014/main" id="{8D3A748E-97A9-07B8-A488-CADB9444A9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5" name="Group 155">
                <a:extLst>
                  <a:ext uri="{FF2B5EF4-FFF2-40B4-BE49-F238E27FC236}">
                    <a16:creationId xmlns:a16="http://schemas.microsoft.com/office/drawing/2014/main" id="{73847208-9AD9-B51A-92A8-30E17C40C3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6" name="Group 5">
                  <a:extLst>
                    <a:ext uri="{FF2B5EF4-FFF2-40B4-BE49-F238E27FC236}">
                      <a16:creationId xmlns:a16="http://schemas.microsoft.com/office/drawing/2014/main" id="{360AF166-C1AB-2CAF-5E10-330A9CD0BEF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5" name="Rectangle 6">
                    <a:extLst>
                      <a:ext uri="{FF2B5EF4-FFF2-40B4-BE49-F238E27FC236}">
                        <a16:creationId xmlns:a16="http://schemas.microsoft.com/office/drawing/2014/main" id="{2A9FFCF6-7ADD-BBA2-8B6D-066FA3989C5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6" name="Group 7">
                    <a:extLst>
                      <a:ext uri="{FF2B5EF4-FFF2-40B4-BE49-F238E27FC236}">
                        <a16:creationId xmlns:a16="http://schemas.microsoft.com/office/drawing/2014/main" id="{AC87FC83-0663-8BEC-C196-77C53E77610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7" name="Line 9">
                      <a:extLst>
                        <a:ext uri="{FF2B5EF4-FFF2-40B4-BE49-F238E27FC236}">
                          <a16:creationId xmlns:a16="http://schemas.microsoft.com/office/drawing/2014/main" id="{FF12DE32-0485-98B6-E8DA-3D4D6650B6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10">
                      <a:extLst>
                        <a:ext uri="{FF2B5EF4-FFF2-40B4-BE49-F238E27FC236}">
                          <a16:creationId xmlns:a16="http://schemas.microsoft.com/office/drawing/2014/main" id="{0D0492CF-7955-A4AD-75A3-1C574DBC40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11">
                      <a:extLst>
                        <a:ext uri="{FF2B5EF4-FFF2-40B4-BE49-F238E27FC236}">
                          <a16:creationId xmlns:a16="http://schemas.microsoft.com/office/drawing/2014/main" id="{936AB55A-4126-54D1-9AD0-AAA9FC9B4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2">
                      <a:extLst>
                        <a:ext uri="{FF2B5EF4-FFF2-40B4-BE49-F238E27FC236}">
                          <a16:creationId xmlns:a16="http://schemas.microsoft.com/office/drawing/2014/main" id="{E9EBED6B-65FF-7BD6-8FF9-40A915AC2D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3">
                      <a:extLst>
                        <a:ext uri="{FF2B5EF4-FFF2-40B4-BE49-F238E27FC236}">
                          <a16:creationId xmlns:a16="http://schemas.microsoft.com/office/drawing/2014/main" id="{01C59558-386E-5917-BFE5-61EDA0F209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4">
                      <a:extLst>
                        <a:ext uri="{FF2B5EF4-FFF2-40B4-BE49-F238E27FC236}">
                          <a16:creationId xmlns:a16="http://schemas.microsoft.com/office/drawing/2014/main" id="{17CB653C-A093-A436-5248-67AF93F309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5">
                      <a:extLst>
                        <a:ext uri="{FF2B5EF4-FFF2-40B4-BE49-F238E27FC236}">
                          <a16:creationId xmlns:a16="http://schemas.microsoft.com/office/drawing/2014/main" id="{5262A40D-5187-004B-6437-64DF861C936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6">
                      <a:extLst>
                        <a:ext uri="{FF2B5EF4-FFF2-40B4-BE49-F238E27FC236}">
                          <a16:creationId xmlns:a16="http://schemas.microsoft.com/office/drawing/2014/main" id="{A21CE5BD-4DB9-B080-02F3-DA54902D51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7">
                      <a:extLst>
                        <a:ext uri="{FF2B5EF4-FFF2-40B4-BE49-F238E27FC236}">
                          <a16:creationId xmlns:a16="http://schemas.microsoft.com/office/drawing/2014/main" id="{97703E68-54A3-C27B-0E7A-5920F6D889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8">
                      <a:extLst>
                        <a:ext uri="{FF2B5EF4-FFF2-40B4-BE49-F238E27FC236}">
                          <a16:creationId xmlns:a16="http://schemas.microsoft.com/office/drawing/2014/main" id="{5AC25955-4734-099B-7BA7-52B5BD2794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9">
                      <a:extLst>
                        <a:ext uri="{FF2B5EF4-FFF2-40B4-BE49-F238E27FC236}">
                          <a16:creationId xmlns:a16="http://schemas.microsoft.com/office/drawing/2014/main" id="{081E072B-2998-BA77-2925-442C68E0F3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20">
                      <a:extLst>
                        <a:ext uri="{FF2B5EF4-FFF2-40B4-BE49-F238E27FC236}">
                          <a16:creationId xmlns:a16="http://schemas.microsoft.com/office/drawing/2014/main" id="{7CE750AF-6213-0059-7938-8BF5559AE8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21">
                      <a:extLst>
                        <a:ext uri="{FF2B5EF4-FFF2-40B4-BE49-F238E27FC236}">
                          <a16:creationId xmlns:a16="http://schemas.microsoft.com/office/drawing/2014/main" id="{85057FA8-A9E1-6C67-BBC6-F973479155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2">
                      <a:extLst>
                        <a:ext uri="{FF2B5EF4-FFF2-40B4-BE49-F238E27FC236}">
                          <a16:creationId xmlns:a16="http://schemas.microsoft.com/office/drawing/2014/main" id="{8167CD24-5506-B389-278D-703B4B7EC8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3">
                      <a:extLst>
                        <a:ext uri="{FF2B5EF4-FFF2-40B4-BE49-F238E27FC236}">
                          <a16:creationId xmlns:a16="http://schemas.microsoft.com/office/drawing/2014/main" id="{A5566AA9-11D2-0FC7-C4E3-21D0B859DB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4">
                      <a:extLst>
                        <a:ext uri="{FF2B5EF4-FFF2-40B4-BE49-F238E27FC236}">
                          <a16:creationId xmlns:a16="http://schemas.microsoft.com/office/drawing/2014/main" id="{89035999-7A10-A472-8AD6-14C8B681D1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5">
                      <a:extLst>
                        <a:ext uri="{FF2B5EF4-FFF2-40B4-BE49-F238E27FC236}">
                          <a16:creationId xmlns:a16="http://schemas.microsoft.com/office/drawing/2014/main" id="{A654E0D6-ED5F-087C-4B6C-E4AAFBCA5CA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6">
                      <a:extLst>
                        <a:ext uri="{FF2B5EF4-FFF2-40B4-BE49-F238E27FC236}">
                          <a16:creationId xmlns:a16="http://schemas.microsoft.com/office/drawing/2014/main" id="{5449C502-8043-D164-7567-62851B480F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7">
                      <a:extLst>
                        <a:ext uri="{FF2B5EF4-FFF2-40B4-BE49-F238E27FC236}">
                          <a16:creationId xmlns:a16="http://schemas.microsoft.com/office/drawing/2014/main" id="{11CFE275-A8DD-17EF-AB7C-96E1D926FC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8">
                      <a:extLst>
                        <a:ext uri="{FF2B5EF4-FFF2-40B4-BE49-F238E27FC236}">
                          <a16:creationId xmlns:a16="http://schemas.microsoft.com/office/drawing/2014/main" id="{85DBB702-8DE6-A9F5-E878-7987C65743A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9">
                      <a:extLst>
                        <a:ext uri="{FF2B5EF4-FFF2-40B4-BE49-F238E27FC236}">
                          <a16:creationId xmlns:a16="http://schemas.microsoft.com/office/drawing/2014/main" id="{64D9CA41-783D-517B-5AD2-064FBF1652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30">
                      <a:extLst>
                        <a:ext uri="{FF2B5EF4-FFF2-40B4-BE49-F238E27FC236}">
                          <a16:creationId xmlns:a16="http://schemas.microsoft.com/office/drawing/2014/main" id="{B76582A3-D266-2F13-5A71-4093411DD25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31">
                      <a:extLst>
                        <a:ext uri="{FF2B5EF4-FFF2-40B4-BE49-F238E27FC236}">
                          <a16:creationId xmlns:a16="http://schemas.microsoft.com/office/drawing/2014/main" id="{1D83C733-AC35-0D06-6E9F-87828DBC70C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2">
                      <a:extLst>
                        <a:ext uri="{FF2B5EF4-FFF2-40B4-BE49-F238E27FC236}">
                          <a16:creationId xmlns:a16="http://schemas.microsoft.com/office/drawing/2014/main" id="{3FFEC52A-CFB5-AD88-C1A5-A4B424D7B9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3">
                      <a:extLst>
                        <a:ext uri="{FF2B5EF4-FFF2-40B4-BE49-F238E27FC236}">
                          <a16:creationId xmlns:a16="http://schemas.microsoft.com/office/drawing/2014/main" id="{2602D3E0-6A53-DD16-D397-B2907534E8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4">
                      <a:extLst>
                        <a:ext uri="{FF2B5EF4-FFF2-40B4-BE49-F238E27FC236}">
                          <a16:creationId xmlns:a16="http://schemas.microsoft.com/office/drawing/2014/main" id="{F5FE2088-25B5-6238-4F72-C4638582E4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5">
                      <a:extLst>
                        <a:ext uri="{FF2B5EF4-FFF2-40B4-BE49-F238E27FC236}">
                          <a16:creationId xmlns:a16="http://schemas.microsoft.com/office/drawing/2014/main" id="{A2E25883-2B0D-118E-09B0-FB8ED7DCE1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6">
                      <a:extLst>
                        <a:ext uri="{FF2B5EF4-FFF2-40B4-BE49-F238E27FC236}">
                          <a16:creationId xmlns:a16="http://schemas.microsoft.com/office/drawing/2014/main" id="{B5F0D9C4-F10F-C8E6-3DB3-8A3E3FE1BF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7">
                      <a:extLst>
                        <a:ext uri="{FF2B5EF4-FFF2-40B4-BE49-F238E27FC236}">
                          <a16:creationId xmlns:a16="http://schemas.microsoft.com/office/drawing/2014/main" id="{99CB6942-94EE-8AE7-004F-861B2359AA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8">
                      <a:extLst>
                        <a:ext uri="{FF2B5EF4-FFF2-40B4-BE49-F238E27FC236}">
                          <a16:creationId xmlns:a16="http://schemas.microsoft.com/office/drawing/2014/main" id="{0E04F2F5-C5BE-6D09-8665-62F70672B7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7" name="Line 39">
                  <a:extLst>
                    <a:ext uri="{FF2B5EF4-FFF2-40B4-BE49-F238E27FC236}">
                      <a16:creationId xmlns:a16="http://schemas.microsoft.com/office/drawing/2014/main" id="{EEA27B22-F063-A9EC-6BC5-2974B5F326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8" name="Text Box 40">
                  <a:extLst>
                    <a:ext uri="{FF2B5EF4-FFF2-40B4-BE49-F238E27FC236}">
                      <a16:creationId xmlns:a16="http://schemas.microsoft.com/office/drawing/2014/main" id="{53ED744D-CA2E-E543-7900-A08A09FA61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69" name="Text Box 41">
                  <a:extLst>
                    <a:ext uri="{FF2B5EF4-FFF2-40B4-BE49-F238E27FC236}">
                      <a16:creationId xmlns:a16="http://schemas.microsoft.com/office/drawing/2014/main" id="{A7511977-5D56-CA1E-49A6-F0DBB68569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0" name="Line 42">
                  <a:extLst>
                    <a:ext uri="{FF2B5EF4-FFF2-40B4-BE49-F238E27FC236}">
                      <a16:creationId xmlns:a16="http://schemas.microsoft.com/office/drawing/2014/main" id="{0407E601-115A-7B6D-38FD-6FF99BC2E6F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1" name="Line 43">
                  <a:extLst>
                    <a:ext uri="{FF2B5EF4-FFF2-40B4-BE49-F238E27FC236}">
                      <a16:creationId xmlns:a16="http://schemas.microsoft.com/office/drawing/2014/main" id="{5E8087A1-73A2-249C-4F78-A7B12FDB65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2" name="Line 44">
                  <a:extLst>
                    <a:ext uri="{FF2B5EF4-FFF2-40B4-BE49-F238E27FC236}">
                      <a16:creationId xmlns:a16="http://schemas.microsoft.com/office/drawing/2014/main" id="{60D01699-11D0-E0B3-73D2-D11268FDE1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Text Box 45">
                  <a:extLst>
                    <a:ext uri="{FF2B5EF4-FFF2-40B4-BE49-F238E27FC236}">
                      <a16:creationId xmlns:a16="http://schemas.microsoft.com/office/drawing/2014/main" id="{E7871F15-BB4D-E951-B600-868924569C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4" name="Text Box 46">
                  <a:extLst>
                    <a:ext uri="{FF2B5EF4-FFF2-40B4-BE49-F238E27FC236}">
                      <a16:creationId xmlns:a16="http://schemas.microsoft.com/office/drawing/2014/main" id="{F1380E4C-AE97-42B3-EEB0-4188DC5AD49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5" name="Text Box 47">
                  <a:extLst>
                    <a:ext uri="{FF2B5EF4-FFF2-40B4-BE49-F238E27FC236}">
                      <a16:creationId xmlns:a16="http://schemas.microsoft.com/office/drawing/2014/main" id="{EF74066C-EA57-DE3A-0FE6-4877710FAD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7" name="Text Box 48">
                  <a:extLst>
                    <a:ext uri="{FF2B5EF4-FFF2-40B4-BE49-F238E27FC236}">
                      <a16:creationId xmlns:a16="http://schemas.microsoft.com/office/drawing/2014/main" id="{3754C2A7-617B-6855-3B16-FFF2C286B2B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78" name="Text Box 49">
                  <a:extLst>
                    <a:ext uri="{FF2B5EF4-FFF2-40B4-BE49-F238E27FC236}">
                      <a16:creationId xmlns:a16="http://schemas.microsoft.com/office/drawing/2014/main" id="{345AE3A0-447E-45ED-37E5-C880B6C8D5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79" name="Text Box 50">
                  <a:extLst>
                    <a:ext uri="{FF2B5EF4-FFF2-40B4-BE49-F238E27FC236}">
                      <a16:creationId xmlns:a16="http://schemas.microsoft.com/office/drawing/2014/main" id="{1203301F-8D05-7BF6-8879-3D733CED748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0" name="Text Box 51">
                  <a:extLst>
                    <a:ext uri="{FF2B5EF4-FFF2-40B4-BE49-F238E27FC236}">
                      <a16:creationId xmlns:a16="http://schemas.microsoft.com/office/drawing/2014/main" id="{0E59F3CB-2A1D-7C69-2949-391BC5661E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2">
                  <a:extLst>
                    <a:ext uri="{FF2B5EF4-FFF2-40B4-BE49-F238E27FC236}">
                      <a16:creationId xmlns:a16="http://schemas.microsoft.com/office/drawing/2014/main" id="{DDA82509-9C7A-F8D5-09C2-870A76DEE6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2" name="Text Box 53">
                  <a:extLst>
                    <a:ext uri="{FF2B5EF4-FFF2-40B4-BE49-F238E27FC236}">
                      <a16:creationId xmlns:a16="http://schemas.microsoft.com/office/drawing/2014/main" id="{0324B989-89A1-5A07-5C55-72F6FBDF726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3" name="Line 153">
                  <a:extLst>
                    <a:ext uri="{FF2B5EF4-FFF2-40B4-BE49-F238E27FC236}">
                      <a16:creationId xmlns:a16="http://schemas.microsoft.com/office/drawing/2014/main" id="{5F5BDA47-EA36-98AB-CCF1-F34AC3BA2A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Text Box 154">
                  <a:extLst>
                    <a:ext uri="{FF2B5EF4-FFF2-40B4-BE49-F238E27FC236}">
                      <a16:creationId xmlns:a16="http://schemas.microsoft.com/office/drawing/2014/main" id="{541D0353-6430-0F64-E0DA-C19FE4323D3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2" name="Text Box 41">
              <a:extLst>
                <a:ext uri="{FF2B5EF4-FFF2-40B4-BE49-F238E27FC236}">
                  <a16:creationId xmlns:a16="http://schemas.microsoft.com/office/drawing/2014/main" id="{459886CE-9BE3-D4BC-1D21-C5A225AAC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Line 11">
              <a:extLst>
                <a:ext uri="{FF2B5EF4-FFF2-40B4-BE49-F238E27FC236}">
                  <a16:creationId xmlns:a16="http://schemas.microsoft.com/office/drawing/2014/main" id="{86D85743-930B-1A4C-E87B-94598495FE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Objetivo: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B82E9385-761F-147A-7412-07124E72EBA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3" name="Group 9">
              <a:extLst>
                <a:ext uri="{FF2B5EF4-FFF2-40B4-BE49-F238E27FC236}">
                  <a16:creationId xmlns:a16="http://schemas.microsoft.com/office/drawing/2014/main" id="{BF652A0A-147F-EE8A-A0F7-8F8570C99D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6" name="Rectangle 10">
                <a:extLst>
                  <a:ext uri="{FF2B5EF4-FFF2-40B4-BE49-F238E27FC236}">
                    <a16:creationId xmlns:a16="http://schemas.microsoft.com/office/drawing/2014/main" id="{7147F20F-5328-952B-E941-4DB86B3BC0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7" name="Group 155">
                <a:extLst>
                  <a:ext uri="{FF2B5EF4-FFF2-40B4-BE49-F238E27FC236}">
                    <a16:creationId xmlns:a16="http://schemas.microsoft.com/office/drawing/2014/main" id="{C0E53FE9-6D1D-3240-B9C7-531D4502435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8" name="Group 5">
                  <a:extLst>
                    <a:ext uri="{FF2B5EF4-FFF2-40B4-BE49-F238E27FC236}">
                      <a16:creationId xmlns:a16="http://schemas.microsoft.com/office/drawing/2014/main" id="{F26B4A7B-80EF-642C-F287-51AA0C5BBAE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7" name="Rectangle 6">
                    <a:extLst>
                      <a:ext uri="{FF2B5EF4-FFF2-40B4-BE49-F238E27FC236}">
                        <a16:creationId xmlns:a16="http://schemas.microsoft.com/office/drawing/2014/main" id="{7CFF40B8-8971-4362-62F6-1E0D6F6D8F8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8" name="Group 7">
                    <a:extLst>
                      <a:ext uri="{FF2B5EF4-FFF2-40B4-BE49-F238E27FC236}">
                        <a16:creationId xmlns:a16="http://schemas.microsoft.com/office/drawing/2014/main" id="{8E1F2D8E-11AA-3B4A-FE28-0F71636041D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9" name="Line 9">
                      <a:extLst>
                        <a:ext uri="{FF2B5EF4-FFF2-40B4-BE49-F238E27FC236}">
                          <a16:creationId xmlns:a16="http://schemas.microsoft.com/office/drawing/2014/main" id="{EC8791BF-EEDD-8699-2872-7B25D0194D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0">
                      <a:extLst>
                        <a:ext uri="{FF2B5EF4-FFF2-40B4-BE49-F238E27FC236}">
                          <a16:creationId xmlns:a16="http://schemas.microsoft.com/office/drawing/2014/main" id="{5CE45A04-7A9E-C3DE-4E4D-BC63914CEF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1">
                      <a:extLst>
                        <a:ext uri="{FF2B5EF4-FFF2-40B4-BE49-F238E27FC236}">
                          <a16:creationId xmlns:a16="http://schemas.microsoft.com/office/drawing/2014/main" id="{D4EEF497-5698-EE7A-5BE3-BCBF1E7017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2">
                      <a:extLst>
                        <a:ext uri="{FF2B5EF4-FFF2-40B4-BE49-F238E27FC236}">
                          <a16:creationId xmlns:a16="http://schemas.microsoft.com/office/drawing/2014/main" id="{4A914839-2970-8BBF-3211-FF79B5DF06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3">
                      <a:extLst>
                        <a:ext uri="{FF2B5EF4-FFF2-40B4-BE49-F238E27FC236}">
                          <a16:creationId xmlns:a16="http://schemas.microsoft.com/office/drawing/2014/main" id="{8A562FF2-22C7-B5A4-058B-843D6D7E59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4">
                      <a:extLst>
                        <a:ext uri="{FF2B5EF4-FFF2-40B4-BE49-F238E27FC236}">
                          <a16:creationId xmlns:a16="http://schemas.microsoft.com/office/drawing/2014/main" id="{84443213-4D50-CFA6-8A7A-1BC3F135B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5">
                      <a:extLst>
                        <a:ext uri="{FF2B5EF4-FFF2-40B4-BE49-F238E27FC236}">
                          <a16:creationId xmlns:a16="http://schemas.microsoft.com/office/drawing/2014/main" id="{8C778999-4B77-766A-698A-C694322E07E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6">
                      <a:extLst>
                        <a:ext uri="{FF2B5EF4-FFF2-40B4-BE49-F238E27FC236}">
                          <a16:creationId xmlns:a16="http://schemas.microsoft.com/office/drawing/2014/main" id="{71A6B73B-930D-69D2-193A-C989CB10A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7">
                      <a:extLst>
                        <a:ext uri="{FF2B5EF4-FFF2-40B4-BE49-F238E27FC236}">
                          <a16:creationId xmlns:a16="http://schemas.microsoft.com/office/drawing/2014/main" id="{311C1161-0403-CF18-C008-660845893D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18">
                      <a:extLst>
                        <a:ext uri="{FF2B5EF4-FFF2-40B4-BE49-F238E27FC236}">
                          <a16:creationId xmlns:a16="http://schemas.microsoft.com/office/drawing/2014/main" id="{ABCB8715-6097-6A5A-9A24-5147CFE2B9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19">
                      <a:extLst>
                        <a:ext uri="{FF2B5EF4-FFF2-40B4-BE49-F238E27FC236}">
                          <a16:creationId xmlns:a16="http://schemas.microsoft.com/office/drawing/2014/main" id="{07260536-E69B-68DA-C826-8888C3B577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0">
                      <a:extLst>
                        <a:ext uri="{FF2B5EF4-FFF2-40B4-BE49-F238E27FC236}">
                          <a16:creationId xmlns:a16="http://schemas.microsoft.com/office/drawing/2014/main" id="{234D131F-25A7-E094-F8F6-A9B93D32D55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1">
                      <a:extLst>
                        <a:ext uri="{FF2B5EF4-FFF2-40B4-BE49-F238E27FC236}">
                          <a16:creationId xmlns:a16="http://schemas.microsoft.com/office/drawing/2014/main" id="{AC6E2878-DDF7-FA95-233C-720683DF8E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2">
                      <a:extLst>
                        <a:ext uri="{FF2B5EF4-FFF2-40B4-BE49-F238E27FC236}">
                          <a16:creationId xmlns:a16="http://schemas.microsoft.com/office/drawing/2014/main" id="{A6B1C65A-744D-1C62-E54B-DF0C21E2E8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3">
                      <a:extLst>
                        <a:ext uri="{FF2B5EF4-FFF2-40B4-BE49-F238E27FC236}">
                          <a16:creationId xmlns:a16="http://schemas.microsoft.com/office/drawing/2014/main" id="{87B83EA8-E50A-C767-BD3E-593E3E29AE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4">
                      <a:extLst>
                        <a:ext uri="{FF2B5EF4-FFF2-40B4-BE49-F238E27FC236}">
                          <a16:creationId xmlns:a16="http://schemas.microsoft.com/office/drawing/2014/main" id="{189C6DAC-EC95-9E7C-DB88-38ED4EE92E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5">
                      <a:extLst>
                        <a:ext uri="{FF2B5EF4-FFF2-40B4-BE49-F238E27FC236}">
                          <a16:creationId xmlns:a16="http://schemas.microsoft.com/office/drawing/2014/main" id="{9CC9CFA7-659D-4F40-2E59-16A0AC8A93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6">
                      <a:extLst>
                        <a:ext uri="{FF2B5EF4-FFF2-40B4-BE49-F238E27FC236}">
                          <a16:creationId xmlns:a16="http://schemas.microsoft.com/office/drawing/2014/main" id="{3A750B6F-F0A8-69DC-F03B-1DA3B12B716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7">
                      <a:extLst>
                        <a:ext uri="{FF2B5EF4-FFF2-40B4-BE49-F238E27FC236}">
                          <a16:creationId xmlns:a16="http://schemas.microsoft.com/office/drawing/2014/main" id="{FFED265C-D4A2-7F2F-825D-194F7D4FCF5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28">
                      <a:extLst>
                        <a:ext uri="{FF2B5EF4-FFF2-40B4-BE49-F238E27FC236}">
                          <a16:creationId xmlns:a16="http://schemas.microsoft.com/office/drawing/2014/main" id="{A2A5D24F-02B4-3C4B-81D9-690CADB584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29">
                      <a:extLst>
                        <a:ext uri="{FF2B5EF4-FFF2-40B4-BE49-F238E27FC236}">
                          <a16:creationId xmlns:a16="http://schemas.microsoft.com/office/drawing/2014/main" id="{7287732D-0E64-B646-EB72-3BC3F84034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0">
                      <a:extLst>
                        <a:ext uri="{FF2B5EF4-FFF2-40B4-BE49-F238E27FC236}">
                          <a16:creationId xmlns:a16="http://schemas.microsoft.com/office/drawing/2014/main" id="{3BCDC509-F734-80B8-B736-73211533F5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1">
                      <a:extLst>
                        <a:ext uri="{FF2B5EF4-FFF2-40B4-BE49-F238E27FC236}">
                          <a16:creationId xmlns:a16="http://schemas.microsoft.com/office/drawing/2014/main" id="{BC0173AF-69CA-5FE6-D2EE-89D9F13E7D7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2">
                      <a:extLst>
                        <a:ext uri="{FF2B5EF4-FFF2-40B4-BE49-F238E27FC236}">
                          <a16:creationId xmlns:a16="http://schemas.microsoft.com/office/drawing/2014/main" id="{6B34E44F-4944-E4DA-5A0D-75373A000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3">
                      <a:extLst>
                        <a:ext uri="{FF2B5EF4-FFF2-40B4-BE49-F238E27FC236}">
                          <a16:creationId xmlns:a16="http://schemas.microsoft.com/office/drawing/2014/main" id="{D205502C-DE2F-02E5-40E6-9FF46A95DA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4">
                      <a:extLst>
                        <a:ext uri="{FF2B5EF4-FFF2-40B4-BE49-F238E27FC236}">
                          <a16:creationId xmlns:a16="http://schemas.microsoft.com/office/drawing/2014/main" id="{D675CFEF-9614-650A-0DA0-FDAC8A4434B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5">
                      <a:extLst>
                        <a:ext uri="{FF2B5EF4-FFF2-40B4-BE49-F238E27FC236}">
                          <a16:creationId xmlns:a16="http://schemas.microsoft.com/office/drawing/2014/main" id="{CC1DB753-F644-DDAD-D4FA-3ABAD98D32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6">
                      <a:extLst>
                        <a:ext uri="{FF2B5EF4-FFF2-40B4-BE49-F238E27FC236}">
                          <a16:creationId xmlns:a16="http://schemas.microsoft.com/office/drawing/2014/main" id="{5F6A30C8-3753-27AA-1805-0624D2DBE06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7">
                      <a:extLst>
                        <a:ext uri="{FF2B5EF4-FFF2-40B4-BE49-F238E27FC236}">
                          <a16:creationId xmlns:a16="http://schemas.microsoft.com/office/drawing/2014/main" id="{67D05678-28C2-8976-E5F5-B63B858B45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8">
                      <a:extLst>
                        <a:ext uri="{FF2B5EF4-FFF2-40B4-BE49-F238E27FC236}">
                          <a16:creationId xmlns:a16="http://schemas.microsoft.com/office/drawing/2014/main" id="{BCA78270-444A-0D75-D715-A0790B2930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9" name="Line 39">
                  <a:extLst>
                    <a:ext uri="{FF2B5EF4-FFF2-40B4-BE49-F238E27FC236}">
                      <a16:creationId xmlns:a16="http://schemas.microsoft.com/office/drawing/2014/main" id="{824BD0F4-36D1-FA49-9B67-9AF203FEAF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0" name="Text Box 40">
                  <a:extLst>
                    <a:ext uri="{FF2B5EF4-FFF2-40B4-BE49-F238E27FC236}">
                      <a16:creationId xmlns:a16="http://schemas.microsoft.com/office/drawing/2014/main" id="{B716BF1A-CA8A-FE2C-D07A-412D991D2C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71" name="Text Box 41">
                  <a:extLst>
                    <a:ext uri="{FF2B5EF4-FFF2-40B4-BE49-F238E27FC236}">
                      <a16:creationId xmlns:a16="http://schemas.microsoft.com/office/drawing/2014/main" id="{43422D7F-CC0A-5159-3FF8-F640D3CB1DE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2" name="Line 42">
                  <a:extLst>
                    <a:ext uri="{FF2B5EF4-FFF2-40B4-BE49-F238E27FC236}">
                      <a16:creationId xmlns:a16="http://schemas.microsoft.com/office/drawing/2014/main" id="{A9C98818-9277-9FFF-D5EF-9F7771CC7FE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Line 43">
                  <a:extLst>
                    <a:ext uri="{FF2B5EF4-FFF2-40B4-BE49-F238E27FC236}">
                      <a16:creationId xmlns:a16="http://schemas.microsoft.com/office/drawing/2014/main" id="{42713B55-1D83-A4FB-6989-AD9B643FFC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4" name="Line 44">
                  <a:extLst>
                    <a:ext uri="{FF2B5EF4-FFF2-40B4-BE49-F238E27FC236}">
                      <a16:creationId xmlns:a16="http://schemas.microsoft.com/office/drawing/2014/main" id="{445F58CB-1F45-E508-4651-9FA4DB712A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5" name="Text Box 45">
                  <a:extLst>
                    <a:ext uri="{FF2B5EF4-FFF2-40B4-BE49-F238E27FC236}">
                      <a16:creationId xmlns:a16="http://schemas.microsoft.com/office/drawing/2014/main" id="{602B1857-6CB7-F726-31A7-524898172F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7" name="Text Box 46">
                  <a:extLst>
                    <a:ext uri="{FF2B5EF4-FFF2-40B4-BE49-F238E27FC236}">
                      <a16:creationId xmlns:a16="http://schemas.microsoft.com/office/drawing/2014/main" id="{84316D92-CAE7-FA7A-E04B-4BA892D6B10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8" name="Text Box 47">
                  <a:extLst>
                    <a:ext uri="{FF2B5EF4-FFF2-40B4-BE49-F238E27FC236}">
                      <a16:creationId xmlns:a16="http://schemas.microsoft.com/office/drawing/2014/main" id="{FFCDD128-4E88-5A30-8B17-851C2DBE9F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Text Box 48">
                  <a:extLst>
                    <a:ext uri="{FF2B5EF4-FFF2-40B4-BE49-F238E27FC236}">
                      <a16:creationId xmlns:a16="http://schemas.microsoft.com/office/drawing/2014/main" id="{75955C84-0BC5-3F7A-37F5-03C80A832B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80" name="Text Box 49">
                  <a:extLst>
                    <a:ext uri="{FF2B5EF4-FFF2-40B4-BE49-F238E27FC236}">
                      <a16:creationId xmlns:a16="http://schemas.microsoft.com/office/drawing/2014/main" id="{4A10A005-E957-DF9D-6EE6-ED1A05E1ED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0">
                  <a:extLst>
                    <a:ext uri="{FF2B5EF4-FFF2-40B4-BE49-F238E27FC236}">
                      <a16:creationId xmlns:a16="http://schemas.microsoft.com/office/drawing/2014/main" id="{3C5A8B64-A6BE-2CA9-B5D7-C51EF271E5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2" name="Text Box 51">
                  <a:extLst>
                    <a:ext uri="{FF2B5EF4-FFF2-40B4-BE49-F238E27FC236}">
                      <a16:creationId xmlns:a16="http://schemas.microsoft.com/office/drawing/2014/main" id="{C8792C18-4B0A-0C1F-27F4-4265A6614B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3" name="Text Box 52">
                  <a:extLst>
                    <a:ext uri="{FF2B5EF4-FFF2-40B4-BE49-F238E27FC236}">
                      <a16:creationId xmlns:a16="http://schemas.microsoft.com/office/drawing/2014/main" id="{B4763AFB-7445-984F-DD62-A6CBCD03608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4" name="Text Box 53">
                  <a:extLst>
                    <a:ext uri="{FF2B5EF4-FFF2-40B4-BE49-F238E27FC236}">
                      <a16:creationId xmlns:a16="http://schemas.microsoft.com/office/drawing/2014/main" id="{896311FB-80F6-0B4F-CB57-498D5987A0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5" name="Line 153">
                  <a:extLst>
                    <a:ext uri="{FF2B5EF4-FFF2-40B4-BE49-F238E27FC236}">
                      <a16:creationId xmlns:a16="http://schemas.microsoft.com/office/drawing/2014/main" id="{56DB0029-B856-CD56-ECBF-13658395B5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Text Box 154">
                  <a:extLst>
                    <a:ext uri="{FF2B5EF4-FFF2-40B4-BE49-F238E27FC236}">
                      <a16:creationId xmlns:a16="http://schemas.microsoft.com/office/drawing/2014/main" id="{79C1C7B1-699B-C4DF-9353-A94D0C1BCA5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4" name="Text Box 41">
              <a:extLst>
                <a:ext uri="{FF2B5EF4-FFF2-40B4-BE49-F238E27FC236}">
                  <a16:creationId xmlns:a16="http://schemas.microsoft.com/office/drawing/2014/main" id="{EE9E6280-5DC0-072B-8642-0699D1678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5" name="Line 11">
              <a:extLst>
                <a:ext uri="{FF2B5EF4-FFF2-40B4-BE49-F238E27FC236}">
                  <a16:creationId xmlns:a16="http://schemas.microsoft.com/office/drawing/2014/main" id="{F517CB3B-F8B8-BF97-5D9E-D559875857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5BF793A0-4A08-099E-160F-E48DE206B3C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1B54660-9FE3-110D-5301-F4379CAB98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8ABD1BC4-46B4-F4FD-116F-B1CC1A2865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D09A637C-BCF2-BE3E-7C33-3963483B9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FE98FA51-CCA6-4866-CFE4-6AE9602075C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CF34AE21-DD7E-A360-36E4-2987879287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6461FC87-4911-BB70-F262-9070DE1F792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D1535A9B-286E-0A1D-51BE-B6E56FA013D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1C467B2F-8EEF-97D7-B926-DA913AE7DC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EB717A5C-5C07-9178-FFDC-4D490F57210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66856242-A5AE-6FA4-FBB2-FAA1839B1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488C9606-2094-106F-8DFF-E2DF7680D3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FBBBAAB3-7589-A0D4-39E3-8126D1D415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21AA5494-2802-CCC6-3F4A-2D5C207ACA2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C2F9A17A-3B6B-5368-B542-1B0CA3B7670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62E5D3C6-A6A2-8531-6B3E-436A6B570A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F8B59744-06FA-BD0E-DC1A-8793178BD4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F5AD47FF-8558-5742-5953-088375263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8A1DFC23-BB79-9548-43F4-0216E25295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218182E2-70DE-FF3D-5C75-2A87E2AE4C5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61A2E749-2E51-5BCF-9266-B6E6E5366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44B15DFA-EB00-7738-88DD-976E750C91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07988B50-226D-C388-C504-A0AC9AF1C9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1ED66B23-2A8D-1565-344B-8887F348FE1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4EEFB2F-A732-4F53-CB40-1C3D25B868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F74B1A14-A740-2BFB-F5CB-AED433BF4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31FADC6F-4B09-6244-ACD3-B991E84745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EE2A9570-97B3-FD73-A7A1-82A6AFD42F3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F09E4449-A131-36E9-EF28-2814F10C07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72025B2-D8E1-689C-287A-B947A2764B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E5695175-4CE3-4F4B-7A95-92572CA78D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0F918649-DF44-F76D-786E-88F7FB2B4C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5A2ECEE-D294-15C3-C51B-E86B29A4DB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791A4B6C-DE77-25DA-BCCD-17CAF88C588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F9307383-A01E-0C1F-CCA2-B7F83012469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C75A2CBA-C8D0-CAF5-0034-FBCD5DDEB9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1F54F3D5-3006-CC11-3B18-85465781202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57D1FAF-2F23-5AC2-4814-817EC20BB8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FEA7C4BF-3A68-4D86-9858-3BDB8C46A1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8D5C2762-EFE9-54BE-74B0-C87629BB85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B659F997-F703-970C-C2C1-090C6322A20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D311B0FF-AD7A-10EC-C6AB-2DAF53D70A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DC2B889E-491D-0725-26E9-86D0685F18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4CDE7DB8-C40D-385D-B62F-99F3409CDB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A1D37F2C-0ED4-6DDF-CD1F-206F9FDDBF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7CB59A74-89A5-8A7F-0ED5-14BE09BC53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931C2451-ABE5-0704-15D4-2606CF299B0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1D94C5BB-8C25-6CBD-316D-CB754D9F03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D52283E1-A4C0-4A87-DA82-881E0D6749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23A3383A-E447-C076-ACE7-EBE492B177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D905EB1-1D6C-6914-1D25-361611CF636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B78A2BFF-5E75-D314-D410-3F15BE38AAB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6BFE0CFE-5178-E41D-0A64-A8AAB5799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80FB6780-0774-81BC-7AE2-54B21D50A50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1CC19813-D299-B32F-62A4-23A5A36867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0021914E-379B-036E-CE47-AAF83333A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EABB5899-1ADD-1C44-EDDB-D235ACA105DD}"/>
              </a:ext>
            </a:extLst>
          </p:cNvPr>
          <p:cNvGrpSpPr/>
          <p:nvPr/>
        </p:nvGrpSpPr>
        <p:grpSpPr>
          <a:xfrm>
            <a:off x="2621342" y="5017061"/>
            <a:ext cx="5788979" cy="1310549"/>
            <a:chOff x="2621342" y="5017061"/>
            <a:chExt cx="5788979" cy="1310549"/>
          </a:xfrm>
        </p:grpSpPr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796FEA9E-3B38-BA75-E9CB-CAD0CD3D51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50774" y="5017061"/>
              <a:ext cx="5759547" cy="1216189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18" name="Text Box 154">
              <a:extLst>
                <a:ext uri="{FF2B5EF4-FFF2-40B4-BE49-F238E27FC236}">
                  <a16:creationId xmlns:a16="http://schemas.microsoft.com/office/drawing/2014/main" id="{D94BEBEB-268A-0D50-1B56-7553A2D2C2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780276" y="5696945"/>
              <a:ext cx="708037" cy="53266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1 1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2 1</a:t>
              </a:r>
            </a:p>
          </p:txBody>
        </p:sp>
        <p:grpSp>
          <p:nvGrpSpPr>
            <p:cNvPr id="20" name="Group 5">
              <a:extLst>
                <a:ext uri="{FF2B5EF4-FFF2-40B4-BE49-F238E27FC236}">
                  <a16:creationId xmlns:a16="http://schemas.microsoft.com/office/drawing/2014/main" id="{F672C0E2-AD1C-9B47-0F6F-590BAE2264D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00547" y="5213626"/>
              <a:ext cx="5358593" cy="558336"/>
              <a:chOff x="982" y="1197"/>
              <a:chExt cx="3050" cy="435"/>
            </a:xfrm>
          </p:grpSpPr>
          <p:sp>
            <p:nvSpPr>
              <p:cNvPr id="70" name="Rectangle 6">
                <a:extLst>
                  <a:ext uri="{FF2B5EF4-FFF2-40B4-BE49-F238E27FC236}">
                    <a16:creationId xmlns:a16="http://schemas.microsoft.com/office/drawing/2014/main" id="{D342C095-66B8-5C24-2334-87B0A445A2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2" y="1197"/>
                <a:ext cx="3050" cy="42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b="1" noProof="0" dirty="0">
                  <a:solidFill>
                    <a:srgbClr val="4F271C"/>
                  </a:solidFill>
                </a:endParaRPr>
              </a:p>
            </p:txBody>
          </p:sp>
          <p:grpSp>
            <p:nvGrpSpPr>
              <p:cNvPr id="71" name="Group 7">
                <a:extLst>
                  <a:ext uri="{FF2B5EF4-FFF2-40B4-BE49-F238E27FC236}">
                    <a16:creationId xmlns:a16="http://schemas.microsoft.com/office/drawing/2014/main" id="{08E12290-A268-CDCF-BD96-AD63A4548B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152" y="1536"/>
                <a:ext cx="2784" cy="96"/>
                <a:chOff x="1152" y="1536"/>
                <a:chExt cx="2784" cy="96"/>
              </a:xfrm>
            </p:grpSpPr>
            <p:sp>
              <p:nvSpPr>
                <p:cNvPr id="72" name="Line 9">
                  <a:extLst>
                    <a:ext uri="{FF2B5EF4-FFF2-40B4-BE49-F238E27FC236}">
                      <a16:creationId xmlns:a16="http://schemas.microsoft.com/office/drawing/2014/main" id="{15665CAD-571A-4B8B-4187-8250CB83AB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1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3" name="Line 10">
                  <a:extLst>
                    <a:ext uri="{FF2B5EF4-FFF2-40B4-BE49-F238E27FC236}">
                      <a16:creationId xmlns:a16="http://schemas.microsoft.com/office/drawing/2014/main" id="{549648B5-86AA-283D-314C-FBB2B05FC9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2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4" name="Line 11">
                  <a:extLst>
                    <a:ext uri="{FF2B5EF4-FFF2-40B4-BE49-F238E27FC236}">
                      <a16:creationId xmlns:a16="http://schemas.microsoft.com/office/drawing/2014/main" id="{07EA6A54-4C65-BA77-6A6F-66F0AE0315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3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5" name="Line 12">
                  <a:extLst>
                    <a:ext uri="{FF2B5EF4-FFF2-40B4-BE49-F238E27FC236}">
                      <a16:creationId xmlns:a16="http://schemas.microsoft.com/office/drawing/2014/main" id="{756A9D0D-B4DA-DF29-54D1-D9A668323F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7" name="Line 13">
                  <a:extLst>
                    <a:ext uri="{FF2B5EF4-FFF2-40B4-BE49-F238E27FC236}">
                      <a16:creationId xmlns:a16="http://schemas.microsoft.com/office/drawing/2014/main" id="{7FE799FD-7AB3-A71C-E636-F6DD40400C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5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8" name="Line 14">
                  <a:extLst>
                    <a:ext uri="{FF2B5EF4-FFF2-40B4-BE49-F238E27FC236}">
                      <a16:creationId xmlns:a16="http://schemas.microsoft.com/office/drawing/2014/main" id="{0A16A477-4EF2-5E6C-8B66-E3562EEBBAC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63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79" name="Line 15">
                  <a:extLst>
                    <a:ext uri="{FF2B5EF4-FFF2-40B4-BE49-F238E27FC236}">
                      <a16:creationId xmlns:a16="http://schemas.microsoft.com/office/drawing/2014/main" id="{A953F16C-2503-2496-B123-8F7599A2513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72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0" name="Line 16">
                  <a:extLst>
                    <a:ext uri="{FF2B5EF4-FFF2-40B4-BE49-F238E27FC236}">
                      <a16:creationId xmlns:a16="http://schemas.microsoft.com/office/drawing/2014/main" id="{63409EF4-D98A-1D82-2512-A4B13CB32E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82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1" name="Line 17">
                  <a:extLst>
                    <a:ext uri="{FF2B5EF4-FFF2-40B4-BE49-F238E27FC236}">
                      <a16:creationId xmlns:a16="http://schemas.microsoft.com/office/drawing/2014/main" id="{7B44E9A8-AD13-A832-1615-D5CDF10183D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92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2" name="Line 18">
                  <a:extLst>
                    <a:ext uri="{FF2B5EF4-FFF2-40B4-BE49-F238E27FC236}">
                      <a16:creationId xmlns:a16="http://schemas.microsoft.com/office/drawing/2014/main" id="{FF5BDBF7-548F-790E-9ADE-21D9ED3308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01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3" name="Line 19">
                  <a:extLst>
                    <a:ext uri="{FF2B5EF4-FFF2-40B4-BE49-F238E27FC236}">
                      <a16:creationId xmlns:a16="http://schemas.microsoft.com/office/drawing/2014/main" id="{E99CBB56-013C-7782-890A-B717F6929D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11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4" name="Line 20">
                  <a:extLst>
                    <a:ext uri="{FF2B5EF4-FFF2-40B4-BE49-F238E27FC236}">
                      <a16:creationId xmlns:a16="http://schemas.microsoft.com/office/drawing/2014/main" id="{6C20F741-AADA-66F0-EF9D-849E0D733B6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20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5" name="Line 21">
                  <a:extLst>
                    <a:ext uri="{FF2B5EF4-FFF2-40B4-BE49-F238E27FC236}">
                      <a16:creationId xmlns:a16="http://schemas.microsoft.com/office/drawing/2014/main" id="{FCB613EC-AE80-6094-7979-C11E8478003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30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6" name="Line 22">
                  <a:extLst>
                    <a:ext uri="{FF2B5EF4-FFF2-40B4-BE49-F238E27FC236}">
                      <a16:creationId xmlns:a16="http://schemas.microsoft.com/office/drawing/2014/main" id="{9E6B4CFC-1AFE-3D22-B9DE-168B667FB62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0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7" name="Line 23">
                  <a:extLst>
                    <a:ext uri="{FF2B5EF4-FFF2-40B4-BE49-F238E27FC236}">
                      <a16:creationId xmlns:a16="http://schemas.microsoft.com/office/drawing/2014/main" id="{61A89225-E7E0-8117-0FEB-AF869846FF0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49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8" name="Line 24">
                  <a:extLst>
                    <a:ext uri="{FF2B5EF4-FFF2-40B4-BE49-F238E27FC236}">
                      <a16:creationId xmlns:a16="http://schemas.microsoft.com/office/drawing/2014/main" id="{E7095BA3-0EC5-B4CD-1CA8-EF4B87007ED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59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89" name="Line 25">
                  <a:extLst>
                    <a:ext uri="{FF2B5EF4-FFF2-40B4-BE49-F238E27FC236}">
                      <a16:creationId xmlns:a16="http://schemas.microsoft.com/office/drawing/2014/main" id="{727FCD67-4511-2F64-DA0A-9C5D4319CD6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68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0" name="Line 26">
                  <a:extLst>
                    <a:ext uri="{FF2B5EF4-FFF2-40B4-BE49-F238E27FC236}">
                      <a16:creationId xmlns:a16="http://schemas.microsoft.com/office/drawing/2014/main" id="{E813686F-89BE-4FF2-D63F-C4B069C2D84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78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1" name="Line 27">
                  <a:extLst>
                    <a:ext uri="{FF2B5EF4-FFF2-40B4-BE49-F238E27FC236}">
                      <a16:creationId xmlns:a16="http://schemas.microsoft.com/office/drawing/2014/main" id="{91CABE5C-CA5D-E94F-551E-1913A6D3E9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88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2" name="Line 28">
                  <a:extLst>
                    <a:ext uri="{FF2B5EF4-FFF2-40B4-BE49-F238E27FC236}">
                      <a16:creationId xmlns:a16="http://schemas.microsoft.com/office/drawing/2014/main" id="{4BB42499-6DBC-2213-BFC8-D4903E638C5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297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94" name="Line 29">
                  <a:extLst>
                    <a:ext uri="{FF2B5EF4-FFF2-40B4-BE49-F238E27FC236}">
                      <a16:creationId xmlns:a16="http://schemas.microsoft.com/office/drawing/2014/main" id="{C472CEA6-CA99-116B-C9A2-711D76D8A5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07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3" name="Line 30">
                  <a:extLst>
                    <a:ext uri="{FF2B5EF4-FFF2-40B4-BE49-F238E27FC236}">
                      <a16:creationId xmlns:a16="http://schemas.microsoft.com/office/drawing/2014/main" id="{4E5D6974-D280-18AC-3BEB-6175FE29DE0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16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4" name="Line 31">
                  <a:extLst>
                    <a:ext uri="{FF2B5EF4-FFF2-40B4-BE49-F238E27FC236}">
                      <a16:creationId xmlns:a16="http://schemas.microsoft.com/office/drawing/2014/main" id="{BA1D1399-1003-03CA-249D-1B88AE05AC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26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5" name="Line 32">
                  <a:extLst>
                    <a:ext uri="{FF2B5EF4-FFF2-40B4-BE49-F238E27FC236}">
                      <a16:creationId xmlns:a16="http://schemas.microsoft.com/office/drawing/2014/main" id="{E493FDF1-8325-9734-4AF3-95749CE520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36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6" name="Line 33">
                  <a:extLst>
                    <a:ext uri="{FF2B5EF4-FFF2-40B4-BE49-F238E27FC236}">
                      <a16:creationId xmlns:a16="http://schemas.microsoft.com/office/drawing/2014/main" id="{7B82B009-6280-DF2C-5073-6B7ADF58FED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09" name="Line 34">
                  <a:extLst>
                    <a:ext uri="{FF2B5EF4-FFF2-40B4-BE49-F238E27FC236}">
                      <a16:creationId xmlns:a16="http://schemas.microsoft.com/office/drawing/2014/main" id="{B660C4EF-C02E-5A7A-BEAE-F59766AA4BD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552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0" name="Line 35">
                  <a:extLst>
                    <a:ext uri="{FF2B5EF4-FFF2-40B4-BE49-F238E27FC236}">
                      <a16:creationId xmlns:a16="http://schemas.microsoft.com/office/drawing/2014/main" id="{04D0C4EE-B241-2750-32EE-BEFB8E294C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648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1" name="Line 36">
                  <a:extLst>
                    <a:ext uri="{FF2B5EF4-FFF2-40B4-BE49-F238E27FC236}">
                      <a16:creationId xmlns:a16="http://schemas.microsoft.com/office/drawing/2014/main" id="{1C594EC8-F854-1B38-6F21-B69D520E54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744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2" name="Line 37">
                  <a:extLst>
                    <a:ext uri="{FF2B5EF4-FFF2-40B4-BE49-F238E27FC236}">
                      <a16:creationId xmlns:a16="http://schemas.microsoft.com/office/drawing/2014/main" id="{39A7253C-ABCD-1882-517B-D84D2286F6F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840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sp>
              <p:nvSpPr>
                <p:cNvPr id="113" name="Line 38">
                  <a:extLst>
                    <a:ext uri="{FF2B5EF4-FFF2-40B4-BE49-F238E27FC236}">
                      <a16:creationId xmlns:a16="http://schemas.microsoft.com/office/drawing/2014/main" id="{96B463CF-6763-9FF9-162F-44AC7AC1762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36" y="1536"/>
                  <a:ext cx="0" cy="96"/>
                </a:xfrm>
                <a:prstGeom prst="line">
                  <a:avLst/>
                </a:prstGeom>
                <a:noFill/>
                <a:ln w="2857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</p:grpSp>
        </p:grpSp>
        <p:sp>
          <p:nvSpPr>
            <p:cNvPr id="21" name="Text Box 40">
              <a:extLst>
                <a:ext uri="{FF2B5EF4-FFF2-40B4-BE49-F238E27FC236}">
                  <a16:creationId xmlns:a16="http://schemas.microsoft.com/office/drawing/2014/main" id="{30496FA9-1003-7F39-C23B-4837D2ACB1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70680" y="5348397"/>
              <a:ext cx="2124111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b="1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r>
                <a:rPr lang="es-ES_tradnl" sz="11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[11:0]</a:t>
              </a:r>
            </a:p>
          </p:txBody>
        </p:sp>
        <p:sp>
          <p:nvSpPr>
            <p:cNvPr id="26" name="Text Box 41">
              <a:extLst>
                <a:ext uri="{FF2B5EF4-FFF2-40B4-BE49-F238E27FC236}">
                  <a16:creationId xmlns:a16="http://schemas.microsoft.com/office/drawing/2014/main" id="{8D454AD2-E58A-563B-C16C-AAA3546D3B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02539" y="5366366"/>
              <a:ext cx="954005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funct3</a:t>
              </a:r>
            </a:p>
          </p:txBody>
        </p:sp>
        <p:sp>
          <p:nvSpPr>
            <p:cNvPr id="27" name="Line 42">
              <a:extLst>
                <a:ext uri="{FF2B5EF4-FFF2-40B4-BE49-F238E27FC236}">
                  <a16:creationId xmlns:a16="http://schemas.microsoft.com/office/drawing/2014/main" id="{ED65F1DF-5978-80A9-B0D0-FF92C36E26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92890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57" name="Line 43">
              <a:extLst>
                <a:ext uri="{FF2B5EF4-FFF2-40B4-BE49-F238E27FC236}">
                  <a16:creationId xmlns:a16="http://schemas.microsoft.com/office/drawing/2014/main" id="{64F61AEB-93FE-06E6-25E7-6911CF8B0A2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29181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61" name="Line 44">
              <a:extLst>
                <a:ext uri="{FF2B5EF4-FFF2-40B4-BE49-F238E27FC236}">
                  <a16:creationId xmlns:a16="http://schemas.microsoft.com/office/drawing/2014/main" id="{C3565724-4A2A-11B6-072C-E0C6D928EB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83763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62" name="Text Box 46">
              <a:extLst>
                <a:ext uri="{FF2B5EF4-FFF2-40B4-BE49-F238E27FC236}">
                  <a16:creationId xmlns:a16="http://schemas.microsoft.com/office/drawing/2014/main" id="{B0721C7A-FFF4-AD9B-2AB0-01049E5D9F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63166" y="5350964"/>
              <a:ext cx="701009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63" name="Text Box 47">
              <a:extLst>
                <a:ext uri="{FF2B5EF4-FFF2-40B4-BE49-F238E27FC236}">
                  <a16:creationId xmlns:a16="http://schemas.microsoft.com/office/drawing/2014/main" id="{E4E7AE0E-DD34-59CA-0CBC-9F0173C350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996062" y="5341979"/>
              <a:ext cx="1163078" cy="2618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opcode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4" name="Text Box 48">
              <a:extLst>
                <a:ext uri="{FF2B5EF4-FFF2-40B4-BE49-F238E27FC236}">
                  <a16:creationId xmlns:a16="http://schemas.microsoft.com/office/drawing/2014/main" id="{4D0EF67B-C04C-70CB-1A18-A2BD0D1033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21342" y="5633220"/>
              <a:ext cx="513019" cy="69439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31</a:t>
              </a:r>
            </a:p>
          </p:txBody>
        </p:sp>
        <p:sp>
          <p:nvSpPr>
            <p:cNvPr id="65" name="Text Box 50">
              <a:extLst>
                <a:ext uri="{FF2B5EF4-FFF2-40B4-BE49-F238E27FC236}">
                  <a16:creationId xmlns:a16="http://schemas.microsoft.com/office/drawing/2014/main" id="{5CE6AE3A-647C-7DAB-E59E-9DFB28E9E6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7728" y="5705930"/>
              <a:ext cx="588567" cy="531382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2 1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0 9</a:t>
              </a:r>
            </a:p>
          </p:txBody>
        </p:sp>
        <p:sp>
          <p:nvSpPr>
            <p:cNvPr id="66" name="Text Box 51">
              <a:extLst>
                <a:ext uri="{FF2B5EF4-FFF2-40B4-BE49-F238E27FC236}">
                  <a16:creationId xmlns:a16="http://schemas.microsoft.com/office/drawing/2014/main" id="{8B75FC1B-019F-6F0A-1F03-E017CFF36F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4561" y="5705930"/>
              <a:ext cx="588567" cy="531382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1 1</a:t>
              </a:r>
            </a:p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5 4</a:t>
              </a:r>
            </a:p>
          </p:txBody>
        </p:sp>
        <p:sp>
          <p:nvSpPr>
            <p:cNvPr id="67" name="Text Box 52">
              <a:extLst>
                <a:ext uri="{FF2B5EF4-FFF2-40B4-BE49-F238E27FC236}">
                  <a16:creationId xmlns:a16="http://schemas.microsoft.com/office/drawing/2014/main" id="{46212F5F-F39D-6273-0595-F1B28CD147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81574" y="5727038"/>
              <a:ext cx="588567" cy="30548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7 6</a:t>
              </a:r>
            </a:p>
          </p:txBody>
        </p:sp>
        <p:sp>
          <p:nvSpPr>
            <p:cNvPr id="68" name="Text Box 53">
              <a:extLst>
                <a:ext uri="{FF2B5EF4-FFF2-40B4-BE49-F238E27FC236}">
                  <a16:creationId xmlns:a16="http://schemas.microsoft.com/office/drawing/2014/main" id="{FA897284-044F-10A6-5CE4-649999CB94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51680" y="5733456"/>
              <a:ext cx="472610" cy="428699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975" b="1" noProof="0" dirty="0">
                  <a:solidFill>
                    <a:prstClr val="black"/>
                  </a:solidFill>
                  <a:latin typeface="Calibri" pitchFamily="-103" charset="0"/>
                </a:rPr>
                <a:t>0</a:t>
              </a:r>
            </a:p>
          </p:txBody>
        </p:sp>
        <p:sp>
          <p:nvSpPr>
            <p:cNvPr id="69" name="Line 153">
              <a:extLst>
                <a:ext uri="{FF2B5EF4-FFF2-40B4-BE49-F238E27FC236}">
                  <a16:creationId xmlns:a16="http://schemas.microsoft.com/office/drawing/2014/main" id="{54E27CCE-2ACE-DDC0-0B79-1814B89A76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131659" y="5250848"/>
              <a:ext cx="0" cy="43126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12" name="Line 11">
              <a:extLst>
                <a:ext uri="{FF2B5EF4-FFF2-40B4-BE49-F238E27FC236}">
                  <a16:creationId xmlns:a16="http://schemas.microsoft.com/office/drawing/2014/main" id="{85271C82-CAA0-0DCD-0E05-2C21CA36BA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58213" y="5639516"/>
              <a:ext cx="0" cy="12271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  <p:sp>
          <p:nvSpPr>
            <p:cNvPr id="8" name="Text Box 41">
              <a:extLst>
                <a:ext uri="{FF2B5EF4-FFF2-40B4-BE49-F238E27FC236}">
                  <a16:creationId xmlns:a16="http://schemas.microsoft.com/office/drawing/2014/main" id="{C2A351E0-F5B0-5F5D-60FD-9CAB689CE3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08033" y="5332163"/>
              <a:ext cx="655589" cy="26161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81DD51E6-237D-5E2D-58A1-7DDC49302BC4}"/>
              </a:ext>
            </a:extLst>
          </p:cNvPr>
          <p:cNvSpPr/>
          <p:nvPr/>
        </p:nvSpPr>
        <p:spPr>
          <a:xfrm>
            <a:off x="2814236" y="1211622"/>
            <a:ext cx="1973788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88CE3CE9-5C8A-8560-4560-6D4C25CA763F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5126D68-D648-E3DA-E4DC-6BA9637AA9E6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1988E5AE-1089-09D4-CE6A-BD2E4D8CD9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11FE606B-8E05-A45D-4417-0BE75B3BB4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E0E501E2-D9C1-7006-3C30-6C77C24DF43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1D9C3381-99E0-30BB-7CD6-2A2E6CEE506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3AE42DC7-8963-380C-A7D5-95C70CA6134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E658922E-B881-A18B-3062-8B19ED271116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58620539-96B5-99AE-F10A-A3015A933D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DB00D7F6-BBC5-CB4A-566B-7E90A6A62F2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722E1A7-5B8D-B4F7-7B20-AD41D1F04B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AAAF882C-2D1B-AA2F-B2D7-C4F13CB3AB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3F370808-C987-5F29-2869-83BE8384E0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8B73C14B-06A5-F455-371C-5BA6281388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350D0622-A3F6-B40F-3C17-F115941455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2B31B8D6-CDD1-FE54-89F2-8EF366DA241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E02445B2-51E0-E6F6-9CE3-A40B20EB6B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DC2CF297-8385-2A3F-73FB-E10ED773D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8BA179A9-A8EF-322B-768D-98F40EC845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A178A65B-7CF8-8E14-D1B8-625F68A90B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ED9A8849-20AF-BAEB-403E-270E3F3C04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BC84749C-10D5-7B0A-B437-A91C3909F8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BD4E5999-B1D8-1255-6A20-CEFD465BF0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E093B2DD-664B-5479-3F19-9B7EE66B3E8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7A15B1E3-544E-FCEA-D0AA-69C9FD9273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5D78AB85-E4E7-7A55-ECBE-C724DABB8AF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067DDB13-7B24-015E-4494-DA89AE7A74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1DC876F7-D9CA-2A1E-CABD-14D06749CC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578F3C98-40F5-FBAB-C43A-EADA7CD811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0354832A-1114-887D-9926-1DE1C1CFBA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25476C2A-DC3D-2A47-CA39-2C8CF8C0A9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B00D9424-AF08-5551-B964-21C15A0DD4F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132B40D2-51C3-5BBE-E839-25C323545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175FBE75-3F44-16FA-FD02-759F6B66D2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83185AFC-C2E2-7028-3A43-ED2590E1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EDF4610F-6D91-EFAF-25BD-FADE94C8A4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E2975AC6-217C-E41F-35A1-2E8FFADAC4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AD61D5B-42D3-1D6A-9189-0506A8A507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8E4BA076-5E19-020D-35B2-F754454BC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6D214688-D450-A858-E132-7662B372EDB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E21B8B8C-025A-BDC1-0E44-73F3859DF64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8A72ED6F-24C4-6A39-90CE-CA2142EA2A5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0B704779-BDC4-EC4A-60D8-3C086B539CB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08180575-6E14-130D-C74E-16ED3D272B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67A6EF9-9E53-BEE0-2490-27CA750109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D7C52C59-F464-696E-9D66-418F37106C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2E571A0D-4741-F4FB-3F3D-B1571FFACDA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F7199018-70BC-1DA2-4858-9FAD69F1C26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4811386B-8349-E2EC-2B4C-540DED78B8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8F84D73-E751-5A32-FDD6-A8953D4562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D30711D-FA5E-4C07-D6DD-DAAB03D6BE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1193A0D5-84A1-2B4E-DBA1-042284B001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5111FB8-5F98-678A-584F-ED236DF94D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C2B1AEAC-0BCD-D17C-D444-9F9C52D49CF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9F907282-4757-651F-DC1A-C95035DE898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884218F9-FB87-1F92-11A5-A134729D3C5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30E6BD45-3E67-27C5-18EF-4E045B7EDB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EAED848-7EF5-CCA4-4B97-A8D5EDF65FBB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3EB0555-4778-0571-7E7C-7ACD36EBB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B57A621F-9D04-3C66-34FD-0CF55A438A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0D24C2E4-B0B6-39FF-90F1-8348A8BB2D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E22DB63D-3BE3-357E-8C02-22975F8A58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22819965-B89D-2AAF-9D97-1BEC9D47B39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DCD16B5F-8857-0F39-376F-CDDFD16CEE5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E053B9F3-7934-D5C7-F9CA-A3AA6DB560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BC8FC097-4BAC-B971-1927-B1724B606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D61B7921-AAB9-3E4E-E880-06580104DF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7FEE45F3-D8E2-5205-7C1F-0BA6367BEC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904CA00-D6E0-BDD7-F58F-9762F0B79C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7756F63A-7C79-3C39-59CA-DE547630E1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AEDA0A69-2D2D-48DE-6661-2B6A6FBC5B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A53015AA-04CB-596C-34F0-CF82D4FC01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8A7DB5DC-CEE2-C389-936B-058A8044757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BB1CEED3-59F2-C54F-99B4-5FFB3422AC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AF88C70D-0466-E778-7C5C-613CC4ED82A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771AD1E6-1BB2-079B-35E7-239E78604A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5C28121F-5FC6-01B2-337D-9E6DA7886A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C55D1270-22DD-B72A-1D40-1FFBCD2FC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918DB32F-2E05-64B2-4B64-C299115AEA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62677532-FD99-6C00-0B28-F6CC9FF330F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4176C9A7-8D55-7DC0-0883-15C7149401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9064077-8F7B-E63A-B4BF-B068426774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B66C2A13-9857-4743-7EEF-2DF958D3756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45527300-67AF-313B-AC37-961600CAAC3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BE879AB6-951F-C63A-AB64-B9F1409E546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6724118E-B2F8-A6E1-8482-7826E63A4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0DA34F5-35F6-A1D8-1DCA-1558C85231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C3CD3832-634F-CD66-0103-81DCE7EA218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88BE289A-5E13-855C-D054-6DD9180F697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E2D8A38-4E82-6ED0-DF8B-F19D1BEB74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DADC4CD-CECE-D068-09D6-83F7C10370D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8C4F4EE8-3E90-3048-D9CE-3169E0DB91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7A93F466-BBCF-371B-50BF-8A9562BFEE5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494DDFC6-D54A-8B69-6629-C904434972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C3280BB-DF9A-4274-CB04-8379F4D2E3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D7CDF39C-EB90-9213-CA98-7A05D82BBB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13CED704-2209-5BAF-72D8-EF81D43F3AB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AE4DFDBE-8FF8-74F8-5B25-AAF08886F5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1B9E8B36-C3A7-5FCC-1869-6430D14959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0D29B3C4-C217-9EB9-6837-02FBA8843D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B9D77AA6-F7E3-E30C-0D89-D1D7B4B991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A1F41BA-038B-B3EF-92E2-FEB784DB09E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0F1D2D5C-4200-BB04-F233-68EF0899B2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803A1234-DA35-2222-DE93-1ACA03D0632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C1C2CE6A-DBF3-05E5-98B5-9EC91FA476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37C8F45E-3923-F10D-1DC5-53C988ECC93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74E5D110-AD7E-0B69-C495-4E3201DE44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AC22AA3-93FE-4498-C5D8-92BBED0B80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9A2AF10B-9319-C6C1-42D8-EB61613BF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D236D0B6-E31D-DBAA-C470-A620F53485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543FD162-43C7-A1FA-EF7B-A5DCC4E0818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6FD1DEE2-D47B-34D8-205B-D59AD67AF8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13D7D13-DEF7-2D3E-2382-FBDA029F09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A71F8000-5610-D6D4-EED5-3643862BE2A5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792EADC6-7DFF-ABB5-3D55-69BFAA4327C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97B91B3C-D5A9-8377-167D-5A76C3D37C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985C61E2-026D-1654-5654-0F2A995C2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26D852F-BAA5-654E-90A8-8FE3E03535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F72BC211-7560-CFCF-5DA2-06D4DAD8F3A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4F7F3816-6A56-4ACD-910C-B72B10A6DF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731989A6-356F-1CC0-003C-B5FD4D4A8AF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8A1ABF6-9AB4-2BCE-2E01-9C90C88103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A1A40885-2786-7A88-1832-2D595B68E3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3418687-EB6B-CAE8-6D9F-EEA1157174D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3627A7F8-C9C3-1F89-2F93-2D8366B0200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06196045-6641-3372-F78C-C661C6EC59D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EA391022-783C-6EED-B2DA-4E1E602476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09E9296C-33B2-D98A-2E84-D0660A778A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CC74B919-BD81-D6CF-A243-F855AAFFC5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8C62F32-1959-7A5B-140E-6A42FD4547E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2EAF5439-0C30-405C-C3CF-3242062C78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A35D010C-F274-CFE8-56B1-43CA8363CB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CA5EC524-A4E5-D61E-CB4B-A4CA8B32A2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6B1C5309-9714-EA21-6107-9C6C867C12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8E167C52-DBCF-D5CA-FC31-0A3705AA06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FAADFE2E-EF76-08A6-1A3A-359AC3687C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FD19DC84-B7CF-E6C3-3BA8-386DE775750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45DAC92C-F797-781A-F713-6CC5F5F70C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3B345E22-2008-CE4A-C183-252152559F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88753F2A-B140-0399-38FE-C02C064AC2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CC82DD9C-4554-07D6-17CD-5D1EAB4E6C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B9FB3923-4AC3-C67C-6DA6-7BD12BB8E5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63B7EFC-A82D-2B61-D2CF-C54AFEF2F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FAEA80FB-C482-6681-2C80-D463155CCE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A5C8A7DD-514F-75E0-9137-D4ADF1B9449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E6B807FC-BF11-6D3E-8F1B-95DD6618F5D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66B3CC9F-BC22-8752-A8BE-8A0E47E8CBA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A32AE676-97E1-4C2F-E961-8887110DA4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B15CA4C0-371A-5188-4A3B-D31B9BFAD8C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DB7AEF9-DA34-7623-3376-A1BB6301ED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57D38C9-36BC-98C8-E009-0DBC249F033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AF244BF-B667-7AF0-64F7-FCB7122ECBD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D5290B57-5A84-53B7-1F4F-ABF8CEEE42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B9286976-7D00-027C-01B0-1F9D18A22D1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CA4C42C0-1A65-5E42-29AA-692A67D7B6E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BE822007-463B-7025-13B9-2F5EBD73630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3892619D-E641-F8A8-40A1-52E4E43E05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63299B49-8185-00F0-1F61-16A46830A5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CB6FE4C8-2450-2042-3D86-BBC160104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9507B19F-BE53-2B54-AF8B-365EF26154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A5614A94-0C32-27B1-DEBD-9DF31DBB483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7E15461E-C175-365C-E763-E2E79A145A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2C4DF09-E6CC-B834-FF87-2CED302B5EE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5233686E-1432-924B-5DDD-5FAA1CEBCCD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5EF8BFFD-CDD2-2051-F3DC-E686AA7B43A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0EEB2AF-3FE4-ACFF-CC4A-E6FAFA36EC3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69A18B24-C677-EC8B-9F63-4182ED31D8C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A291368-3F8D-9276-D065-3C16F0C796E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1580FC3C-AC65-DD24-E4A7-6705989B1FB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2EA5D751-DD0A-5B28-C429-08368F32E2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</a:t>
            </a: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8830052D-0E1E-6197-80CE-5FD03253A557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A9A3B0C9-B12F-7BBC-FAAD-4619EEFD50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900714C2-39E1-B22B-6312-19A95F9E79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51C54865-1CD3-842E-5739-A0DBD2C03FB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B80A2198-3A44-D520-C55B-B9ACE3F3119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6F2FDF46-F71C-D607-9DC6-F0056514C36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44250648-56CB-C7C2-1819-40CD7D0B3C5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2C0482EA-26A8-72D0-9F8F-03785F9627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CABDAEE8-5DD9-D805-52F4-416B9E6692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A8077FEA-F58B-73A1-1E19-AC70881DEF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8F0914ED-D4F5-81DC-BD19-3DCB28CEBB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39A480A-FB41-05A5-FE60-7C10190343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603A3BD1-E6E5-7284-4EB8-87BEE8CA51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19857EB1-8CAD-D741-8797-AAFFEB4351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86A0A8A8-5F8B-A624-8D30-692EDCDD8E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BBBEFE8C-BF73-DF75-EAF3-69EA58B7D7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5F0AED18-332E-16D1-4196-AB671668782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5E79BB09-C4C6-4450-71B3-E9D9A5386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AA5B8476-FBF4-F21B-1854-810204CDBE0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A7FA1CC9-58F7-6F1C-5309-703B9EF355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ADE7F4BD-739E-6B3C-AD1C-98D8269CDE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35392D98-FB2D-E06A-39CF-38F9A42796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38C8B25C-70B3-558B-41E9-3ACCFC3271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32ED2E4D-40BB-98DB-CECE-F606AFE747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B74C71AD-B7D7-492E-ABDC-9959DE806B4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51719377-12EC-FD37-612E-5372A40FE5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8E0B187E-304E-EF7B-B13B-F31AE0080EB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21B1FEE3-0526-623C-CA60-790341BF67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C8E32BE2-05CE-600B-6E49-5BA623EB25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C51DE981-F6C4-8B3D-F3E6-CA2D3C340E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DB1227D1-4186-6A11-99E4-CA80D1A0F17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90A3302A-8AC3-1D74-BB90-5DFDF4852A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632AD4AE-C21D-7C81-4148-885D64B59AD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C0D2A15-E250-4BF6-5D5E-9C1C4A91BE7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949B3FE9-D91A-DC81-C1A6-F476A040AE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3D68D902-0427-1631-8A0C-8AE4253BB8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8BE4DC81-0AC1-6EDE-6589-899E942281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7DBD5AC2-3213-EB23-F508-3FA2C7BB6C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B543D746-D144-27D4-DF32-9732742CFA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4FE8FC22-B7B4-44E2-58AF-810979886C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618B928D-BFE6-276F-CA74-894787DABE6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56C44924-E088-2ADE-7A25-C5E0CF332C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38985503-6900-8E72-C997-433EAF7D1C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DDA03393-98FA-6C3E-1BB7-D7DD992959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873A471-0A73-3FC3-ECDD-6EC52ADD3C3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C478A014-2D29-FA7A-BE78-99F90F1EDA3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A38A2837-A424-E49B-F1AC-53123D09F51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35C17E93-E4F2-AD58-CB31-F4DFADD8B9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EB62B5E3-821F-8082-07E5-69194219D3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A65B7075-252E-E15D-5BAF-0FED86FC83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E11BEDE4-AE6C-C20B-FE19-D7D2C51427F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59FE7672-8A9C-0019-A0B1-1C220F2373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1FEC40DA-6409-E8FA-9D14-5BCE1F462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E0C36DAF-69BE-353B-4117-3982E877F37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3869117F-925A-0E20-0554-016A44EE23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0C7912F-B928-2283-F4F1-9F8AF50DAD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B206BDB1-1E15-0257-E55F-1A250D0CE3D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04BBE14-36DE-00F8-025C-F31084393D33}"/>
              </a:ext>
            </a:extLst>
          </p:cNvPr>
          <p:cNvSpPr/>
          <p:nvPr/>
        </p:nvSpPr>
        <p:spPr>
          <a:xfrm>
            <a:off x="6159559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6A687922-C1FB-C5B9-9FCA-9D65331B8F20}"/>
              </a:ext>
            </a:extLst>
          </p:cNvPr>
          <p:cNvGrpSpPr/>
          <p:nvPr/>
        </p:nvGrpSpPr>
        <p:grpSpPr>
          <a:xfrm>
            <a:off x="2628879" y="4221540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913212F-BD32-E737-816F-B34BD20AB95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59F93B14-D7B7-2829-191C-16B79006BD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7C2E28C5-2C5B-237A-A045-12D928D958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680A4DA-75B1-2ECB-0BA5-99509111F1E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7F754DED-14F0-CA39-5534-C7FC77713A0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09FB75B1-1E6D-59B0-40D5-972969BC3FB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465A2074-DD3B-D31B-A542-FFED69F806A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982591B-0A78-C398-A95E-503BB2FEA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8CE433BC-FBBE-B39B-A6E3-BBB2AAD15C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31CD6EDA-9557-388B-1937-F657C5C1FA7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2E4CAC41-8DAC-FC8C-9088-7EE3C85DC8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8D008176-4C36-32D8-1D7D-DE47BA9514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4A1A06AF-7899-6F96-AB7B-296710A09B0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B7F5A73B-1FF5-ED90-725D-BF3F1E7836A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9BC44592-4946-6132-EF12-7B94DD5E4D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049E0EB-421A-72D9-715D-5402EB38A97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ECC1E285-1852-F620-30CF-D949D2705B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5C170FFB-66E6-5F48-10F0-F2A65E4ABED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32789363-D8B8-C2CB-4196-2DBA7D1AE64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A2AAD0F4-3694-098B-E565-C39944EEFD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794D60AD-1FD5-BF96-2EDF-41016D98F6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CF740B82-DFF9-8AD5-B162-3615032D75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56171A95-4BB6-3297-31F4-48607D5D1A8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D185325A-879B-B055-5B78-EA604A9A59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8357113D-8C3B-E2BA-F04D-469AD28FE8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53FC6DA6-2374-C3E4-679D-54301DFB5D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8773A6C4-CF3D-0352-1BAF-95EB609C95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668A6CDB-0D66-3A06-D0B1-A5CDBA698F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766F489-4C84-4CA9-D6E3-E6F753CCA2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D0C19964-7F68-638E-EF0E-AD4F01A7F7D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0048EC6D-E058-E867-A4BD-DBBD8EB91BB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326C9FF3-3347-B7B9-3946-600D213639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4876FE05-1044-970F-D97D-715A29A114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7360F8A1-DC76-23C1-512E-C4A123F98F6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7666C59A-5E39-7A2F-EB48-13BB324AF7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54BBE77-A741-4505-875C-4FAE962E3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4DD4691C-F5B5-2851-A0C2-1CD04C2B2FD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E86BF6F-B859-0308-3560-9642453F99B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1D1977B1-7698-D872-2DB1-CE5628518F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F8F995D9-3C05-F1DA-E1A4-9B3DD902400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4253986C-1A0F-BBFC-1FA8-CDD378740B4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256F057C-7FB2-2595-8B26-461F1ED9127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967BEF33-7DFA-35FE-FC1A-819356343D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B672A6B-5EE1-D0FF-9867-5094798249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19770D3A-82C0-B698-110D-F2B94BC2DE7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3F4141A0-5E2C-1050-A9CA-2930278F5E1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238E78E8-BEA1-94D1-01D3-CBEEBD7041D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54787B2E-9C79-625A-C033-779377DDCB1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5608C2F3-882A-6FB4-9B21-41962A454E3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E9A535C-E044-7FE1-21F7-9B07C3D284C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2C2300F0-6E7A-8783-2502-A9020FAE999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6C81D11-FEDD-6D29-51BC-424C0678F16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8BB46470-6564-857C-E810-6BF93B9E661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6A7B04D-7405-DAC5-F59D-C3879EEC5F1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6C84DBBB-F7ED-CDDC-697D-DD30B04B0EE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072A46C4-197D-C8B4-0A9D-DDDED7C444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descodificación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BECF3341-AA58-646D-0730-B14B22F08104}"/>
              </a:ext>
            </a:extLst>
          </p:cNvPr>
          <p:cNvGrpSpPr/>
          <p:nvPr/>
        </p:nvGrpSpPr>
        <p:grpSpPr>
          <a:xfrm>
            <a:off x="2627784" y="5517684"/>
            <a:ext cx="5759545" cy="1511716"/>
            <a:chOff x="3109309" y="5917230"/>
            <a:chExt cx="3345284" cy="99792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3540315-3629-71F6-79E0-509C2B95475F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9" name="Group 9">
                <a:extLst>
                  <a:ext uri="{FF2B5EF4-FFF2-40B4-BE49-F238E27FC236}">
                    <a16:creationId xmlns:a16="http://schemas.microsoft.com/office/drawing/2014/main" id="{DE55DB4F-71A7-9B37-F213-17AD8DBEC6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3" name="Rectangle 10">
                  <a:extLst>
                    <a:ext uri="{FF2B5EF4-FFF2-40B4-BE49-F238E27FC236}">
                      <a16:creationId xmlns:a16="http://schemas.microsoft.com/office/drawing/2014/main" id="{B6B2E629-7FB5-C0A2-A961-2487D80BE3B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7" name="Group 155">
                  <a:extLst>
                    <a:ext uri="{FF2B5EF4-FFF2-40B4-BE49-F238E27FC236}">
                      <a16:creationId xmlns:a16="http://schemas.microsoft.com/office/drawing/2014/main" id="{3353E00E-1481-B23C-D256-635E5DCD0C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18" name="Group 5">
                    <a:extLst>
                      <a:ext uri="{FF2B5EF4-FFF2-40B4-BE49-F238E27FC236}">
                        <a16:creationId xmlns:a16="http://schemas.microsoft.com/office/drawing/2014/main" id="{1AB39B45-8857-1239-17CD-F7FE26CB11C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73" name="Rectangle 6">
                      <a:extLst>
                        <a:ext uri="{FF2B5EF4-FFF2-40B4-BE49-F238E27FC236}">
                          <a16:creationId xmlns:a16="http://schemas.microsoft.com/office/drawing/2014/main" id="{F1EE54F4-D03D-FBEB-4FE4-6CAF7F49ABE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74" name="Group 7">
                      <a:extLst>
                        <a:ext uri="{FF2B5EF4-FFF2-40B4-BE49-F238E27FC236}">
                          <a16:creationId xmlns:a16="http://schemas.microsoft.com/office/drawing/2014/main" id="{04C97DC9-97F4-E9AF-9C29-244B1E2FC93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75" name="Line 9">
                        <a:extLst>
                          <a:ext uri="{FF2B5EF4-FFF2-40B4-BE49-F238E27FC236}">
                            <a16:creationId xmlns:a16="http://schemas.microsoft.com/office/drawing/2014/main" id="{7CE94B25-8FED-18EF-24F3-03C69CD9197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10">
                        <a:extLst>
                          <a:ext uri="{FF2B5EF4-FFF2-40B4-BE49-F238E27FC236}">
                            <a16:creationId xmlns:a16="http://schemas.microsoft.com/office/drawing/2014/main" id="{18DA70DF-10B1-96D0-DAF7-E803B50B2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11">
                        <a:extLst>
                          <a:ext uri="{FF2B5EF4-FFF2-40B4-BE49-F238E27FC236}">
                            <a16:creationId xmlns:a16="http://schemas.microsoft.com/office/drawing/2014/main" id="{DBD72B64-D2B3-9748-4763-D713EF08E58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12">
                        <a:extLst>
                          <a:ext uri="{FF2B5EF4-FFF2-40B4-BE49-F238E27FC236}">
                            <a16:creationId xmlns:a16="http://schemas.microsoft.com/office/drawing/2014/main" id="{DCCED22E-87BF-DF5F-BBFD-E95D4AF5B6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13">
                        <a:extLst>
                          <a:ext uri="{FF2B5EF4-FFF2-40B4-BE49-F238E27FC236}">
                            <a16:creationId xmlns:a16="http://schemas.microsoft.com/office/drawing/2014/main" id="{7F971CF9-9AA1-3279-38FB-4565D66685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14">
                        <a:extLst>
                          <a:ext uri="{FF2B5EF4-FFF2-40B4-BE49-F238E27FC236}">
                            <a16:creationId xmlns:a16="http://schemas.microsoft.com/office/drawing/2014/main" id="{FEF8AD66-5D1B-E5B3-2931-1EAFEC8708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15">
                        <a:extLst>
                          <a:ext uri="{FF2B5EF4-FFF2-40B4-BE49-F238E27FC236}">
                            <a16:creationId xmlns:a16="http://schemas.microsoft.com/office/drawing/2014/main" id="{FBDE4175-45E3-FA5D-3EAC-66A8EC339E2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16">
                        <a:extLst>
                          <a:ext uri="{FF2B5EF4-FFF2-40B4-BE49-F238E27FC236}">
                            <a16:creationId xmlns:a16="http://schemas.microsoft.com/office/drawing/2014/main" id="{0FDBE9EF-D27A-D61E-A1D9-13D8A31F18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17">
                        <a:extLst>
                          <a:ext uri="{FF2B5EF4-FFF2-40B4-BE49-F238E27FC236}">
                            <a16:creationId xmlns:a16="http://schemas.microsoft.com/office/drawing/2014/main" id="{D2EF4068-80F4-672F-EBFA-6984BEEF3FB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18">
                        <a:extLst>
                          <a:ext uri="{FF2B5EF4-FFF2-40B4-BE49-F238E27FC236}">
                            <a16:creationId xmlns:a16="http://schemas.microsoft.com/office/drawing/2014/main" id="{5186EF34-C480-4179-75EB-89167D4DB04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19">
                        <a:extLst>
                          <a:ext uri="{FF2B5EF4-FFF2-40B4-BE49-F238E27FC236}">
                            <a16:creationId xmlns:a16="http://schemas.microsoft.com/office/drawing/2014/main" id="{2D1D29F3-359F-ED5F-5120-61BB5BE910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20">
                        <a:extLst>
                          <a:ext uri="{FF2B5EF4-FFF2-40B4-BE49-F238E27FC236}">
                            <a16:creationId xmlns:a16="http://schemas.microsoft.com/office/drawing/2014/main" id="{FC89386A-F2C6-9594-8AF2-2C61B0756CC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8" name="Line 21">
                        <a:extLst>
                          <a:ext uri="{FF2B5EF4-FFF2-40B4-BE49-F238E27FC236}">
                            <a16:creationId xmlns:a16="http://schemas.microsoft.com/office/drawing/2014/main" id="{6CF07A12-FAAE-12CA-BA4F-95B641C361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9" name="Line 22">
                        <a:extLst>
                          <a:ext uri="{FF2B5EF4-FFF2-40B4-BE49-F238E27FC236}">
                            <a16:creationId xmlns:a16="http://schemas.microsoft.com/office/drawing/2014/main" id="{A0F8228B-6635-5926-B4CF-2F48996A1C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0" name="Line 23">
                        <a:extLst>
                          <a:ext uri="{FF2B5EF4-FFF2-40B4-BE49-F238E27FC236}">
                            <a16:creationId xmlns:a16="http://schemas.microsoft.com/office/drawing/2014/main" id="{0925DC42-298A-FBA0-FA48-63B000121A3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24">
                        <a:extLst>
                          <a:ext uri="{FF2B5EF4-FFF2-40B4-BE49-F238E27FC236}">
                            <a16:creationId xmlns:a16="http://schemas.microsoft.com/office/drawing/2014/main" id="{6D86A9B6-8B41-B5C1-5436-A6E0E6E3B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25">
                        <a:extLst>
                          <a:ext uri="{FF2B5EF4-FFF2-40B4-BE49-F238E27FC236}">
                            <a16:creationId xmlns:a16="http://schemas.microsoft.com/office/drawing/2014/main" id="{29CA4AA5-E345-24CA-AC32-2AF4FFF965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26">
                        <a:extLst>
                          <a:ext uri="{FF2B5EF4-FFF2-40B4-BE49-F238E27FC236}">
                            <a16:creationId xmlns:a16="http://schemas.microsoft.com/office/drawing/2014/main" id="{9AB87454-CC90-37DD-FE18-C9798531A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7">
                        <a:extLst>
                          <a:ext uri="{FF2B5EF4-FFF2-40B4-BE49-F238E27FC236}">
                            <a16:creationId xmlns:a16="http://schemas.microsoft.com/office/drawing/2014/main" id="{B5556F33-530B-0025-4F7D-1DD03F071DA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8">
                        <a:extLst>
                          <a:ext uri="{FF2B5EF4-FFF2-40B4-BE49-F238E27FC236}">
                            <a16:creationId xmlns:a16="http://schemas.microsoft.com/office/drawing/2014/main" id="{82BEB920-B3A3-54ED-C337-72AB7C5B76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9">
                        <a:extLst>
                          <a:ext uri="{FF2B5EF4-FFF2-40B4-BE49-F238E27FC236}">
                            <a16:creationId xmlns:a16="http://schemas.microsoft.com/office/drawing/2014/main" id="{D888FDF6-D9CA-53C8-7A2A-D54338D11F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30">
                        <a:extLst>
                          <a:ext uri="{FF2B5EF4-FFF2-40B4-BE49-F238E27FC236}">
                            <a16:creationId xmlns:a16="http://schemas.microsoft.com/office/drawing/2014/main" id="{5A20A231-CA80-C076-513A-68B5D93B3E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31">
                        <a:extLst>
                          <a:ext uri="{FF2B5EF4-FFF2-40B4-BE49-F238E27FC236}">
                            <a16:creationId xmlns:a16="http://schemas.microsoft.com/office/drawing/2014/main" id="{C512F3A3-6090-602C-B399-155D6773C9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32">
                        <a:extLst>
                          <a:ext uri="{FF2B5EF4-FFF2-40B4-BE49-F238E27FC236}">
                            <a16:creationId xmlns:a16="http://schemas.microsoft.com/office/drawing/2014/main" id="{FCA6DD3A-2379-2CDC-CD51-C032CEE03B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3">
                        <a:extLst>
                          <a:ext uri="{FF2B5EF4-FFF2-40B4-BE49-F238E27FC236}">
                            <a16:creationId xmlns:a16="http://schemas.microsoft.com/office/drawing/2014/main" id="{4D27B6CD-AAF9-CEAE-934F-801771BD3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4">
                        <a:extLst>
                          <a:ext uri="{FF2B5EF4-FFF2-40B4-BE49-F238E27FC236}">
                            <a16:creationId xmlns:a16="http://schemas.microsoft.com/office/drawing/2014/main" id="{3B390968-4D26-B50D-03E4-0B328020F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5">
                        <a:extLst>
                          <a:ext uri="{FF2B5EF4-FFF2-40B4-BE49-F238E27FC236}">
                            <a16:creationId xmlns:a16="http://schemas.microsoft.com/office/drawing/2014/main" id="{D1263526-D0D0-3C8E-0255-661A083067A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36">
                        <a:extLst>
                          <a:ext uri="{FF2B5EF4-FFF2-40B4-BE49-F238E27FC236}">
                            <a16:creationId xmlns:a16="http://schemas.microsoft.com/office/drawing/2014/main" id="{E87B6443-1E7C-D809-259B-691FFD626D2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37">
                        <a:extLst>
                          <a:ext uri="{FF2B5EF4-FFF2-40B4-BE49-F238E27FC236}">
                            <a16:creationId xmlns:a16="http://schemas.microsoft.com/office/drawing/2014/main" id="{0EADF379-11D0-6A03-128A-D8FAB8C282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38">
                        <a:extLst>
                          <a:ext uri="{FF2B5EF4-FFF2-40B4-BE49-F238E27FC236}">
                            <a16:creationId xmlns:a16="http://schemas.microsoft.com/office/drawing/2014/main" id="{222A6878-4B0B-A36C-E8E2-5B8A774568B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0" name="Line 39">
                    <a:extLst>
                      <a:ext uri="{FF2B5EF4-FFF2-40B4-BE49-F238E27FC236}">
                        <a16:creationId xmlns:a16="http://schemas.microsoft.com/office/drawing/2014/main" id="{864B031D-8B1E-9406-470C-41EF55FC93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1" name="Text Box 40">
                    <a:extLst>
                      <a:ext uri="{FF2B5EF4-FFF2-40B4-BE49-F238E27FC236}">
                        <a16:creationId xmlns:a16="http://schemas.microsoft.com/office/drawing/2014/main" id="{A6CFA878-8672-4F0C-FF24-E4B0036BC5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6" name="Text Box 41">
                    <a:extLst>
                      <a:ext uri="{FF2B5EF4-FFF2-40B4-BE49-F238E27FC236}">
                        <a16:creationId xmlns:a16="http://schemas.microsoft.com/office/drawing/2014/main" id="{A75BF155-A25C-814D-89D0-15A9BC271A9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7" name="Line 42">
                    <a:extLst>
                      <a:ext uri="{FF2B5EF4-FFF2-40B4-BE49-F238E27FC236}">
                        <a16:creationId xmlns:a16="http://schemas.microsoft.com/office/drawing/2014/main" id="{5E577206-480D-4001-E72B-4BCC0CFDBDE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43">
                    <a:extLst>
                      <a:ext uri="{FF2B5EF4-FFF2-40B4-BE49-F238E27FC236}">
                        <a16:creationId xmlns:a16="http://schemas.microsoft.com/office/drawing/2014/main" id="{13B19B15-6018-3F5C-8B74-AA6FF4DFC2E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1" name="Line 44">
                    <a:extLst>
                      <a:ext uri="{FF2B5EF4-FFF2-40B4-BE49-F238E27FC236}">
                        <a16:creationId xmlns:a16="http://schemas.microsoft.com/office/drawing/2014/main" id="{DF9ED80B-A326-9ED1-9B74-92DB85C5577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2" name="Text Box 45">
                    <a:extLst>
                      <a:ext uri="{FF2B5EF4-FFF2-40B4-BE49-F238E27FC236}">
                        <a16:creationId xmlns:a16="http://schemas.microsoft.com/office/drawing/2014/main" id="{3CE2015E-44FB-CDF9-3D56-CD212FDAF26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3" name="Text Box 46">
                    <a:extLst>
                      <a:ext uri="{FF2B5EF4-FFF2-40B4-BE49-F238E27FC236}">
                        <a16:creationId xmlns:a16="http://schemas.microsoft.com/office/drawing/2014/main" id="{009CA596-60E0-1054-5FBC-FB0EAFB092C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64" name="Text Box 47">
                    <a:extLst>
                      <a:ext uri="{FF2B5EF4-FFF2-40B4-BE49-F238E27FC236}">
                        <a16:creationId xmlns:a16="http://schemas.microsoft.com/office/drawing/2014/main" id="{F593487B-84CC-A763-653D-19170CC8459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5" name="Text Box 48">
                    <a:extLst>
                      <a:ext uri="{FF2B5EF4-FFF2-40B4-BE49-F238E27FC236}">
                        <a16:creationId xmlns:a16="http://schemas.microsoft.com/office/drawing/2014/main" id="{B77829E7-B7D4-7436-C576-771341679F7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66" name="Text Box 49">
                    <a:extLst>
                      <a:ext uri="{FF2B5EF4-FFF2-40B4-BE49-F238E27FC236}">
                        <a16:creationId xmlns:a16="http://schemas.microsoft.com/office/drawing/2014/main" id="{EF07C07C-86BA-0667-1D41-03DBACC26F6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7" name="Text Box 50">
                    <a:extLst>
                      <a:ext uri="{FF2B5EF4-FFF2-40B4-BE49-F238E27FC236}">
                        <a16:creationId xmlns:a16="http://schemas.microsoft.com/office/drawing/2014/main" id="{A354BC66-6890-F739-C638-7D9A376F400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68" name="Text Box 51">
                    <a:extLst>
                      <a:ext uri="{FF2B5EF4-FFF2-40B4-BE49-F238E27FC236}">
                        <a16:creationId xmlns:a16="http://schemas.microsoft.com/office/drawing/2014/main" id="{8483B6D5-D593-39F6-B6A5-46C9465A3FF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9" name="Text Box 52">
                    <a:extLst>
                      <a:ext uri="{FF2B5EF4-FFF2-40B4-BE49-F238E27FC236}">
                        <a16:creationId xmlns:a16="http://schemas.microsoft.com/office/drawing/2014/main" id="{69390F03-ABC4-8005-6C57-A680694CDC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0" name="Text Box 53">
                    <a:extLst>
                      <a:ext uri="{FF2B5EF4-FFF2-40B4-BE49-F238E27FC236}">
                        <a16:creationId xmlns:a16="http://schemas.microsoft.com/office/drawing/2014/main" id="{E92F516D-E5BB-D5E6-5079-6DCE684EE0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71" name="Line 153">
                    <a:extLst>
                      <a:ext uri="{FF2B5EF4-FFF2-40B4-BE49-F238E27FC236}">
                        <a16:creationId xmlns:a16="http://schemas.microsoft.com/office/drawing/2014/main" id="{530E3912-D428-D30D-3183-20A47A063A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2" name="Text Box 154">
                    <a:extLst>
                      <a:ext uri="{FF2B5EF4-FFF2-40B4-BE49-F238E27FC236}">
                        <a16:creationId xmlns:a16="http://schemas.microsoft.com/office/drawing/2014/main" id="{A1B0FDFC-892C-5139-42E3-7A893C0F1A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2" name="Text Box 41">
                <a:extLst>
                  <a:ext uri="{FF2B5EF4-FFF2-40B4-BE49-F238E27FC236}">
                    <a16:creationId xmlns:a16="http://schemas.microsoft.com/office/drawing/2014/main" id="{B235D350-F22B-582A-43F5-4B9C9DBF412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Line 11">
              <a:extLst>
                <a:ext uri="{FF2B5EF4-FFF2-40B4-BE49-F238E27FC236}">
                  <a16:creationId xmlns:a16="http://schemas.microsoft.com/office/drawing/2014/main" id="{02EF94FD-9465-2F44-CF2C-E1EA576E8B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t1, t1,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5-0: 100000 -&gt; </a:t>
            </a:r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B9564AD7-BA47-6C01-AB49-1A6CFFBA3FA9}"/>
              </a:ext>
            </a:extLst>
          </p:cNvPr>
          <p:cNvGrpSpPr/>
          <p:nvPr/>
        </p:nvGrpSpPr>
        <p:grpSpPr>
          <a:xfrm>
            <a:off x="4804426" y="932712"/>
            <a:ext cx="4163830" cy="1051477"/>
            <a:chOff x="3109309" y="5917230"/>
            <a:chExt cx="3345284" cy="997923"/>
          </a:xfrm>
        </p:grpSpPr>
        <p:grpSp>
          <p:nvGrpSpPr>
            <p:cNvPr id="136" name="Grupo 135">
              <a:extLst>
                <a:ext uri="{FF2B5EF4-FFF2-40B4-BE49-F238E27FC236}">
                  <a16:creationId xmlns:a16="http://schemas.microsoft.com/office/drawing/2014/main" id="{2C320C20-968B-797C-B58D-B13591A73FB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38" name="Group 9">
                <a:extLst>
                  <a:ext uri="{FF2B5EF4-FFF2-40B4-BE49-F238E27FC236}">
                    <a16:creationId xmlns:a16="http://schemas.microsoft.com/office/drawing/2014/main" id="{0CB0101A-0556-D7E8-951C-20C4F29FF0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40" name="Rectangle 10">
                  <a:extLst>
                    <a:ext uri="{FF2B5EF4-FFF2-40B4-BE49-F238E27FC236}">
                      <a16:creationId xmlns:a16="http://schemas.microsoft.com/office/drawing/2014/main" id="{C0EDB441-E022-FEE7-0278-B41A72935C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41" name="Group 155">
                  <a:extLst>
                    <a:ext uri="{FF2B5EF4-FFF2-40B4-BE49-F238E27FC236}">
                      <a16:creationId xmlns:a16="http://schemas.microsoft.com/office/drawing/2014/main" id="{32D5D167-14A3-5312-517F-8CDB39F3A1F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42" name="Group 5">
                    <a:extLst>
                      <a:ext uri="{FF2B5EF4-FFF2-40B4-BE49-F238E27FC236}">
                        <a16:creationId xmlns:a16="http://schemas.microsoft.com/office/drawing/2014/main" id="{BCAB42DC-7AAF-3264-BB99-16A5177401F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160" name="Rectangle 6">
                      <a:extLst>
                        <a:ext uri="{FF2B5EF4-FFF2-40B4-BE49-F238E27FC236}">
                          <a16:creationId xmlns:a16="http://schemas.microsoft.com/office/drawing/2014/main" id="{2DB8A76F-87D9-4FC0-EA0F-10D9F7AEAEE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161" name="Group 7">
                      <a:extLst>
                        <a:ext uri="{FF2B5EF4-FFF2-40B4-BE49-F238E27FC236}">
                          <a16:creationId xmlns:a16="http://schemas.microsoft.com/office/drawing/2014/main" id="{321752D5-F48F-6546-7771-8EA5C4AD6A0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162" name="Line 9">
                        <a:extLst>
                          <a:ext uri="{FF2B5EF4-FFF2-40B4-BE49-F238E27FC236}">
                            <a16:creationId xmlns:a16="http://schemas.microsoft.com/office/drawing/2014/main" id="{BFCEB1C6-2FFD-8135-FD3D-983A2BD7D5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3" name="Line 10">
                        <a:extLst>
                          <a:ext uri="{FF2B5EF4-FFF2-40B4-BE49-F238E27FC236}">
                            <a16:creationId xmlns:a16="http://schemas.microsoft.com/office/drawing/2014/main" id="{A905E6F3-2361-8B46-42F6-FAC248F7B1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4" name="Line 11">
                        <a:extLst>
                          <a:ext uri="{FF2B5EF4-FFF2-40B4-BE49-F238E27FC236}">
                            <a16:creationId xmlns:a16="http://schemas.microsoft.com/office/drawing/2014/main" id="{EE7B1B7B-7DBF-9F81-573D-3A4DAA457B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5" name="Line 12">
                        <a:extLst>
                          <a:ext uri="{FF2B5EF4-FFF2-40B4-BE49-F238E27FC236}">
                            <a16:creationId xmlns:a16="http://schemas.microsoft.com/office/drawing/2014/main" id="{D9FD0267-D987-3FD1-82FF-AA4DEDA4B1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6" name="Line 13">
                        <a:extLst>
                          <a:ext uri="{FF2B5EF4-FFF2-40B4-BE49-F238E27FC236}">
                            <a16:creationId xmlns:a16="http://schemas.microsoft.com/office/drawing/2014/main" id="{6A5FCA05-3985-F71E-D2BB-B0D59DDDC0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7" name="Line 14">
                        <a:extLst>
                          <a:ext uri="{FF2B5EF4-FFF2-40B4-BE49-F238E27FC236}">
                            <a16:creationId xmlns:a16="http://schemas.microsoft.com/office/drawing/2014/main" id="{56FCCFC9-7DC1-BEBD-F05B-139EC84C6F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8" name="Line 15">
                        <a:extLst>
                          <a:ext uri="{FF2B5EF4-FFF2-40B4-BE49-F238E27FC236}">
                            <a16:creationId xmlns:a16="http://schemas.microsoft.com/office/drawing/2014/main" id="{CB3CECAC-C1A6-BBD3-D532-D272497F44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9" name="Line 16">
                        <a:extLst>
                          <a:ext uri="{FF2B5EF4-FFF2-40B4-BE49-F238E27FC236}">
                            <a16:creationId xmlns:a16="http://schemas.microsoft.com/office/drawing/2014/main" id="{E35F7FF4-B806-2427-8928-9E96D93D9A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0" name="Line 17">
                        <a:extLst>
                          <a:ext uri="{FF2B5EF4-FFF2-40B4-BE49-F238E27FC236}">
                            <a16:creationId xmlns:a16="http://schemas.microsoft.com/office/drawing/2014/main" id="{43522DFC-7322-D4B0-3133-903C3222A2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1" name="Line 18">
                        <a:extLst>
                          <a:ext uri="{FF2B5EF4-FFF2-40B4-BE49-F238E27FC236}">
                            <a16:creationId xmlns:a16="http://schemas.microsoft.com/office/drawing/2014/main" id="{7C79D3BB-A9A7-DF7A-3F04-098EED12C6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19">
                        <a:extLst>
                          <a:ext uri="{FF2B5EF4-FFF2-40B4-BE49-F238E27FC236}">
                            <a16:creationId xmlns:a16="http://schemas.microsoft.com/office/drawing/2014/main" id="{02183919-D913-12AC-09A0-922EFF8895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20">
                        <a:extLst>
                          <a:ext uri="{FF2B5EF4-FFF2-40B4-BE49-F238E27FC236}">
                            <a16:creationId xmlns:a16="http://schemas.microsoft.com/office/drawing/2014/main" id="{EA5CC244-89B8-FBA2-20EF-0AAA111710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21">
                        <a:extLst>
                          <a:ext uri="{FF2B5EF4-FFF2-40B4-BE49-F238E27FC236}">
                            <a16:creationId xmlns:a16="http://schemas.microsoft.com/office/drawing/2014/main" id="{0610DD6D-8A20-B25D-596C-55F6DC644F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22">
                        <a:extLst>
                          <a:ext uri="{FF2B5EF4-FFF2-40B4-BE49-F238E27FC236}">
                            <a16:creationId xmlns:a16="http://schemas.microsoft.com/office/drawing/2014/main" id="{6B907238-6E1A-23E5-4AB4-00F746E190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23">
                        <a:extLst>
                          <a:ext uri="{FF2B5EF4-FFF2-40B4-BE49-F238E27FC236}">
                            <a16:creationId xmlns:a16="http://schemas.microsoft.com/office/drawing/2014/main" id="{C5D6C956-D606-8C58-7BDF-0F1CE254DA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7" name="Line 24">
                        <a:extLst>
                          <a:ext uri="{FF2B5EF4-FFF2-40B4-BE49-F238E27FC236}">
                            <a16:creationId xmlns:a16="http://schemas.microsoft.com/office/drawing/2014/main" id="{98243308-0678-E29C-A45B-A852902005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8" name="Line 25">
                        <a:extLst>
                          <a:ext uri="{FF2B5EF4-FFF2-40B4-BE49-F238E27FC236}">
                            <a16:creationId xmlns:a16="http://schemas.microsoft.com/office/drawing/2014/main" id="{BDCC2F3F-114F-A609-FB75-C1E00E18D2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9" name="Line 26">
                        <a:extLst>
                          <a:ext uri="{FF2B5EF4-FFF2-40B4-BE49-F238E27FC236}">
                            <a16:creationId xmlns:a16="http://schemas.microsoft.com/office/drawing/2014/main" id="{87AE6BBD-E123-6766-B585-E377610E9E1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0" name="Line 27">
                        <a:extLst>
                          <a:ext uri="{FF2B5EF4-FFF2-40B4-BE49-F238E27FC236}">
                            <a16:creationId xmlns:a16="http://schemas.microsoft.com/office/drawing/2014/main" id="{83E3004B-0E3C-3A51-F49C-27CBC0D72D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1" name="Line 28">
                        <a:extLst>
                          <a:ext uri="{FF2B5EF4-FFF2-40B4-BE49-F238E27FC236}">
                            <a16:creationId xmlns:a16="http://schemas.microsoft.com/office/drawing/2014/main" id="{6412E38A-CA70-5202-CF23-57B23A17D5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2" name="Line 29">
                        <a:extLst>
                          <a:ext uri="{FF2B5EF4-FFF2-40B4-BE49-F238E27FC236}">
                            <a16:creationId xmlns:a16="http://schemas.microsoft.com/office/drawing/2014/main" id="{A023B23C-1BCA-4499-7CC2-CF937D43FA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3" name="Line 30">
                        <a:extLst>
                          <a:ext uri="{FF2B5EF4-FFF2-40B4-BE49-F238E27FC236}">
                            <a16:creationId xmlns:a16="http://schemas.microsoft.com/office/drawing/2014/main" id="{A8EE0229-A0C1-F8DB-30C0-4379D0E76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4" name="Line 31">
                        <a:extLst>
                          <a:ext uri="{FF2B5EF4-FFF2-40B4-BE49-F238E27FC236}">
                            <a16:creationId xmlns:a16="http://schemas.microsoft.com/office/drawing/2014/main" id="{0938DEF0-C12E-F7AC-152A-A0E40E1B1F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5" name="Line 32">
                        <a:extLst>
                          <a:ext uri="{FF2B5EF4-FFF2-40B4-BE49-F238E27FC236}">
                            <a16:creationId xmlns:a16="http://schemas.microsoft.com/office/drawing/2014/main" id="{ED37E5C0-AAF7-594D-63A2-33EC9EAB05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6" name="Line 33">
                        <a:extLst>
                          <a:ext uri="{FF2B5EF4-FFF2-40B4-BE49-F238E27FC236}">
                            <a16:creationId xmlns:a16="http://schemas.microsoft.com/office/drawing/2014/main" id="{40D3A293-6B2E-B394-8066-12A35A77D7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7" name="Line 34">
                        <a:extLst>
                          <a:ext uri="{FF2B5EF4-FFF2-40B4-BE49-F238E27FC236}">
                            <a16:creationId xmlns:a16="http://schemas.microsoft.com/office/drawing/2014/main" id="{0BC2C0D8-5E8D-400C-2642-E9963CA2ED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8" name="Line 35">
                        <a:extLst>
                          <a:ext uri="{FF2B5EF4-FFF2-40B4-BE49-F238E27FC236}">
                            <a16:creationId xmlns:a16="http://schemas.microsoft.com/office/drawing/2014/main" id="{3F4FDD73-6139-E50C-90BB-8C1C013AFE4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9" name="Line 36">
                        <a:extLst>
                          <a:ext uri="{FF2B5EF4-FFF2-40B4-BE49-F238E27FC236}">
                            <a16:creationId xmlns:a16="http://schemas.microsoft.com/office/drawing/2014/main" id="{A9731BB8-59FC-3FF9-01E6-D94872882F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0" name="Line 37">
                        <a:extLst>
                          <a:ext uri="{FF2B5EF4-FFF2-40B4-BE49-F238E27FC236}">
                            <a16:creationId xmlns:a16="http://schemas.microsoft.com/office/drawing/2014/main" id="{1947B491-B711-806F-2DC7-4C06C72F4EC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1" name="Line 38">
                        <a:extLst>
                          <a:ext uri="{FF2B5EF4-FFF2-40B4-BE49-F238E27FC236}">
                            <a16:creationId xmlns:a16="http://schemas.microsoft.com/office/drawing/2014/main" id="{10F37146-7E1D-79F8-B952-EB434D1179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43" name="Line 39">
                    <a:extLst>
                      <a:ext uri="{FF2B5EF4-FFF2-40B4-BE49-F238E27FC236}">
                        <a16:creationId xmlns:a16="http://schemas.microsoft.com/office/drawing/2014/main" id="{D6EACF0C-B3E4-00C0-A030-2E7313BEF7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Text Box 40">
                    <a:extLst>
                      <a:ext uri="{FF2B5EF4-FFF2-40B4-BE49-F238E27FC236}">
                        <a16:creationId xmlns:a16="http://schemas.microsoft.com/office/drawing/2014/main" id="{0FA71310-C414-664C-519D-AA3464017B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145" name="Text Box 41">
                    <a:extLst>
                      <a:ext uri="{FF2B5EF4-FFF2-40B4-BE49-F238E27FC236}">
                        <a16:creationId xmlns:a16="http://schemas.microsoft.com/office/drawing/2014/main" id="{36AA0239-FFF3-F442-0B6A-630858FEB6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46" name="Line 42">
                    <a:extLst>
                      <a:ext uri="{FF2B5EF4-FFF2-40B4-BE49-F238E27FC236}">
                        <a16:creationId xmlns:a16="http://schemas.microsoft.com/office/drawing/2014/main" id="{A7257842-CD7D-42A5-839D-CF54575139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43">
                    <a:extLst>
                      <a:ext uri="{FF2B5EF4-FFF2-40B4-BE49-F238E27FC236}">
                        <a16:creationId xmlns:a16="http://schemas.microsoft.com/office/drawing/2014/main" id="{003DE31C-28CC-B576-98DB-32F36ACED2E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44">
                    <a:extLst>
                      <a:ext uri="{FF2B5EF4-FFF2-40B4-BE49-F238E27FC236}">
                        <a16:creationId xmlns:a16="http://schemas.microsoft.com/office/drawing/2014/main" id="{D449DF5C-B261-3FE3-2BFB-EFE26E44536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Text Box 45">
                    <a:extLst>
                      <a:ext uri="{FF2B5EF4-FFF2-40B4-BE49-F238E27FC236}">
                        <a16:creationId xmlns:a16="http://schemas.microsoft.com/office/drawing/2014/main" id="{A396D11E-FE1A-FC68-9E36-D48DFECDAF5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0" name="Text Box 46">
                    <a:extLst>
                      <a:ext uri="{FF2B5EF4-FFF2-40B4-BE49-F238E27FC236}">
                        <a16:creationId xmlns:a16="http://schemas.microsoft.com/office/drawing/2014/main" id="{20583940-03C8-3832-3317-70275BFDAAE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151" name="Text Box 47">
                    <a:extLst>
                      <a:ext uri="{FF2B5EF4-FFF2-40B4-BE49-F238E27FC236}">
                        <a16:creationId xmlns:a16="http://schemas.microsoft.com/office/drawing/2014/main" id="{FDCA705C-2E24-B2A0-89A7-5E924CD02C4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2" name="Text Box 48">
                    <a:extLst>
                      <a:ext uri="{FF2B5EF4-FFF2-40B4-BE49-F238E27FC236}">
                        <a16:creationId xmlns:a16="http://schemas.microsoft.com/office/drawing/2014/main" id="{DF137D95-4AEB-42C7-3486-C970172122A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153" name="Text Box 49">
                    <a:extLst>
                      <a:ext uri="{FF2B5EF4-FFF2-40B4-BE49-F238E27FC236}">
                        <a16:creationId xmlns:a16="http://schemas.microsoft.com/office/drawing/2014/main" id="{EA18E97C-50E7-317D-6323-2127778BF6F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4" name="Text Box 50">
                    <a:extLst>
                      <a:ext uri="{FF2B5EF4-FFF2-40B4-BE49-F238E27FC236}">
                        <a16:creationId xmlns:a16="http://schemas.microsoft.com/office/drawing/2014/main" id="{C29377F5-172B-2DDB-0D27-2F7603063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155" name="Text Box 51">
                    <a:extLst>
                      <a:ext uri="{FF2B5EF4-FFF2-40B4-BE49-F238E27FC236}">
                        <a16:creationId xmlns:a16="http://schemas.microsoft.com/office/drawing/2014/main" id="{D1B15B12-4208-91E5-CC7B-6FEBA7D3A31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6" name="Text Box 52">
                    <a:extLst>
                      <a:ext uri="{FF2B5EF4-FFF2-40B4-BE49-F238E27FC236}">
                        <a16:creationId xmlns:a16="http://schemas.microsoft.com/office/drawing/2014/main" id="{5E5C6C3C-8571-58BD-0E05-CB6382DBAC8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157" name="Text Box 53">
                    <a:extLst>
                      <a:ext uri="{FF2B5EF4-FFF2-40B4-BE49-F238E27FC236}">
                        <a16:creationId xmlns:a16="http://schemas.microsoft.com/office/drawing/2014/main" id="{4CA3E540-5A3E-8F2D-5666-FB15774FBA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158" name="Line 153">
                    <a:extLst>
                      <a:ext uri="{FF2B5EF4-FFF2-40B4-BE49-F238E27FC236}">
                        <a16:creationId xmlns:a16="http://schemas.microsoft.com/office/drawing/2014/main" id="{A4EEFE39-6630-5FF7-D95A-CDA32575D9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Text Box 154">
                    <a:extLst>
                      <a:ext uri="{FF2B5EF4-FFF2-40B4-BE49-F238E27FC236}">
                        <a16:creationId xmlns:a16="http://schemas.microsoft.com/office/drawing/2014/main" id="{2EAF9A5B-3DD1-5A07-EC18-08684B3D1C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39" name="Text Box 41">
                <a:extLst>
                  <a:ext uri="{FF2B5EF4-FFF2-40B4-BE49-F238E27FC236}">
                    <a16:creationId xmlns:a16="http://schemas.microsoft.com/office/drawing/2014/main" id="{2B7B24AF-A128-3E02-4AAD-1031A0DF772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7" name="Line 11">
              <a:extLst>
                <a:ext uri="{FF2B5EF4-FFF2-40B4-BE49-F238E27FC236}">
                  <a16:creationId xmlns:a16="http://schemas.microsoft.com/office/drawing/2014/main" id="{3E13C37C-3965-90B6-8865-ABC9C291F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50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504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(y variantes con un operando </a:t>
            </a:r>
            <a:r>
              <a:rPr lang="es-ES_tradnl" sz="1400" dirty="0" err="1">
                <a:latin typeface="Arial" panose="020B0604020202020204" pitchFamily="34" charset="0"/>
                <a:cs typeface="Arial" panose="020B0604020202020204" pitchFamily="34" charset="0"/>
              </a:rPr>
              <a:t>inmediado</a:t>
            </a:r>
            <a:r>
              <a:rPr lang="es-ES_tradnl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descodificadores,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7756063"/>
              </p:ext>
            </p:extLst>
          </p:nvPr>
        </p:nvGraphicFramePr>
        <p:xfrm>
          <a:off x="1055167" y="1022863"/>
          <a:ext cx="7765304" cy="29075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addi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62" name="Grupo 61">
            <a:extLst>
              <a:ext uri="{FF2B5EF4-FFF2-40B4-BE49-F238E27FC236}">
                <a16:creationId xmlns:a16="http://schemas.microsoft.com/office/drawing/2014/main" id="{6E4B6654-03FD-E312-D63D-CB1E89908434}"/>
              </a:ext>
            </a:extLst>
          </p:cNvPr>
          <p:cNvGrpSpPr/>
          <p:nvPr/>
        </p:nvGrpSpPr>
        <p:grpSpPr>
          <a:xfrm>
            <a:off x="1604666" y="4051837"/>
            <a:ext cx="5764068" cy="1180085"/>
            <a:chOff x="975305" y="4921594"/>
            <a:chExt cx="3345284" cy="753875"/>
          </a:xfrm>
        </p:grpSpPr>
        <p:grpSp>
          <p:nvGrpSpPr>
            <p:cNvPr id="160" name="Group 9">
              <a:extLst>
                <a:ext uri="{FF2B5EF4-FFF2-40B4-BE49-F238E27FC236}">
                  <a16:creationId xmlns:a16="http://schemas.microsoft.com/office/drawing/2014/main" id="{5D438B64-E1DA-0CEF-6202-0BD0866E87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3" name="Rectangle 10">
                <a:extLst>
                  <a:ext uri="{FF2B5EF4-FFF2-40B4-BE49-F238E27FC236}">
                    <a16:creationId xmlns:a16="http://schemas.microsoft.com/office/drawing/2014/main" id="{2FD9DE23-2EF4-3E87-BE2E-FADA71CAE4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64" name="Group 155">
                <a:extLst>
                  <a:ext uri="{FF2B5EF4-FFF2-40B4-BE49-F238E27FC236}">
                    <a16:creationId xmlns:a16="http://schemas.microsoft.com/office/drawing/2014/main" id="{CC6106FE-DD49-A9BC-F049-DF62A56961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65" name="Group 5">
                  <a:extLst>
                    <a:ext uri="{FF2B5EF4-FFF2-40B4-BE49-F238E27FC236}">
                      <a16:creationId xmlns:a16="http://schemas.microsoft.com/office/drawing/2014/main" id="{193AF118-EB1E-6C50-1D23-BFAEE52D8B1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83" name="Rectangle 6">
                    <a:extLst>
                      <a:ext uri="{FF2B5EF4-FFF2-40B4-BE49-F238E27FC236}">
                        <a16:creationId xmlns:a16="http://schemas.microsoft.com/office/drawing/2014/main" id="{1AA05786-E5E2-2B39-4B37-1F1932CC3CA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84" name="Group 7">
                    <a:extLst>
                      <a:ext uri="{FF2B5EF4-FFF2-40B4-BE49-F238E27FC236}">
                        <a16:creationId xmlns:a16="http://schemas.microsoft.com/office/drawing/2014/main" id="{059AC4AB-9789-6DF5-B00F-1645B9F0EE6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85" name="Line 9">
                      <a:extLst>
                        <a:ext uri="{FF2B5EF4-FFF2-40B4-BE49-F238E27FC236}">
                          <a16:creationId xmlns:a16="http://schemas.microsoft.com/office/drawing/2014/main" id="{173B525F-579F-496B-56FC-B6A9632FA37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10">
                      <a:extLst>
                        <a:ext uri="{FF2B5EF4-FFF2-40B4-BE49-F238E27FC236}">
                          <a16:creationId xmlns:a16="http://schemas.microsoft.com/office/drawing/2014/main" id="{D7F17CDA-7961-A0E2-611D-F3AF81F204F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11">
                      <a:extLst>
                        <a:ext uri="{FF2B5EF4-FFF2-40B4-BE49-F238E27FC236}">
                          <a16:creationId xmlns:a16="http://schemas.microsoft.com/office/drawing/2014/main" id="{CACC4F23-76F4-004F-8620-BEF26780C02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12">
                      <a:extLst>
                        <a:ext uri="{FF2B5EF4-FFF2-40B4-BE49-F238E27FC236}">
                          <a16:creationId xmlns:a16="http://schemas.microsoft.com/office/drawing/2014/main" id="{39036672-DF68-1A48-8696-D567A5F6EF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13">
                      <a:extLst>
                        <a:ext uri="{FF2B5EF4-FFF2-40B4-BE49-F238E27FC236}">
                          <a16:creationId xmlns:a16="http://schemas.microsoft.com/office/drawing/2014/main" id="{E3AE72FD-E1C1-6412-9A1C-159A3CBA27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14">
                      <a:extLst>
                        <a:ext uri="{FF2B5EF4-FFF2-40B4-BE49-F238E27FC236}">
                          <a16:creationId xmlns:a16="http://schemas.microsoft.com/office/drawing/2014/main" id="{8C17BF72-64A7-52EE-35EB-38DF8192D09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1" name="Line 15">
                      <a:extLst>
                        <a:ext uri="{FF2B5EF4-FFF2-40B4-BE49-F238E27FC236}">
                          <a16:creationId xmlns:a16="http://schemas.microsoft.com/office/drawing/2014/main" id="{698E3AC9-90CC-D811-D0EA-BDF8428149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2" name="Line 16">
                      <a:extLst>
                        <a:ext uri="{FF2B5EF4-FFF2-40B4-BE49-F238E27FC236}">
                          <a16:creationId xmlns:a16="http://schemas.microsoft.com/office/drawing/2014/main" id="{BBD7F8A8-0E95-C37E-401F-A8909AA62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3" name="Line 17">
                      <a:extLst>
                        <a:ext uri="{FF2B5EF4-FFF2-40B4-BE49-F238E27FC236}">
                          <a16:creationId xmlns:a16="http://schemas.microsoft.com/office/drawing/2014/main" id="{F849044F-E9D5-4A45-E0E4-F86CCB70C71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4" name="Line 18">
                      <a:extLst>
                        <a:ext uri="{FF2B5EF4-FFF2-40B4-BE49-F238E27FC236}">
                          <a16:creationId xmlns:a16="http://schemas.microsoft.com/office/drawing/2014/main" id="{DC4E827A-65E9-D8B1-C68C-CCA473CE63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9">
                      <a:extLst>
                        <a:ext uri="{FF2B5EF4-FFF2-40B4-BE49-F238E27FC236}">
                          <a16:creationId xmlns:a16="http://schemas.microsoft.com/office/drawing/2014/main" id="{623815BC-B853-EF86-898F-B0F301FE5E3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20">
                      <a:extLst>
                        <a:ext uri="{FF2B5EF4-FFF2-40B4-BE49-F238E27FC236}">
                          <a16:creationId xmlns:a16="http://schemas.microsoft.com/office/drawing/2014/main" id="{B7566927-5E78-6660-6B2B-974E3C06A4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21">
                      <a:extLst>
                        <a:ext uri="{FF2B5EF4-FFF2-40B4-BE49-F238E27FC236}">
                          <a16:creationId xmlns:a16="http://schemas.microsoft.com/office/drawing/2014/main" id="{D3BD8293-B68A-70FE-2E0F-F245B92A09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22">
                      <a:extLst>
                        <a:ext uri="{FF2B5EF4-FFF2-40B4-BE49-F238E27FC236}">
                          <a16:creationId xmlns:a16="http://schemas.microsoft.com/office/drawing/2014/main" id="{5B7AF5FF-2068-253C-EB20-54637F0080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23">
                      <a:extLst>
                        <a:ext uri="{FF2B5EF4-FFF2-40B4-BE49-F238E27FC236}">
                          <a16:creationId xmlns:a16="http://schemas.microsoft.com/office/drawing/2014/main" id="{855A60F3-7064-B593-E1BD-235AFC84DD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24">
                      <a:extLst>
                        <a:ext uri="{FF2B5EF4-FFF2-40B4-BE49-F238E27FC236}">
                          <a16:creationId xmlns:a16="http://schemas.microsoft.com/office/drawing/2014/main" id="{139E17FA-8A9E-06EC-B241-C768ED20311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25">
                      <a:extLst>
                        <a:ext uri="{FF2B5EF4-FFF2-40B4-BE49-F238E27FC236}">
                          <a16:creationId xmlns:a16="http://schemas.microsoft.com/office/drawing/2014/main" id="{0A1CFE12-FE93-C143-5CEC-6F68BD3C29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2" name="Line 26">
                      <a:extLst>
                        <a:ext uri="{FF2B5EF4-FFF2-40B4-BE49-F238E27FC236}">
                          <a16:creationId xmlns:a16="http://schemas.microsoft.com/office/drawing/2014/main" id="{69CA7D80-0929-D15A-A312-8E97C32648E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3" name="Line 27">
                      <a:extLst>
                        <a:ext uri="{FF2B5EF4-FFF2-40B4-BE49-F238E27FC236}">
                          <a16:creationId xmlns:a16="http://schemas.microsoft.com/office/drawing/2014/main" id="{AD8A0BFC-4C29-98B4-85B5-A98ECB07DAA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4" name="Line 28">
                      <a:extLst>
                        <a:ext uri="{FF2B5EF4-FFF2-40B4-BE49-F238E27FC236}">
                          <a16:creationId xmlns:a16="http://schemas.microsoft.com/office/drawing/2014/main" id="{ACD59252-7B5B-F68D-4A48-0CA384ABF3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5" name="Line 29">
                      <a:extLst>
                        <a:ext uri="{FF2B5EF4-FFF2-40B4-BE49-F238E27FC236}">
                          <a16:creationId xmlns:a16="http://schemas.microsoft.com/office/drawing/2014/main" id="{7E0CA678-F23E-D23D-D407-7EB0D4DEC9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6" name="Line 30">
                      <a:extLst>
                        <a:ext uri="{FF2B5EF4-FFF2-40B4-BE49-F238E27FC236}">
                          <a16:creationId xmlns:a16="http://schemas.microsoft.com/office/drawing/2014/main" id="{22BC0F2E-7960-2125-3AC2-0F1FE28EF8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7" name="Line 31">
                      <a:extLst>
                        <a:ext uri="{FF2B5EF4-FFF2-40B4-BE49-F238E27FC236}">
                          <a16:creationId xmlns:a16="http://schemas.microsoft.com/office/drawing/2014/main" id="{892186AC-597B-5B1E-1E66-C6DD886528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32">
                      <a:extLst>
                        <a:ext uri="{FF2B5EF4-FFF2-40B4-BE49-F238E27FC236}">
                          <a16:creationId xmlns:a16="http://schemas.microsoft.com/office/drawing/2014/main" id="{A3D0CE12-4A4C-4756-29BE-7780318DE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33">
                      <a:extLst>
                        <a:ext uri="{FF2B5EF4-FFF2-40B4-BE49-F238E27FC236}">
                          <a16:creationId xmlns:a16="http://schemas.microsoft.com/office/drawing/2014/main" id="{794C39B9-9BBF-BBA7-EF36-B6F54BE1F82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34">
                      <a:extLst>
                        <a:ext uri="{FF2B5EF4-FFF2-40B4-BE49-F238E27FC236}">
                          <a16:creationId xmlns:a16="http://schemas.microsoft.com/office/drawing/2014/main" id="{0B168285-3248-5B7B-A52D-228930772D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1" name="Line 35">
                      <a:extLst>
                        <a:ext uri="{FF2B5EF4-FFF2-40B4-BE49-F238E27FC236}">
                          <a16:creationId xmlns:a16="http://schemas.microsoft.com/office/drawing/2014/main" id="{21FC20DC-1762-99A8-09F5-D6BD3A905E3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2" name="Line 36">
                      <a:extLst>
                        <a:ext uri="{FF2B5EF4-FFF2-40B4-BE49-F238E27FC236}">
                          <a16:creationId xmlns:a16="http://schemas.microsoft.com/office/drawing/2014/main" id="{9AD1F202-ECDD-4379-AC23-DB4CC6B2BE0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37">
                      <a:extLst>
                        <a:ext uri="{FF2B5EF4-FFF2-40B4-BE49-F238E27FC236}">
                          <a16:creationId xmlns:a16="http://schemas.microsoft.com/office/drawing/2014/main" id="{80A79362-22BE-CC2C-0A2B-AA5593AFB0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38">
                      <a:extLst>
                        <a:ext uri="{FF2B5EF4-FFF2-40B4-BE49-F238E27FC236}">
                          <a16:creationId xmlns:a16="http://schemas.microsoft.com/office/drawing/2014/main" id="{7929D8E0-0F0A-DA35-9237-A3D4AE2C05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66" name="Line 39">
                  <a:extLst>
                    <a:ext uri="{FF2B5EF4-FFF2-40B4-BE49-F238E27FC236}">
                      <a16:creationId xmlns:a16="http://schemas.microsoft.com/office/drawing/2014/main" id="{0FC27DA3-DD24-DFB8-1812-85E7662CCB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7" name="Text Box 40">
                  <a:extLst>
                    <a:ext uri="{FF2B5EF4-FFF2-40B4-BE49-F238E27FC236}">
                      <a16:creationId xmlns:a16="http://schemas.microsoft.com/office/drawing/2014/main" id="{5C3796A8-5854-96EE-0338-D507A1D110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8" name="Text Box 41">
                  <a:extLst>
                    <a:ext uri="{FF2B5EF4-FFF2-40B4-BE49-F238E27FC236}">
                      <a16:creationId xmlns:a16="http://schemas.microsoft.com/office/drawing/2014/main" id="{2B0C767E-B8BF-9E25-8914-AE421529E2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69" name="Line 42">
                  <a:extLst>
                    <a:ext uri="{FF2B5EF4-FFF2-40B4-BE49-F238E27FC236}">
                      <a16:creationId xmlns:a16="http://schemas.microsoft.com/office/drawing/2014/main" id="{0EFDF40E-0A96-C3C3-D37C-0B03DDD6F7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0" name="Line 43">
                  <a:extLst>
                    <a:ext uri="{FF2B5EF4-FFF2-40B4-BE49-F238E27FC236}">
                      <a16:creationId xmlns:a16="http://schemas.microsoft.com/office/drawing/2014/main" id="{E4486593-2D28-F2B6-C336-FE4FDA8113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1" name="Line 44">
                  <a:extLst>
                    <a:ext uri="{FF2B5EF4-FFF2-40B4-BE49-F238E27FC236}">
                      <a16:creationId xmlns:a16="http://schemas.microsoft.com/office/drawing/2014/main" id="{91371554-9188-A673-4815-A14D539F03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2" name="Text Box 45">
                  <a:extLst>
                    <a:ext uri="{FF2B5EF4-FFF2-40B4-BE49-F238E27FC236}">
                      <a16:creationId xmlns:a16="http://schemas.microsoft.com/office/drawing/2014/main" id="{931C1FC8-EDC9-1787-1DDD-E9A1B55B13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73" name="Text Box 46">
                  <a:extLst>
                    <a:ext uri="{FF2B5EF4-FFF2-40B4-BE49-F238E27FC236}">
                      <a16:creationId xmlns:a16="http://schemas.microsoft.com/office/drawing/2014/main" id="{53009E71-2514-91FB-7D28-1B7631F7E7F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74" name="Text Box 47">
                  <a:extLst>
                    <a:ext uri="{FF2B5EF4-FFF2-40B4-BE49-F238E27FC236}">
                      <a16:creationId xmlns:a16="http://schemas.microsoft.com/office/drawing/2014/main" id="{516B8947-C1CD-5C3C-9181-44226E99FB0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Text Box 48">
                  <a:extLst>
                    <a:ext uri="{FF2B5EF4-FFF2-40B4-BE49-F238E27FC236}">
                      <a16:creationId xmlns:a16="http://schemas.microsoft.com/office/drawing/2014/main" id="{D4B11652-FD4A-DFB4-8395-F188D0F66C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76" name="Text Box 49">
                  <a:extLst>
                    <a:ext uri="{FF2B5EF4-FFF2-40B4-BE49-F238E27FC236}">
                      <a16:creationId xmlns:a16="http://schemas.microsoft.com/office/drawing/2014/main" id="{E5449B6E-6E6A-131B-BD46-44E77F79B8B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7" name="Text Box 50">
                  <a:extLst>
                    <a:ext uri="{FF2B5EF4-FFF2-40B4-BE49-F238E27FC236}">
                      <a16:creationId xmlns:a16="http://schemas.microsoft.com/office/drawing/2014/main" id="{048543B3-A372-2B2D-5A11-9DF985CCA2C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78" name="Text Box 51">
                  <a:extLst>
                    <a:ext uri="{FF2B5EF4-FFF2-40B4-BE49-F238E27FC236}">
                      <a16:creationId xmlns:a16="http://schemas.microsoft.com/office/drawing/2014/main" id="{4B7C6952-1FB0-FBA7-8920-14C82F1AC45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9" name="Text Box 52">
                  <a:extLst>
                    <a:ext uri="{FF2B5EF4-FFF2-40B4-BE49-F238E27FC236}">
                      <a16:creationId xmlns:a16="http://schemas.microsoft.com/office/drawing/2014/main" id="{89B26F76-8DDD-E9B4-37D2-3CB10E2490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80" name="Text Box 53">
                  <a:extLst>
                    <a:ext uri="{FF2B5EF4-FFF2-40B4-BE49-F238E27FC236}">
                      <a16:creationId xmlns:a16="http://schemas.microsoft.com/office/drawing/2014/main" id="{E07F1990-0284-1BF6-D9DE-BDBF573C7E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81" name="Line 153">
                  <a:extLst>
                    <a:ext uri="{FF2B5EF4-FFF2-40B4-BE49-F238E27FC236}">
                      <a16:creationId xmlns:a16="http://schemas.microsoft.com/office/drawing/2014/main" id="{58BFC7D5-831F-470D-1D46-C6777D62A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2" name="Text Box 154">
                  <a:extLst>
                    <a:ext uri="{FF2B5EF4-FFF2-40B4-BE49-F238E27FC236}">
                      <a16:creationId xmlns:a16="http://schemas.microsoft.com/office/drawing/2014/main" id="{5216E62A-962C-5824-4139-A6C0E0B1B40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61" name="Text Box 41">
              <a:extLst>
                <a:ext uri="{FF2B5EF4-FFF2-40B4-BE49-F238E27FC236}">
                  <a16:creationId xmlns:a16="http://schemas.microsoft.com/office/drawing/2014/main" id="{6595F46C-819C-6D5A-EFB0-84F1D93153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2" name="Line 11">
              <a:extLst>
                <a:ext uri="{FF2B5EF4-FFF2-40B4-BE49-F238E27FC236}">
                  <a16:creationId xmlns:a16="http://schemas.microsoft.com/office/drawing/2014/main" id="{60C68093-2B92-2F8C-3C3D-F270F35D17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15" name="Grupo 214">
            <a:extLst>
              <a:ext uri="{FF2B5EF4-FFF2-40B4-BE49-F238E27FC236}">
                <a16:creationId xmlns:a16="http://schemas.microsoft.com/office/drawing/2014/main" id="{5D7E0C38-440C-A99D-CE93-1CF969BD60E5}"/>
              </a:ext>
            </a:extLst>
          </p:cNvPr>
          <p:cNvGrpSpPr/>
          <p:nvPr/>
        </p:nvGrpSpPr>
        <p:grpSpPr>
          <a:xfrm>
            <a:off x="2051720" y="4462308"/>
            <a:ext cx="5788979" cy="1308452"/>
            <a:chOff x="5564455" y="4243453"/>
            <a:chExt cx="3387406" cy="878363"/>
          </a:xfrm>
        </p:grpSpPr>
        <p:grpSp>
          <p:nvGrpSpPr>
            <p:cNvPr id="216" name="Grupo 215">
              <a:extLst>
                <a:ext uri="{FF2B5EF4-FFF2-40B4-BE49-F238E27FC236}">
                  <a16:creationId xmlns:a16="http://schemas.microsoft.com/office/drawing/2014/main" id="{B831E43C-29F5-8F5C-33C2-3D2DC1C93361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218" name="Group 9">
                <a:extLst>
                  <a:ext uri="{FF2B5EF4-FFF2-40B4-BE49-F238E27FC236}">
                    <a16:creationId xmlns:a16="http://schemas.microsoft.com/office/drawing/2014/main" id="{9153A5AB-FA05-BDDF-7CC2-E7F0199DD1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220" name="Rectangle 10">
                  <a:extLst>
                    <a:ext uri="{FF2B5EF4-FFF2-40B4-BE49-F238E27FC236}">
                      <a16:creationId xmlns:a16="http://schemas.microsoft.com/office/drawing/2014/main" id="{0F8B023D-02ED-D0DD-A469-BE9C5825D3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1" name="Group 155">
                  <a:extLst>
                    <a:ext uri="{FF2B5EF4-FFF2-40B4-BE49-F238E27FC236}">
                      <a16:creationId xmlns:a16="http://schemas.microsoft.com/office/drawing/2014/main" id="{0519B2BD-940D-0D3A-0BEA-6E01D711932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222" name="Text Box 154">
                    <a:extLst>
                      <a:ext uri="{FF2B5EF4-FFF2-40B4-BE49-F238E27FC236}">
                        <a16:creationId xmlns:a16="http://schemas.microsoft.com/office/drawing/2014/main" id="{5251EBF6-2848-65F7-535D-74D2671C813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23" name="Group 5">
                    <a:extLst>
                      <a:ext uri="{FF2B5EF4-FFF2-40B4-BE49-F238E27FC236}">
                        <a16:creationId xmlns:a16="http://schemas.microsoft.com/office/drawing/2014/main" id="{598D6017-0C78-579D-7F92-7A3260BA8A8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37" name="Rectangle 6">
                      <a:extLst>
                        <a:ext uri="{FF2B5EF4-FFF2-40B4-BE49-F238E27FC236}">
                          <a16:creationId xmlns:a16="http://schemas.microsoft.com/office/drawing/2014/main" id="{8A854E71-219C-53EB-A6E5-67DF83C4021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38" name="Group 7">
                      <a:extLst>
                        <a:ext uri="{FF2B5EF4-FFF2-40B4-BE49-F238E27FC236}">
                          <a16:creationId xmlns:a16="http://schemas.microsoft.com/office/drawing/2014/main" id="{25E44CCD-EDAF-A206-E7D0-B3D190B803D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39" name="Line 9">
                        <a:extLst>
                          <a:ext uri="{FF2B5EF4-FFF2-40B4-BE49-F238E27FC236}">
                            <a16:creationId xmlns:a16="http://schemas.microsoft.com/office/drawing/2014/main" id="{84E3CCA5-56A2-3176-FA37-41144B7D51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0" name="Line 10">
                        <a:extLst>
                          <a:ext uri="{FF2B5EF4-FFF2-40B4-BE49-F238E27FC236}">
                            <a16:creationId xmlns:a16="http://schemas.microsoft.com/office/drawing/2014/main" id="{39CC0474-C8F9-01DE-CC45-41400AE8EE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1" name="Line 11">
                        <a:extLst>
                          <a:ext uri="{FF2B5EF4-FFF2-40B4-BE49-F238E27FC236}">
                            <a16:creationId xmlns:a16="http://schemas.microsoft.com/office/drawing/2014/main" id="{78023A61-382F-4BB5-3708-72B27431E10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2" name="Line 12">
                        <a:extLst>
                          <a:ext uri="{FF2B5EF4-FFF2-40B4-BE49-F238E27FC236}">
                            <a16:creationId xmlns:a16="http://schemas.microsoft.com/office/drawing/2014/main" id="{C0683AA2-C172-749C-E8F1-99F51D67E3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3" name="Line 13">
                        <a:extLst>
                          <a:ext uri="{FF2B5EF4-FFF2-40B4-BE49-F238E27FC236}">
                            <a16:creationId xmlns:a16="http://schemas.microsoft.com/office/drawing/2014/main" id="{C9C7B54B-2288-02F2-5EC4-C2F261D8D84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4" name="Line 14">
                        <a:extLst>
                          <a:ext uri="{FF2B5EF4-FFF2-40B4-BE49-F238E27FC236}">
                            <a16:creationId xmlns:a16="http://schemas.microsoft.com/office/drawing/2014/main" id="{E821234F-E6E4-3858-24FC-1BFF9E4A1EF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5" name="Line 15">
                        <a:extLst>
                          <a:ext uri="{FF2B5EF4-FFF2-40B4-BE49-F238E27FC236}">
                            <a16:creationId xmlns:a16="http://schemas.microsoft.com/office/drawing/2014/main" id="{FB9FDDFE-294B-EA5F-31B7-8047AB249C5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6" name="Line 16">
                        <a:extLst>
                          <a:ext uri="{FF2B5EF4-FFF2-40B4-BE49-F238E27FC236}">
                            <a16:creationId xmlns:a16="http://schemas.microsoft.com/office/drawing/2014/main" id="{87BDFFC8-7B88-C1B9-79D6-A1A1B713DD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7" name="Line 17">
                        <a:extLst>
                          <a:ext uri="{FF2B5EF4-FFF2-40B4-BE49-F238E27FC236}">
                            <a16:creationId xmlns:a16="http://schemas.microsoft.com/office/drawing/2014/main" id="{BAFBBEB5-B022-BB1A-FB3F-C887E304C2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8" name="Line 18">
                        <a:extLst>
                          <a:ext uri="{FF2B5EF4-FFF2-40B4-BE49-F238E27FC236}">
                            <a16:creationId xmlns:a16="http://schemas.microsoft.com/office/drawing/2014/main" id="{4E6F12B7-3CB3-5007-781C-F308CB4E8C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9" name="Line 19">
                        <a:extLst>
                          <a:ext uri="{FF2B5EF4-FFF2-40B4-BE49-F238E27FC236}">
                            <a16:creationId xmlns:a16="http://schemas.microsoft.com/office/drawing/2014/main" id="{EB7F3FBD-B1CD-4547-8E1B-EA9D6F8BCB0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0" name="Line 20">
                        <a:extLst>
                          <a:ext uri="{FF2B5EF4-FFF2-40B4-BE49-F238E27FC236}">
                            <a16:creationId xmlns:a16="http://schemas.microsoft.com/office/drawing/2014/main" id="{E0E649E4-E819-5163-6FCE-709A15B4A9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1" name="Line 21">
                        <a:extLst>
                          <a:ext uri="{FF2B5EF4-FFF2-40B4-BE49-F238E27FC236}">
                            <a16:creationId xmlns:a16="http://schemas.microsoft.com/office/drawing/2014/main" id="{2CA1BEEC-ACD6-7D1E-2A70-9FB565A857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2" name="Line 22">
                        <a:extLst>
                          <a:ext uri="{FF2B5EF4-FFF2-40B4-BE49-F238E27FC236}">
                            <a16:creationId xmlns:a16="http://schemas.microsoft.com/office/drawing/2014/main" id="{F2AA2C63-105D-1107-D19E-0F6DE58AF25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3" name="Line 23">
                        <a:extLst>
                          <a:ext uri="{FF2B5EF4-FFF2-40B4-BE49-F238E27FC236}">
                            <a16:creationId xmlns:a16="http://schemas.microsoft.com/office/drawing/2014/main" id="{9FDFB48E-AF73-D573-289D-0DB62D31F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4" name="Line 24">
                        <a:extLst>
                          <a:ext uri="{FF2B5EF4-FFF2-40B4-BE49-F238E27FC236}">
                            <a16:creationId xmlns:a16="http://schemas.microsoft.com/office/drawing/2014/main" id="{12FDDD0C-5FD0-1C79-ADCA-59B59C0E6C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5" name="Line 25">
                        <a:extLst>
                          <a:ext uri="{FF2B5EF4-FFF2-40B4-BE49-F238E27FC236}">
                            <a16:creationId xmlns:a16="http://schemas.microsoft.com/office/drawing/2014/main" id="{7C752285-FFFC-AA64-E5F4-F01B34EAD6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6" name="Line 26">
                        <a:extLst>
                          <a:ext uri="{FF2B5EF4-FFF2-40B4-BE49-F238E27FC236}">
                            <a16:creationId xmlns:a16="http://schemas.microsoft.com/office/drawing/2014/main" id="{A95363E3-3B03-C704-3C4F-D6A01E4288F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7" name="Line 27">
                        <a:extLst>
                          <a:ext uri="{FF2B5EF4-FFF2-40B4-BE49-F238E27FC236}">
                            <a16:creationId xmlns:a16="http://schemas.microsoft.com/office/drawing/2014/main" id="{E0179230-F5B8-A806-0C07-5969845628A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8" name="Line 28">
                        <a:extLst>
                          <a:ext uri="{FF2B5EF4-FFF2-40B4-BE49-F238E27FC236}">
                            <a16:creationId xmlns:a16="http://schemas.microsoft.com/office/drawing/2014/main" id="{07D9E367-C026-D112-B366-E30764E5F73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9" name="Line 29">
                        <a:extLst>
                          <a:ext uri="{FF2B5EF4-FFF2-40B4-BE49-F238E27FC236}">
                            <a16:creationId xmlns:a16="http://schemas.microsoft.com/office/drawing/2014/main" id="{7B43BA60-281A-C5F9-DB90-B6435E6539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0" name="Line 30">
                        <a:extLst>
                          <a:ext uri="{FF2B5EF4-FFF2-40B4-BE49-F238E27FC236}">
                            <a16:creationId xmlns:a16="http://schemas.microsoft.com/office/drawing/2014/main" id="{89FDF7E8-ACC4-0F55-232D-C5ACFB1C57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1" name="Line 31">
                        <a:extLst>
                          <a:ext uri="{FF2B5EF4-FFF2-40B4-BE49-F238E27FC236}">
                            <a16:creationId xmlns:a16="http://schemas.microsoft.com/office/drawing/2014/main" id="{D0FA7FDE-628C-95DA-B8EB-6B7C5F87EB2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2" name="Line 32">
                        <a:extLst>
                          <a:ext uri="{FF2B5EF4-FFF2-40B4-BE49-F238E27FC236}">
                            <a16:creationId xmlns:a16="http://schemas.microsoft.com/office/drawing/2014/main" id="{341B5C6C-B0F2-DA43-BF5F-AAEE7FF666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3" name="Line 33">
                        <a:extLst>
                          <a:ext uri="{FF2B5EF4-FFF2-40B4-BE49-F238E27FC236}">
                            <a16:creationId xmlns:a16="http://schemas.microsoft.com/office/drawing/2014/main" id="{68EC46FE-CDF3-3F09-BF39-5BD883FF0B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4" name="Line 34">
                        <a:extLst>
                          <a:ext uri="{FF2B5EF4-FFF2-40B4-BE49-F238E27FC236}">
                            <a16:creationId xmlns:a16="http://schemas.microsoft.com/office/drawing/2014/main" id="{4E106BEC-CF91-1C96-2B30-60DC4A3A663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5" name="Line 35">
                        <a:extLst>
                          <a:ext uri="{FF2B5EF4-FFF2-40B4-BE49-F238E27FC236}">
                            <a16:creationId xmlns:a16="http://schemas.microsoft.com/office/drawing/2014/main" id="{831ECAC2-1B5E-E272-D044-95B12E9478F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6" name="Line 36">
                        <a:extLst>
                          <a:ext uri="{FF2B5EF4-FFF2-40B4-BE49-F238E27FC236}">
                            <a16:creationId xmlns:a16="http://schemas.microsoft.com/office/drawing/2014/main" id="{CA41E058-2017-A53E-019D-DDEB0B2269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7" name="Line 37">
                        <a:extLst>
                          <a:ext uri="{FF2B5EF4-FFF2-40B4-BE49-F238E27FC236}">
                            <a16:creationId xmlns:a16="http://schemas.microsoft.com/office/drawing/2014/main" id="{73BC9E37-6A2B-05DB-038C-6E6C055D659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8" name="Line 38">
                        <a:extLst>
                          <a:ext uri="{FF2B5EF4-FFF2-40B4-BE49-F238E27FC236}">
                            <a16:creationId xmlns:a16="http://schemas.microsoft.com/office/drawing/2014/main" id="{6CCF6913-7200-A96B-2617-CE2E5AF78A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24" name="Text Box 40">
                    <a:extLst>
                      <a:ext uri="{FF2B5EF4-FFF2-40B4-BE49-F238E27FC236}">
                        <a16:creationId xmlns:a16="http://schemas.microsoft.com/office/drawing/2014/main" id="{DB90BAB4-AEE0-A6C3-E461-9E59D851FDE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225" name="Text Box 41">
                    <a:extLst>
                      <a:ext uri="{FF2B5EF4-FFF2-40B4-BE49-F238E27FC236}">
                        <a16:creationId xmlns:a16="http://schemas.microsoft.com/office/drawing/2014/main" id="{080A2214-9212-D6A6-D97F-5A89517006A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26" name="Line 42">
                    <a:extLst>
                      <a:ext uri="{FF2B5EF4-FFF2-40B4-BE49-F238E27FC236}">
                        <a16:creationId xmlns:a16="http://schemas.microsoft.com/office/drawing/2014/main" id="{45661C0A-D4A0-3E89-E3BA-67740779F8B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7" name="Line 43">
                    <a:extLst>
                      <a:ext uri="{FF2B5EF4-FFF2-40B4-BE49-F238E27FC236}">
                        <a16:creationId xmlns:a16="http://schemas.microsoft.com/office/drawing/2014/main" id="{4E9DC290-731E-EDC8-6B9C-9018E44283B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27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8" name="Line 44">
                    <a:extLst>
                      <a:ext uri="{FF2B5EF4-FFF2-40B4-BE49-F238E27FC236}">
                        <a16:creationId xmlns:a16="http://schemas.microsoft.com/office/drawing/2014/main" id="{C8E9C999-3427-F3AC-9CE0-DFF756628CD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9" name="Text Box 46">
                    <a:extLst>
                      <a:ext uri="{FF2B5EF4-FFF2-40B4-BE49-F238E27FC236}">
                        <a16:creationId xmlns:a16="http://schemas.microsoft.com/office/drawing/2014/main" id="{070A69DF-EFF3-1381-929B-7453538BDB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30" name="Text Box 47">
                    <a:extLst>
                      <a:ext uri="{FF2B5EF4-FFF2-40B4-BE49-F238E27FC236}">
                        <a16:creationId xmlns:a16="http://schemas.microsoft.com/office/drawing/2014/main" id="{41C8DFB6-DA93-3403-8B09-8C1512FE5C9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1" name="Text Box 48">
                    <a:extLst>
                      <a:ext uri="{FF2B5EF4-FFF2-40B4-BE49-F238E27FC236}">
                        <a16:creationId xmlns:a16="http://schemas.microsoft.com/office/drawing/2014/main" id="{1F2C09F0-E3D1-BF44-5391-F28D06C2F8D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32" name="Text Box 50">
                    <a:extLst>
                      <a:ext uri="{FF2B5EF4-FFF2-40B4-BE49-F238E27FC236}">
                        <a16:creationId xmlns:a16="http://schemas.microsoft.com/office/drawing/2014/main" id="{8512383B-82F0-C55B-04AD-7FFA524DEB7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33" name="Text Box 51">
                    <a:extLst>
                      <a:ext uri="{FF2B5EF4-FFF2-40B4-BE49-F238E27FC236}">
                        <a16:creationId xmlns:a16="http://schemas.microsoft.com/office/drawing/2014/main" id="{39E4D25C-EDF9-9EB4-AFB9-426B7903E17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34" name="Text Box 52">
                    <a:extLst>
                      <a:ext uri="{FF2B5EF4-FFF2-40B4-BE49-F238E27FC236}">
                        <a16:creationId xmlns:a16="http://schemas.microsoft.com/office/drawing/2014/main" id="{2CB7062B-6858-CDB1-96C7-88E044D8D19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35" name="Text Box 53">
                    <a:extLst>
                      <a:ext uri="{FF2B5EF4-FFF2-40B4-BE49-F238E27FC236}">
                        <a16:creationId xmlns:a16="http://schemas.microsoft.com/office/drawing/2014/main" id="{F3C5A240-A0A8-BABD-B0E2-D026942D89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36" name="Line 153">
                    <a:extLst>
                      <a:ext uri="{FF2B5EF4-FFF2-40B4-BE49-F238E27FC236}">
                        <a16:creationId xmlns:a16="http://schemas.microsoft.com/office/drawing/2014/main" id="{6F5C23B0-04E0-8BF4-6810-431E8DCAE7C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9" name="Line 11">
                <a:extLst>
                  <a:ext uri="{FF2B5EF4-FFF2-40B4-BE49-F238E27FC236}">
                    <a16:creationId xmlns:a16="http://schemas.microsoft.com/office/drawing/2014/main" id="{11C891AA-08CA-6340-F535-77266E67C9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17" name="Text Box 41">
              <a:extLst>
                <a:ext uri="{FF2B5EF4-FFF2-40B4-BE49-F238E27FC236}">
                  <a16:creationId xmlns:a16="http://schemas.microsoft.com/office/drawing/2014/main" id="{F09BAD1A-12F5-0064-839B-7DE4DE0A9A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83" name="Grupo 382">
            <a:extLst>
              <a:ext uri="{FF2B5EF4-FFF2-40B4-BE49-F238E27FC236}">
                <a16:creationId xmlns:a16="http://schemas.microsoft.com/office/drawing/2014/main" id="{2417C3C5-5F69-705D-AAA1-B98241E3A7B2}"/>
              </a:ext>
            </a:extLst>
          </p:cNvPr>
          <p:cNvGrpSpPr/>
          <p:nvPr/>
        </p:nvGrpSpPr>
        <p:grpSpPr>
          <a:xfrm>
            <a:off x="2556871" y="4932157"/>
            <a:ext cx="5759545" cy="1509183"/>
            <a:chOff x="3109309" y="5917229"/>
            <a:chExt cx="3345284" cy="996251"/>
          </a:xfrm>
        </p:grpSpPr>
        <p:grpSp>
          <p:nvGrpSpPr>
            <p:cNvPr id="384" name="Grupo 383">
              <a:extLst>
                <a:ext uri="{FF2B5EF4-FFF2-40B4-BE49-F238E27FC236}">
                  <a16:creationId xmlns:a16="http://schemas.microsoft.com/office/drawing/2014/main" id="{F23C4B39-C762-7BA3-D44F-AD62B4D2FA66}"/>
                </a:ext>
              </a:extLst>
            </p:cNvPr>
            <p:cNvGrpSpPr/>
            <p:nvPr/>
          </p:nvGrpSpPr>
          <p:grpSpPr>
            <a:xfrm>
              <a:off x="3109309" y="5917229"/>
              <a:ext cx="3345284" cy="996251"/>
              <a:chOff x="3109309" y="5917229"/>
              <a:chExt cx="3345284" cy="996251"/>
            </a:xfrm>
          </p:grpSpPr>
          <p:grpSp>
            <p:nvGrpSpPr>
              <p:cNvPr id="386" name="Group 9">
                <a:extLst>
                  <a:ext uri="{FF2B5EF4-FFF2-40B4-BE49-F238E27FC236}">
                    <a16:creationId xmlns:a16="http://schemas.microsoft.com/office/drawing/2014/main" id="{C476E488-61F6-2323-252F-29EE462261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29"/>
                <a:ext cx="3345284" cy="996251"/>
                <a:chOff x="143" y="692"/>
                <a:chExt cx="2545" cy="596"/>
              </a:xfrm>
            </p:grpSpPr>
            <p:sp>
              <p:nvSpPr>
                <p:cNvPr id="388" name="Rectangle 10">
                  <a:extLst>
                    <a:ext uri="{FF2B5EF4-FFF2-40B4-BE49-F238E27FC236}">
                      <a16:creationId xmlns:a16="http://schemas.microsoft.com/office/drawing/2014/main" id="{0A1097E5-EAA7-39CB-2DE8-1B211ACD3C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389" name="Group 155">
                  <a:extLst>
                    <a:ext uri="{FF2B5EF4-FFF2-40B4-BE49-F238E27FC236}">
                      <a16:creationId xmlns:a16="http://schemas.microsoft.com/office/drawing/2014/main" id="{6A72143E-2805-93D0-5AD7-458AAFC2C3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2"/>
                  <a:ext cx="2519" cy="536"/>
                  <a:chOff x="1168" y="1269"/>
                  <a:chExt cx="3246" cy="879"/>
                </a:xfrm>
              </p:grpSpPr>
              <p:grpSp>
                <p:nvGrpSpPr>
                  <p:cNvPr id="390" name="Group 5">
                    <a:extLst>
                      <a:ext uri="{FF2B5EF4-FFF2-40B4-BE49-F238E27FC236}">
                        <a16:creationId xmlns:a16="http://schemas.microsoft.com/office/drawing/2014/main" id="{82B9596E-8C74-CB8C-7FDB-274FA220C7B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08" name="Rectangle 6">
                      <a:extLst>
                        <a:ext uri="{FF2B5EF4-FFF2-40B4-BE49-F238E27FC236}">
                          <a16:creationId xmlns:a16="http://schemas.microsoft.com/office/drawing/2014/main" id="{C612FE4B-EF43-449F-AB95-26180AFD679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09" name="Group 7">
                      <a:extLst>
                        <a:ext uri="{FF2B5EF4-FFF2-40B4-BE49-F238E27FC236}">
                          <a16:creationId xmlns:a16="http://schemas.microsoft.com/office/drawing/2014/main" id="{043F8C21-E30C-B557-E4BB-EDBF9A2ADEA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10" name="Line 9">
                        <a:extLst>
                          <a:ext uri="{FF2B5EF4-FFF2-40B4-BE49-F238E27FC236}">
                            <a16:creationId xmlns:a16="http://schemas.microsoft.com/office/drawing/2014/main" id="{F670B546-A1CC-0003-5C53-0158E93109B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1" name="Line 10">
                        <a:extLst>
                          <a:ext uri="{FF2B5EF4-FFF2-40B4-BE49-F238E27FC236}">
                            <a16:creationId xmlns:a16="http://schemas.microsoft.com/office/drawing/2014/main" id="{851BF335-1677-D4B0-62CD-66C887C9DDD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2" name="Line 11">
                        <a:extLst>
                          <a:ext uri="{FF2B5EF4-FFF2-40B4-BE49-F238E27FC236}">
                            <a16:creationId xmlns:a16="http://schemas.microsoft.com/office/drawing/2014/main" id="{941DB029-EEBB-9B6E-0C3F-FC846CCD5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3" name="Line 12">
                        <a:extLst>
                          <a:ext uri="{FF2B5EF4-FFF2-40B4-BE49-F238E27FC236}">
                            <a16:creationId xmlns:a16="http://schemas.microsoft.com/office/drawing/2014/main" id="{9C1286F1-EFE5-FAAF-45A1-8AA23539D5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4" name="Line 13">
                        <a:extLst>
                          <a:ext uri="{FF2B5EF4-FFF2-40B4-BE49-F238E27FC236}">
                            <a16:creationId xmlns:a16="http://schemas.microsoft.com/office/drawing/2014/main" id="{E5CF721E-24F3-E247-2265-3B489B7383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5" name="Line 14">
                        <a:extLst>
                          <a:ext uri="{FF2B5EF4-FFF2-40B4-BE49-F238E27FC236}">
                            <a16:creationId xmlns:a16="http://schemas.microsoft.com/office/drawing/2014/main" id="{54BCC7D0-B63B-BE5F-0657-681347A161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6" name="Line 15">
                        <a:extLst>
                          <a:ext uri="{FF2B5EF4-FFF2-40B4-BE49-F238E27FC236}">
                            <a16:creationId xmlns:a16="http://schemas.microsoft.com/office/drawing/2014/main" id="{804F1E9C-15D0-E191-F568-196DDC84A3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7" name="Line 16">
                        <a:extLst>
                          <a:ext uri="{FF2B5EF4-FFF2-40B4-BE49-F238E27FC236}">
                            <a16:creationId xmlns:a16="http://schemas.microsoft.com/office/drawing/2014/main" id="{02F16C0D-1A6C-3ACE-719D-F9F7E464F5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8" name="Line 17">
                        <a:extLst>
                          <a:ext uri="{FF2B5EF4-FFF2-40B4-BE49-F238E27FC236}">
                            <a16:creationId xmlns:a16="http://schemas.microsoft.com/office/drawing/2014/main" id="{EF7D8DCF-8741-525B-1E00-89AC18625C2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9" name="Line 18">
                        <a:extLst>
                          <a:ext uri="{FF2B5EF4-FFF2-40B4-BE49-F238E27FC236}">
                            <a16:creationId xmlns:a16="http://schemas.microsoft.com/office/drawing/2014/main" id="{0D36FE0E-7441-2CB5-B115-BA1DE3A9C1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0" name="Line 19">
                        <a:extLst>
                          <a:ext uri="{FF2B5EF4-FFF2-40B4-BE49-F238E27FC236}">
                            <a16:creationId xmlns:a16="http://schemas.microsoft.com/office/drawing/2014/main" id="{DE9019B3-93A9-0730-25F6-7E782857ACF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1" name="Line 20">
                        <a:extLst>
                          <a:ext uri="{FF2B5EF4-FFF2-40B4-BE49-F238E27FC236}">
                            <a16:creationId xmlns:a16="http://schemas.microsoft.com/office/drawing/2014/main" id="{D83212BE-2D60-F5E1-6E4B-133D090EE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2" name="Line 21">
                        <a:extLst>
                          <a:ext uri="{FF2B5EF4-FFF2-40B4-BE49-F238E27FC236}">
                            <a16:creationId xmlns:a16="http://schemas.microsoft.com/office/drawing/2014/main" id="{2627FC18-A220-D606-77D1-6988AD6600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3" name="Line 22">
                        <a:extLst>
                          <a:ext uri="{FF2B5EF4-FFF2-40B4-BE49-F238E27FC236}">
                            <a16:creationId xmlns:a16="http://schemas.microsoft.com/office/drawing/2014/main" id="{7E635174-C003-523A-C9DA-31FB1BDFE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4" name="Line 23">
                        <a:extLst>
                          <a:ext uri="{FF2B5EF4-FFF2-40B4-BE49-F238E27FC236}">
                            <a16:creationId xmlns:a16="http://schemas.microsoft.com/office/drawing/2014/main" id="{A4948275-BB8E-7795-A167-1EF558CCAA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5" name="Line 24">
                        <a:extLst>
                          <a:ext uri="{FF2B5EF4-FFF2-40B4-BE49-F238E27FC236}">
                            <a16:creationId xmlns:a16="http://schemas.microsoft.com/office/drawing/2014/main" id="{AB0CEF98-C7EC-6EDE-EC62-509D689BA6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6" name="Line 25">
                        <a:extLst>
                          <a:ext uri="{FF2B5EF4-FFF2-40B4-BE49-F238E27FC236}">
                            <a16:creationId xmlns:a16="http://schemas.microsoft.com/office/drawing/2014/main" id="{2D2425FB-50CF-F2D2-538A-741D7A66E3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7" name="Line 26">
                        <a:extLst>
                          <a:ext uri="{FF2B5EF4-FFF2-40B4-BE49-F238E27FC236}">
                            <a16:creationId xmlns:a16="http://schemas.microsoft.com/office/drawing/2014/main" id="{F999D448-3CE0-F2EC-7F25-9FA543F2E9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8" name="Line 27">
                        <a:extLst>
                          <a:ext uri="{FF2B5EF4-FFF2-40B4-BE49-F238E27FC236}">
                            <a16:creationId xmlns:a16="http://schemas.microsoft.com/office/drawing/2014/main" id="{1F7BE0BE-3FC8-EAA1-C15A-85710A4D06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9" name="Line 28">
                        <a:extLst>
                          <a:ext uri="{FF2B5EF4-FFF2-40B4-BE49-F238E27FC236}">
                            <a16:creationId xmlns:a16="http://schemas.microsoft.com/office/drawing/2014/main" id="{FF073DF4-D1CE-DD0E-BA6A-0CDBEE25CB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0" name="Line 29">
                        <a:extLst>
                          <a:ext uri="{FF2B5EF4-FFF2-40B4-BE49-F238E27FC236}">
                            <a16:creationId xmlns:a16="http://schemas.microsoft.com/office/drawing/2014/main" id="{34FAAF64-2830-A90E-91F2-06EB0DDD6F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1" name="Line 30">
                        <a:extLst>
                          <a:ext uri="{FF2B5EF4-FFF2-40B4-BE49-F238E27FC236}">
                            <a16:creationId xmlns:a16="http://schemas.microsoft.com/office/drawing/2014/main" id="{E5C3455E-7B6B-E361-BBB0-61CB399443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2" name="Line 31">
                        <a:extLst>
                          <a:ext uri="{FF2B5EF4-FFF2-40B4-BE49-F238E27FC236}">
                            <a16:creationId xmlns:a16="http://schemas.microsoft.com/office/drawing/2014/main" id="{AE44A79E-10D2-173D-0BC6-27911FDF9EE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3" name="Line 32">
                        <a:extLst>
                          <a:ext uri="{FF2B5EF4-FFF2-40B4-BE49-F238E27FC236}">
                            <a16:creationId xmlns:a16="http://schemas.microsoft.com/office/drawing/2014/main" id="{B913CF7A-A36A-07AC-3913-7AB4391B017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4" name="Line 33">
                        <a:extLst>
                          <a:ext uri="{FF2B5EF4-FFF2-40B4-BE49-F238E27FC236}">
                            <a16:creationId xmlns:a16="http://schemas.microsoft.com/office/drawing/2014/main" id="{C2C4AB21-521C-3A9A-BE2E-C2E11CF9F86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34">
                        <a:extLst>
                          <a:ext uri="{FF2B5EF4-FFF2-40B4-BE49-F238E27FC236}">
                            <a16:creationId xmlns:a16="http://schemas.microsoft.com/office/drawing/2014/main" id="{331A0494-BFB6-AFEF-686B-FC8F4CB0E9A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35">
                        <a:extLst>
                          <a:ext uri="{FF2B5EF4-FFF2-40B4-BE49-F238E27FC236}">
                            <a16:creationId xmlns:a16="http://schemas.microsoft.com/office/drawing/2014/main" id="{73CD3055-17D3-D267-3E71-D5BA370719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36">
                        <a:extLst>
                          <a:ext uri="{FF2B5EF4-FFF2-40B4-BE49-F238E27FC236}">
                            <a16:creationId xmlns:a16="http://schemas.microsoft.com/office/drawing/2014/main" id="{9FBB1551-4B6D-7D6D-36BE-ED4BBB90479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37">
                        <a:extLst>
                          <a:ext uri="{FF2B5EF4-FFF2-40B4-BE49-F238E27FC236}">
                            <a16:creationId xmlns:a16="http://schemas.microsoft.com/office/drawing/2014/main" id="{B5ECAD7A-613D-1F93-9392-16DB88BD36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38">
                        <a:extLst>
                          <a:ext uri="{FF2B5EF4-FFF2-40B4-BE49-F238E27FC236}">
                            <a16:creationId xmlns:a16="http://schemas.microsoft.com/office/drawing/2014/main" id="{D344BF01-DD75-0595-5641-735F0CF413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91" name="Line 39">
                    <a:extLst>
                      <a:ext uri="{FF2B5EF4-FFF2-40B4-BE49-F238E27FC236}">
                        <a16:creationId xmlns:a16="http://schemas.microsoft.com/office/drawing/2014/main" id="{C611AA65-F275-AD3C-70F8-2D3B1884529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2" name="Text Box 40">
                    <a:extLst>
                      <a:ext uri="{FF2B5EF4-FFF2-40B4-BE49-F238E27FC236}">
                        <a16:creationId xmlns:a16="http://schemas.microsoft.com/office/drawing/2014/main" id="{00D073A6-23E3-EAEA-97BE-E1F8456936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393" name="Text Box 41">
                    <a:extLst>
                      <a:ext uri="{FF2B5EF4-FFF2-40B4-BE49-F238E27FC236}">
                        <a16:creationId xmlns:a16="http://schemas.microsoft.com/office/drawing/2014/main" id="{94806A2A-8171-7782-9356-F51CECEC3F9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94" name="Line 42">
                    <a:extLst>
                      <a:ext uri="{FF2B5EF4-FFF2-40B4-BE49-F238E27FC236}">
                        <a16:creationId xmlns:a16="http://schemas.microsoft.com/office/drawing/2014/main" id="{D33EF6A8-B845-0884-26EF-644467D5921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9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5" name="Line 43">
                    <a:extLst>
                      <a:ext uri="{FF2B5EF4-FFF2-40B4-BE49-F238E27FC236}">
                        <a16:creationId xmlns:a16="http://schemas.microsoft.com/office/drawing/2014/main" id="{65231477-D3FD-EF8D-8FFF-9CE210F41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6" name="Line 44">
                    <a:extLst>
                      <a:ext uri="{FF2B5EF4-FFF2-40B4-BE49-F238E27FC236}">
                        <a16:creationId xmlns:a16="http://schemas.microsoft.com/office/drawing/2014/main" id="{2D66A6B6-A367-9BB3-4CB6-A3B255EE677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7" name="Text Box 45">
                    <a:extLst>
                      <a:ext uri="{FF2B5EF4-FFF2-40B4-BE49-F238E27FC236}">
                        <a16:creationId xmlns:a16="http://schemas.microsoft.com/office/drawing/2014/main" id="{0F431ADF-BD85-1598-56E8-A98CD319E02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8" name="Text Box 46">
                    <a:extLst>
                      <a:ext uri="{FF2B5EF4-FFF2-40B4-BE49-F238E27FC236}">
                        <a16:creationId xmlns:a16="http://schemas.microsoft.com/office/drawing/2014/main" id="{32011664-24F7-C896-6220-F005544FD8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99" name="Text Box 47">
                    <a:extLst>
                      <a:ext uri="{FF2B5EF4-FFF2-40B4-BE49-F238E27FC236}">
                        <a16:creationId xmlns:a16="http://schemas.microsoft.com/office/drawing/2014/main" id="{AA00B8F7-3237-151E-56AA-563FE251D4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00" name="Text Box 48">
                    <a:extLst>
                      <a:ext uri="{FF2B5EF4-FFF2-40B4-BE49-F238E27FC236}">
                        <a16:creationId xmlns:a16="http://schemas.microsoft.com/office/drawing/2014/main" id="{D047B981-AED9-1550-24B1-B50BD2ECC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01" name="Text Box 49">
                    <a:extLst>
                      <a:ext uri="{FF2B5EF4-FFF2-40B4-BE49-F238E27FC236}">
                        <a16:creationId xmlns:a16="http://schemas.microsoft.com/office/drawing/2014/main" id="{3396969A-0737-4E2D-7743-6C774EF9858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2" name="Text Box 50">
                    <a:extLst>
                      <a:ext uri="{FF2B5EF4-FFF2-40B4-BE49-F238E27FC236}">
                        <a16:creationId xmlns:a16="http://schemas.microsoft.com/office/drawing/2014/main" id="{F59ED2F3-8FCE-413E-A33D-B535649A23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03" name="Text Box 51">
                    <a:extLst>
                      <a:ext uri="{FF2B5EF4-FFF2-40B4-BE49-F238E27FC236}">
                        <a16:creationId xmlns:a16="http://schemas.microsoft.com/office/drawing/2014/main" id="{DA082D4E-812F-7498-FDBB-0D22A3F2AFC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4" name="Text Box 52">
                    <a:extLst>
                      <a:ext uri="{FF2B5EF4-FFF2-40B4-BE49-F238E27FC236}">
                        <a16:creationId xmlns:a16="http://schemas.microsoft.com/office/drawing/2014/main" id="{29F7A8A4-E234-A7E5-1CBB-D50DB17AF7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05" name="Text Box 53">
                    <a:extLst>
                      <a:ext uri="{FF2B5EF4-FFF2-40B4-BE49-F238E27FC236}">
                        <a16:creationId xmlns:a16="http://schemas.microsoft.com/office/drawing/2014/main" id="{ECF710B0-9977-3880-DE4C-5F10D56E33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6" name="Line 153">
                    <a:extLst>
                      <a:ext uri="{FF2B5EF4-FFF2-40B4-BE49-F238E27FC236}">
                        <a16:creationId xmlns:a16="http://schemas.microsoft.com/office/drawing/2014/main" id="{B2FF7896-5E6B-02B9-B187-F7838BD5E87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7" name="Text Box 154">
                    <a:extLst>
                      <a:ext uri="{FF2B5EF4-FFF2-40B4-BE49-F238E27FC236}">
                        <a16:creationId xmlns:a16="http://schemas.microsoft.com/office/drawing/2014/main" id="{0550B11B-D9C2-1562-01DD-FE95243626A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387" name="Text Box 41">
                <a:extLst>
                  <a:ext uri="{FF2B5EF4-FFF2-40B4-BE49-F238E27FC236}">
                    <a16:creationId xmlns:a16="http://schemas.microsoft.com/office/drawing/2014/main" id="{4D019BEB-78EA-D815-7C4A-36F42C3ABDF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385" name="Line 11">
              <a:extLst>
                <a:ext uri="{FF2B5EF4-FFF2-40B4-BE49-F238E27FC236}">
                  <a16:creationId xmlns:a16="http://schemas.microsoft.com/office/drawing/2014/main" id="{5EED63DF-1BC8-9EE2-1297-7FE35BC8AC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grpSp>
        <p:nvGrpSpPr>
          <p:cNvPr id="269" name="Grupo 268">
            <a:extLst>
              <a:ext uri="{FF2B5EF4-FFF2-40B4-BE49-F238E27FC236}">
                <a16:creationId xmlns:a16="http://schemas.microsoft.com/office/drawing/2014/main" id="{01C54863-5193-F4B8-5E22-152F8067CF50}"/>
              </a:ext>
            </a:extLst>
          </p:cNvPr>
          <p:cNvGrpSpPr/>
          <p:nvPr/>
        </p:nvGrpSpPr>
        <p:grpSpPr>
          <a:xfrm>
            <a:off x="3060927" y="5373216"/>
            <a:ext cx="5759545" cy="1511716"/>
            <a:chOff x="3109309" y="5917230"/>
            <a:chExt cx="3345284" cy="997923"/>
          </a:xfrm>
        </p:grpSpPr>
        <p:grpSp>
          <p:nvGrpSpPr>
            <p:cNvPr id="270" name="Grupo 269">
              <a:extLst>
                <a:ext uri="{FF2B5EF4-FFF2-40B4-BE49-F238E27FC236}">
                  <a16:creationId xmlns:a16="http://schemas.microsoft.com/office/drawing/2014/main" id="{79C89E05-07AD-DE3F-9EFC-AABDCC9BDCEE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72" name="Group 9">
                <a:extLst>
                  <a:ext uri="{FF2B5EF4-FFF2-40B4-BE49-F238E27FC236}">
                    <a16:creationId xmlns:a16="http://schemas.microsoft.com/office/drawing/2014/main" id="{ED94DC0D-91A3-A964-70FB-10CB8360E2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74" name="Rectangle 10">
                  <a:extLst>
                    <a:ext uri="{FF2B5EF4-FFF2-40B4-BE49-F238E27FC236}">
                      <a16:creationId xmlns:a16="http://schemas.microsoft.com/office/drawing/2014/main" id="{2026DB3B-D5B8-3DE6-378A-3C5622A00D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75" name="Group 155">
                  <a:extLst>
                    <a:ext uri="{FF2B5EF4-FFF2-40B4-BE49-F238E27FC236}">
                      <a16:creationId xmlns:a16="http://schemas.microsoft.com/office/drawing/2014/main" id="{E617ED71-2E6C-D0DD-8D8C-FCD17A7E81E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76" name="Group 5">
                    <a:extLst>
                      <a:ext uri="{FF2B5EF4-FFF2-40B4-BE49-F238E27FC236}">
                        <a16:creationId xmlns:a16="http://schemas.microsoft.com/office/drawing/2014/main" id="{B3AA3EBA-CFB3-7DEE-A097-5F2047E390B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294" name="Rectangle 6">
                      <a:extLst>
                        <a:ext uri="{FF2B5EF4-FFF2-40B4-BE49-F238E27FC236}">
                          <a16:creationId xmlns:a16="http://schemas.microsoft.com/office/drawing/2014/main" id="{0C31585B-F4B2-ED6B-6D72-4953A069D87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95" name="Group 7">
                      <a:extLst>
                        <a:ext uri="{FF2B5EF4-FFF2-40B4-BE49-F238E27FC236}">
                          <a16:creationId xmlns:a16="http://schemas.microsoft.com/office/drawing/2014/main" id="{C766C5ED-403F-2CED-BF11-CE80DAF98AB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96" name="Line 9">
                        <a:extLst>
                          <a:ext uri="{FF2B5EF4-FFF2-40B4-BE49-F238E27FC236}">
                            <a16:creationId xmlns:a16="http://schemas.microsoft.com/office/drawing/2014/main" id="{BDB8A3AB-5C90-AE88-AE30-5DFEB7A5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7" name="Line 10">
                        <a:extLst>
                          <a:ext uri="{FF2B5EF4-FFF2-40B4-BE49-F238E27FC236}">
                            <a16:creationId xmlns:a16="http://schemas.microsoft.com/office/drawing/2014/main" id="{4D536831-4AC2-60D4-37DF-5B8D386EF8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8" name="Line 11">
                        <a:extLst>
                          <a:ext uri="{FF2B5EF4-FFF2-40B4-BE49-F238E27FC236}">
                            <a16:creationId xmlns:a16="http://schemas.microsoft.com/office/drawing/2014/main" id="{6C65A46D-84BE-2E1D-EB8A-C4C4E1EE50C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9" name="Line 12">
                        <a:extLst>
                          <a:ext uri="{FF2B5EF4-FFF2-40B4-BE49-F238E27FC236}">
                            <a16:creationId xmlns:a16="http://schemas.microsoft.com/office/drawing/2014/main" id="{5B59E2B1-D04B-D93E-FFAE-75F45A34D4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0" name="Line 13">
                        <a:extLst>
                          <a:ext uri="{FF2B5EF4-FFF2-40B4-BE49-F238E27FC236}">
                            <a16:creationId xmlns:a16="http://schemas.microsoft.com/office/drawing/2014/main" id="{E026AF39-BE79-C60A-24B0-8F9E9E1A78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1" name="Line 14">
                        <a:extLst>
                          <a:ext uri="{FF2B5EF4-FFF2-40B4-BE49-F238E27FC236}">
                            <a16:creationId xmlns:a16="http://schemas.microsoft.com/office/drawing/2014/main" id="{5DB041E8-E5F0-E7D7-B0BF-33F5AB99615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2" name="Line 15">
                        <a:extLst>
                          <a:ext uri="{FF2B5EF4-FFF2-40B4-BE49-F238E27FC236}">
                            <a16:creationId xmlns:a16="http://schemas.microsoft.com/office/drawing/2014/main" id="{F8B175D4-78C8-DDAC-79DA-2B0897F55D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3" name="Line 16">
                        <a:extLst>
                          <a:ext uri="{FF2B5EF4-FFF2-40B4-BE49-F238E27FC236}">
                            <a16:creationId xmlns:a16="http://schemas.microsoft.com/office/drawing/2014/main" id="{3E42DAE6-E055-08FE-B267-131F856AAB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4" name="Line 17">
                        <a:extLst>
                          <a:ext uri="{FF2B5EF4-FFF2-40B4-BE49-F238E27FC236}">
                            <a16:creationId xmlns:a16="http://schemas.microsoft.com/office/drawing/2014/main" id="{D880EFB3-8A26-83A5-E399-F9D223B7CA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5" name="Line 18">
                        <a:extLst>
                          <a:ext uri="{FF2B5EF4-FFF2-40B4-BE49-F238E27FC236}">
                            <a16:creationId xmlns:a16="http://schemas.microsoft.com/office/drawing/2014/main" id="{70C255D2-5278-5837-372E-9E69137C0F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6" name="Line 19">
                        <a:extLst>
                          <a:ext uri="{FF2B5EF4-FFF2-40B4-BE49-F238E27FC236}">
                            <a16:creationId xmlns:a16="http://schemas.microsoft.com/office/drawing/2014/main" id="{85739AEA-21CF-2D57-9FC9-9A4216F934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7" name="Line 20">
                        <a:extLst>
                          <a:ext uri="{FF2B5EF4-FFF2-40B4-BE49-F238E27FC236}">
                            <a16:creationId xmlns:a16="http://schemas.microsoft.com/office/drawing/2014/main" id="{AC2B32F1-7BB3-2883-32BF-94D505934B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8" name="Line 21">
                        <a:extLst>
                          <a:ext uri="{FF2B5EF4-FFF2-40B4-BE49-F238E27FC236}">
                            <a16:creationId xmlns:a16="http://schemas.microsoft.com/office/drawing/2014/main" id="{437DA163-AE8B-5D12-DFD8-810EF61756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9" name="Line 22">
                        <a:extLst>
                          <a:ext uri="{FF2B5EF4-FFF2-40B4-BE49-F238E27FC236}">
                            <a16:creationId xmlns:a16="http://schemas.microsoft.com/office/drawing/2014/main" id="{D9FD2598-2C37-38C8-F414-06FAA4149A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0" name="Line 23">
                        <a:extLst>
                          <a:ext uri="{FF2B5EF4-FFF2-40B4-BE49-F238E27FC236}">
                            <a16:creationId xmlns:a16="http://schemas.microsoft.com/office/drawing/2014/main" id="{842D6167-7E7C-CEDC-86BF-2B7339EC091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1" name="Line 24">
                        <a:extLst>
                          <a:ext uri="{FF2B5EF4-FFF2-40B4-BE49-F238E27FC236}">
                            <a16:creationId xmlns:a16="http://schemas.microsoft.com/office/drawing/2014/main" id="{1FDCAAED-FA39-26FB-96BA-1FB811882F5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2" name="Line 25">
                        <a:extLst>
                          <a:ext uri="{FF2B5EF4-FFF2-40B4-BE49-F238E27FC236}">
                            <a16:creationId xmlns:a16="http://schemas.microsoft.com/office/drawing/2014/main" id="{33E46EA0-A371-E60A-AF6E-F6AC38EDD4A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3" name="Line 26">
                        <a:extLst>
                          <a:ext uri="{FF2B5EF4-FFF2-40B4-BE49-F238E27FC236}">
                            <a16:creationId xmlns:a16="http://schemas.microsoft.com/office/drawing/2014/main" id="{C0894D2C-FC35-9A0A-6018-A7A926300BB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4" name="Line 27">
                        <a:extLst>
                          <a:ext uri="{FF2B5EF4-FFF2-40B4-BE49-F238E27FC236}">
                            <a16:creationId xmlns:a16="http://schemas.microsoft.com/office/drawing/2014/main" id="{B2322F1F-2B2B-DACB-C19F-FAE4B5506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5" name="Line 28">
                        <a:extLst>
                          <a:ext uri="{FF2B5EF4-FFF2-40B4-BE49-F238E27FC236}">
                            <a16:creationId xmlns:a16="http://schemas.microsoft.com/office/drawing/2014/main" id="{C86B9517-4CCF-85C7-2595-E31EBD7E50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6" name="Line 29">
                        <a:extLst>
                          <a:ext uri="{FF2B5EF4-FFF2-40B4-BE49-F238E27FC236}">
                            <a16:creationId xmlns:a16="http://schemas.microsoft.com/office/drawing/2014/main" id="{A6243167-07C9-D645-366F-335E20CCE34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7" name="Line 30">
                        <a:extLst>
                          <a:ext uri="{FF2B5EF4-FFF2-40B4-BE49-F238E27FC236}">
                            <a16:creationId xmlns:a16="http://schemas.microsoft.com/office/drawing/2014/main" id="{5EB5D08C-1510-D8FB-EA1F-93327C0620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8" name="Line 31">
                        <a:extLst>
                          <a:ext uri="{FF2B5EF4-FFF2-40B4-BE49-F238E27FC236}">
                            <a16:creationId xmlns:a16="http://schemas.microsoft.com/office/drawing/2014/main" id="{E97CC255-4408-F3EF-2558-8C6C0135CE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9" name="Line 32">
                        <a:extLst>
                          <a:ext uri="{FF2B5EF4-FFF2-40B4-BE49-F238E27FC236}">
                            <a16:creationId xmlns:a16="http://schemas.microsoft.com/office/drawing/2014/main" id="{AA754AA7-0238-AF62-A187-033785B1DD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0" name="Line 33">
                        <a:extLst>
                          <a:ext uri="{FF2B5EF4-FFF2-40B4-BE49-F238E27FC236}">
                            <a16:creationId xmlns:a16="http://schemas.microsoft.com/office/drawing/2014/main" id="{1833109F-2BAE-843D-FF2B-76A2525BA1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34">
                        <a:extLst>
                          <a:ext uri="{FF2B5EF4-FFF2-40B4-BE49-F238E27FC236}">
                            <a16:creationId xmlns:a16="http://schemas.microsoft.com/office/drawing/2014/main" id="{BB467AC9-7BC8-ACCF-9EE5-2F602754A55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35">
                        <a:extLst>
                          <a:ext uri="{FF2B5EF4-FFF2-40B4-BE49-F238E27FC236}">
                            <a16:creationId xmlns:a16="http://schemas.microsoft.com/office/drawing/2014/main" id="{13165BB1-B8C9-BA90-7BAE-850594E6EDA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36">
                        <a:extLst>
                          <a:ext uri="{FF2B5EF4-FFF2-40B4-BE49-F238E27FC236}">
                            <a16:creationId xmlns:a16="http://schemas.microsoft.com/office/drawing/2014/main" id="{0E1F6AF3-6EAA-60AD-3174-646B7EFDAB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37">
                        <a:extLst>
                          <a:ext uri="{FF2B5EF4-FFF2-40B4-BE49-F238E27FC236}">
                            <a16:creationId xmlns:a16="http://schemas.microsoft.com/office/drawing/2014/main" id="{239A191B-7E96-B729-A897-CCAFF8A4C0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38">
                        <a:extLst>
                          <a:ext uri="{FF2B5EF4-FFF2-40B4-BE49-F238E27FC236}">
                            <a16:creationId xmlns:a16="http://schemas.microsoft.com/office/drawing/2014/main" id="{A07EC590-C9CF-47E7-413F-27A878B50F2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77" name="Line 39">
                    <a:extLst>
                      <a:ext uri="{FF2B5EF4-FFF2-40B4-BE49-F238E27FC236}">
                        <a16:creationId xmlns:a16="http://schemas.microsoft.com/office/drawing/2014/main" id="{E953E055-0B82-DC91-6BFC-696E982120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8" name="Text Box 40">
                    <a:extLst>
                      <a:ext uri="{FF2B5EF4-FFF2-40B4-BE49-F238E27FC236}">
                        <a16:creationId xmlns:a16="http://schemas.microsoft.com/office/drawing/2014/main" id="{CDDF5B91-7566-0109-B968-6C1440DEB7C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79" name="Text Box 41">
                    <a:extLst>
                      <a:ext uri="{FF2B5EF4-FFF2-40B4-BE49-F238E27FC236}">
                        <a16:creationId xmlns:a16="http://schemas.microsoft.com/office/drawing/2014/main" id="{EA70664E-A876-C32B-C731-84FFCAA63A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0" name="Line 42">
                    <a:extLst>
                      <a:ext uri="{FF2B5EF4-FFF2-40B4-BE49-F238E27FC236}">
                        <a16:creationId xmlns:a16="http://schemas.microsoft.com/office/drawing/2014/main" id="{0ADC0665-30A4-3184-61BC-7DAA8FED6D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1" name="Line 43">
                    <a:extLst>
                      <a:ext uri="{FF2B5EF4-FFF2-40B4-BE49-F238E27FC236}">
                        <a16:creationId xmlns:a16="http://schemas.microsoft.com/office/drawing/2014/main" id="{F5514490-C481-D60E-D1E3-585BC022AB0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2" name="Line 44">
                    <a:extLst>
                      <a:ext uri="{FF2B5EF4-FFF2-40B4-BE49-F238E27FC236}">
                        <a16:creationId xmlns:a16="http://schemas.microsoft.com/office/drawing/2014/main" id="{4BAB017D-2714-4B87-F1A3-F20B9E4DB23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3" name="Text Box 45">
                    <a:extLst>
                      <a:ext uri="{FF2B5EF4-FFF2-40B4-BE49-F238E27FC236}">
                        <a16:creationId xmlns:a16="http://schemas.microsoft.com/office/drawing/2014/main" id="{F8D9E2C1-B88B-8958-587D-16F1D8033AC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4" name="Text Box 46">
                    <a:extLst>
                      <a:ext uri="{FF2B5EF4-FFF2-40B4-BE49-F238E27FC236}">
                        <a16:creationId xmlns:a16="http://schemas.microsoft.com/office/drawing/2014/main" id="{117C7A21-5A06-AB27-FFD4-EEE7106AE61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85" name="Text Box 47">
                    <a:extLst>
                      <a:ext uri="{FF2B5EF4-FFF2-40B4-BE49-F238E27FC236}">
                        <a16:creationId xmlns:a16="http://schemas.microsoft.com/office/drawing/2014/main" id="{D988437E-C160-1FE2-511F-F76D8BD4A3D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6" name="Text Box 48">
                    <a:extLst>
                      <a:ext uri="{FF2B5EF4-FFF2-40B4-BE49-F238E27FC236}">
                        <a16:creationId xmlns:a16="http://schemas.microsoft.com/office/drawing/2014/main" id="{0BE44906-1196-80AE-DCD2-FF018AEB780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87" name="Text Box 49">
                    <a:extLst>
                      <a:ext uri="{FF2B5EF4-FFF2-40B4-BE49-F238E27FC236}">
                        <a16:creationId xmlns:a16="http://schemas.microsoft.com/office/drawing/2014/main" id="{CFD79E50-7412-2E47-8338-9FA2AF76F0D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88" name="Text Box 50">
                    <a:extLst>
                      <a:ext uri="{FF2B5EF4-FFF2-40B4-BE49-F238E27FC236}">
                        <a16:creationId xmlns:a16="http://schemas.microsoft.com/office/drawing/2014/main" id="{2AF4A328-1FDD-D757-40F4-65A31A6F15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89" name="Text Box 51">
                    <a:extLst>
                      <a:ext uri="{FF2B5EF4-FFF2-40B4-BE49-F238E27FC236}">
                        <a16:creationId xmlns:a16="http://schemas.microsoft.com/office/drawing/2014/main" id="{D2390D9C-D36B-4B8E-0F8C-C5FED44C851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90" name="Text Box 52">
                    <a:extLst>
                      <a:ext uri="{FF2B5EF4-FFF2-40B4-BE49-F238E27FC236}">
                        <a16:creationId xmlns:a16="http://schemas.microsoft.com/office/drawing/2014/main" id="{0D5FE745-48A2-A5A9-5DF8-C3D5DF45BAA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91" name="Text Box 53">
                    <a:extLst>
                      <a:ext uri="{FF2B5EF4-FFF2-40B4-BE49-F238E27FC236}">
                        <a16:creationId xmlns:a16="http://schemas.microsoft.com/office/drawing/2014/main" id="{D73B242F-3484-E2EC-7918-186A7FB25B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92" name="Line 153">
                    <a:extLst>
                      <a:ext uri="{FF2B5EF4-FFF2-40B4-BE49-F238E27FC236}">
                        <a16:creationId xmlns:a16="http://schemas.microsoft.com/office/drawing/2014/main" id="{C4867D03-9B24-AE5C-8EAB-BA0001DDD8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3" name="Text Box 154">
                    <a:extLst>
                      <a:ext uri="{FF2B5EF4-FFF2-40B4-BE49-F238E27FC236}">
                        <a16:creationId xmlns:a16="http://schemas.microsoft.com/office/drawing/2014/main" id="{EB876DA2-6A9D-3580-DFAC-F247E103DF4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73" name="Text Box 41">
                <a:extLst>
                  <a:ext uri="{FF2B5EF4-FFF2-40B4-BE49-F238E27FC236}">
                    <a16:creationId xmlns:a16="http://schemas.microsoft.com/office/drawing/2014/main" id="{D8D49D74-880C-23E2-A778-6D63583D3916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1" name="Line 11">
              <a:extLst>
                <a:ext uri="{FF2B5EF4-FFF2-40B4-BE49-F238E27FC236}">
                  <a16:creationId xmlns:a16="http://schemas.microsoft.com/office/drawing/2014/main" id="{304E311D-FFEC-2342-3E85-EC2ADB13D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8F107EF4-473A-2D57-D26F-5B7AC01DAFF3}"/>
              </a:ext>
            </a:extLst>
          </p:cNvPr>
          <p:cNvSpPr txBox="1"/>
          <p:nvPr/>
        </p:nvSpPr>
        <p:spPr>
          <a:xfrm>
            <a:off x="1250516" y="4943859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388BEC9-74ED-6462-503A-9F05E5324BC3}"/>
              </a:ext>
            </a:extLst>
          </p:cNvPr>
          <p:cNvSpPr txBox="1"/>
          <p:nvPr/>
        </p:nvSpPr>
        <p:spPr>
          <a:xfrm>
            <a:off x="1835446" y="5425954"/>
            <a:ext cx="234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2B904FC-67DA-2E6C-94BE-954B54558771}"/>
              </a:ext>
            </a:extLst>
          </p:cNvPr>
          <p:cNvSpPr txBox="1"/>
          <p:nvPr/>
        </p:nvSpPr>
        <p:spPr>
          <a:xfrm>
            <a:off x="2245624" y="5888735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AF7F5FF-56AF-2003-641B-B29176D361E6}"/>
              </a:ext>
            </a:extLst>
          </p:cNvPr>
          <p:cNvSpPr txBox="1"/>
          <p:nvPr/>
        </p:nvSpPr>
        <p:spPr>
          <a:xfrm>
            <a:off x="2735826" y="6294826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45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1295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2057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9431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2286000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2247900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686300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5067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6324600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6324600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777068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810000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5181600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488257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981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505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4267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50276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11430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6654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371600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2126057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46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427827" y="5410200"/>
            <a:ext cx="671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MxDest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descodificación: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Descodificar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48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F71CD514-E25E-747D-EE23-0EB1E1C52B04}"/>
              </a:ext>
            </a:extLst>
          </p:cNvPr>
          <p:cNvGrpSpPr/>
          <p:nvPr/>
        </p:nvGrpSpPr>
        <p:grpSpPr>
          <a:xfrm>
            <a:off x="3527059" y="5536828"/>
            <a:ext cx="5417876" cy="1032813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6D8A99BC-14EF-05D1-A92E-0FABC36475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75AB7565-C3E6-EE80-5124-B2FE336442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C38508DE-7C3B-322C-1683-A69EFC8914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6D2E8B21-339C-0FB4-6087-CA92F65AF2C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2" name="Rectangle 6">
                    <a:extLst>
                      <a:ext uri="{FF2B5EF4-FFF2-40B4-BE49-F238E27FC236}">
                        <a16:creationId xmlns:a16="http://schemas.microsoft.com/office/drawing/2014/main" id="{6EE17887-4D65-BC41-09F9-720F9B5DCF0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5" name="Group 7">
                    <a:extLst>
                      <a:ext uri="{FF2B5EF4-FFF2-40B4-BE49-F238E27FC236}">
                        <a16:creationId xmlns:a16="http://schemas.microsoft.com/office/drawing/2014/main" id="{7BB485FB-415B-AF39-EE2D-3F73182D90A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66" name="Line 9">
                      <a:extLst>
                        <a:ext uri="{FF2B5EF4-FFF2-40B4-BE49-F238E27FC236}">
                          <a16:creationId xmlns:a16="http://schemas.microsoft.com/office/drawing/2014/main" id="{3E3E3B8A-28FB-51AB-A6FC-2B97C1EC43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7" name="Line 10">
                      <a:extLst>
                        <a:ext uri="{FF2B5EF4-FFF2-40B4-BE49-F238E27FC236}">
                          <a16:creationId xmlns:a16="http://schemas.microsoft.com/office/drawing/2014/main" id="{3F723967-3506-22C1-CABA-27C60949A1B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8" name="Line 11">
                      <a:extLst>
                        <a:ext uri="{FF2B5EF4-FFF2-40B4-BE49-F238E27FC236}">
                          <a16:creationId xmlns:a16="http://schemas.microsoft.com/office/drawing/2014/main" id="{9D4A8FCB-AE09-6E32-9A19-622CDA86BA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9" name="Line 12">
                      <a:extLst>
                        <a:ext uri="{FF2B5EF4-FFF2-40B4-BE49-F238E27FC236}">
                          <a16:creationId xmlns:a16="http://schemas.microsoft.com/office/drawing/2014/main" id="{C66BCBFE-2C8D-C130-F70D-09EAE377C2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1" name="Line 13">
                      <a:extLst>
                        <a:ext uri="{FF2B5EF4-FFF2-40B4-BE49-F238E27FC236}">
                          <a16:creationId xmlns:a16="http://schemas.microsoft.com/office/drawing/2014/main" id="{DAC41A6E-F016-98EB-97C0-C5DD7BFCC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3" name="Line 14">
                      <a:extLst>
                        <a:ext uri="{FF2B5EF4-FFF2-40B4-BE49-F238E27FC236}">
                          <a16:creationId xmlns:a16="http://schemas.microsoft.com/office/drawing/2014/main" id="{A05353F7-0A7A-31CF-9AFE-035509E3C7F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4" name="Line 15">
                      <a:extLst>
                        <a:ext uri="{FF2B5EF4-FFF2-40B4-BE49-F238E27FC236}">
                          <a16:creationId xmlns:a16="http://schemas.microsoft.com/office/drawing/2014/main" id="{F1359B5D-F517-367D-CC5D-073201F4AD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5" name="Line 16">
                      <a:extLst>
                        <a:ext uri="{FF2B5EF4-FFF2-40B4-BE49-F238E27FC236}">
                          <a16:creationId xmlns:a16="http://schemas.microsoft.com/office/drawing/2014/main" id="{44E0C255-D746-51C7-DAC2-0D3D381A7A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6" name="Line 17">
                      <a:extLst>
                        <a:ext uri="{FF2B5EF4-FFF2-40B4-BE49-F238E27FC236}">
                          <a16:creationId xmlns:a16="http://schemas.microsoft.com/office/drawing/2014/main" id="{DE9FDE95-0209-588E-4D1E-2C01041ECF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7" name="Line 18">
                      <a:extLst>
                        <a:ext uri="{FF2B5EF4-FFF2-40B4-BE49-F238E27FC236}">
                          <a16:creationId xmlns:a16="http://schemas.microsoft.com/office/drawing/2014/main" id="{3F43DE9C-8354-1F02-0F95-95458EE98E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8" name="Line 19">
                      <a:extLst>
                        <a:ext uri="{FF2B5EF4-FFF2-40B4-BE49-F238E27FC236}">
                          <a16:creationId xmlns:a16="http://schemas.microsoft.com/office/drawing/2014/main" id="{4314EF79-C591-27B7-EF63-73E90F9984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9" name="Line 20">
                      <a:extLst>
                        <a:ext uri="{FF2B5EF4-FFF2-40B4-BE49-F238E27FC236}">
                          <a16:creationId xmlns:a16="http://schemas.microsoft.com/office/drawing/2014/main" id="{4FCF60D4-8AC6-BE3B-4AA1-AD41E61214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0" name="Line 21">
                      <a:extLst>
                        <a:ext uri="{FF2B5EF4-FFF2-40B4-BE49-F238E27FC236}">
                          <a16:creationId xmlns:a16="http://schemas.microsoft.com/office/drawing/2014/main" id="{5D6199BC-D5E9-91A5-8ECF-8C46756A9B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1" name="Line 22">
                      <a:extLst>
                        <a:ext uri="{FF2B5EF4-FFF2-40B4-BE49-F238E27FC236}">
                          <a16:creationId xmlns:a16="http://schemas.microsoft.com/office/drawing/2014/main" id="{2568AC7D-82F2-2090-9DDA-876E19C6E0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2" name="Line 23">
                      <a:extLst>
                        <a:ext uri="{FF2B5EF4-FFF2-40B4-BE49-F238E27FC236}">
                          <a16:creationId xmlns:a16="http://schemas.microsoft.com/office/drawing/2014/main" id="{4E2379C6-3009-EDDD-9D86-CD0DA631AD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3" name="Line 24">
                      <a:extLst>
                        <a:ext uri="{FF2B5EF4-FFF2-40B4-BE49-F238E27FC236}">
                          <a16:creationId xmlns:a16="http://schemas.microsoft.com/office/drawing/2014/main" id="{D131B4BB-AFD5-5FF4-A010-0B28A0A742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4" name="Line 25">
                      <a:extLst>
                        <a:ext uri="{FF2B5EF4-FFF2-40B4-BE49-F238E27FC236}">
                          <a16:creationId xmlns:a16="http://schemas.microsoft.com/office/drawing/2014/main" id="{C7FC14D4-5981-AEFA-C1AB-68954AE50FF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5" name="Line 26">
                      <a:extLst>
                        <a:ext uri="{FF2B5EF4-FFF2-40B4-BE49-F238E27FC236}">
                          <a16:creationId xmlns:a16="http://schemas.microsoft.com/office/drawing/2014/main" id="{BE876EC5-BA2D-A681-A6D1-4991EA50C0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6" name="Line 27">
                      <a:extLst>
                        <a:ext uri="{FF2B5EF4-FFF2-40B4-BE49-F238E27FC236}">
                          <a16:creationId xmlns:a16="http://schemas.microsoft.com/office/drawing/2014/main" id="{263F9A01-7C51-6B48-8612-72A545EAC9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28">
                      <a:extLst>
                        <a:ext uri="{FF2B5EF4-FFF2-40B4-BE49-F238E27FC236}">
                          <a16:creationId xmlns:a16="http://schemas.microsoft.com/office/drawing/2014/main" id="{26E2A22F-35C2-6722-98D9-F3EEA692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29">
                      <a:extLst>
                        <a:ext uri="{FF2B5EF4-FFF2-40B4-BE49-F238E27FC236}">
                          <a16:creationId xmlns:a16="http://schemas.microsoft.com/office/drawing/2014/main" id="{2C07F2FF-CE71-7D1E-6D1B-0E9A3641AA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30">
                      <a:extLst>
                        <a:ext uri="{FF2B5EF4-FFF2-40B4-BE49-F238E27FC236}">
                          <a16:creationId xmlns:a16="http://schemas.microsoft.com/office/drawing/2014/main" id="{584B4848-4206-A6D0-37D1-9D6E3414CC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31">
                      <a:extLst>
                        <a:ext uri="{FF2B5EF4-FFF2-40B4-BE49-F238E27FC236}">
                          <a16:creationId xmlns:a16="http://schemas.microsoft.com/office/drawing/2014/main" id="{CE68A902-2724-70E3-A148-03F666CA4F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32">
                      <a:extLst>
                        <a:ext uri="{FF2B5EF4-FFF2-40B4-BE49-F238E27FC236}">
                          <a16:creationId xmlns:a16="http://schemas.microsoft.com/office/drawing/2014/main" id="{3F3735B4-AA90-2CF7-E60E-42F245151C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3" name="Line 33">
                      <a:extLst>
                        <a:ext uri="{FF2B5EF4-FFF2-40B4-BE49-F238E27FC236}">
                          <a16:creationId xmlns:a16="http://schemas.microsoft.com/office/drawing/2014/main" id="{79284088-16CD-618E-E283-2C30AD348F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34">
                      <a:extLst>
                        <a:ext uri="{FF2B5EF4-FFF2-40B4-BE49-F238E27FC236}">
                          <a16:creationId xmlns:a16="http://schemas.microsoft.com/office/drawing/2014/main" id="{08E6E88A-9760-0724-0119-69B0FB5761C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5" name="Line 35">
                      <a:extLst>
                        <a:ext uri="{FF2B5EF4-FFF2-40B4-BE49-F238E27FC236}">
                          <a16:creationId xmlns:a16="http://schemas.microsoft.com/office/drawing/2014/main" id="{64C41D2F-7457-3E60-6465-2F4859D476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6" name="Line 36">
                      <a:extLst>
                        <a:ext uri="{FF2B5EF4-FFF2-40B4-BE49-F238E27FC236}">
                          <a16:creationId xmlns:a16="http://schemas.microsoft.com/office/drawing/2014/main" id="{6EB8BAA1-8E76-1D9D-794A-CB155C181E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7" name="Line 37">
                      <a:extLst>
                        <a:ext uri="{FF2B5EF4-FFF2-40B4-BE49-F238E27FC236}">
                          <a16:creationId xmlns:a16="http://schemas.microsoft.com/office/drawing/2014/main" id="{718B1FF7-8918-AED7-FE8E-27AA03D9FB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9" name="Line 38">
                      <a:extLst>
                        <a:ext uri="{FF2B5EF4-FFF2-40B4-BE49-F238E27FC236}">
                          <a16:creationId xmlns:a16="http://schemas.microsoft.com/office/drawing/2014/main" id="{307F3E73-5419-714C-E51E-158A9D632A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2D2B2ED-A6B6-816A-B1DF-88F460309E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3603F880-F46D-33AD-D49D-A62A9D472F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D3067062-F1A0-9587-789D-39EB73C1C5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5758FB23-0601-3966-AAF5-A53705B659A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05100AD1-B46E-589B-75B9-98DD41CFD2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ADEA7994-B84E-FCE4-7B32-786419B19E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82232235-FDBB-8CC3-4888-C9BCD0F50B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E064D760-EFD7-FD6F-78AD-80791ED2C08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1F7AFEE6-2CCD-D403-89D3-540746451A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009F9413-3A41-DFD4-EE47-227E6950C19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9" name="Text Box 49">
                  <a:extLst>
                    <a:ext uri="{FF2B5EF4-FFF2-40B4-BE49-F238E27FC236}">
                      <a16:creationId xmlns:a16="http://schemas.microsoft.com/office/drawing/2014/main" id="{98265AB5-9899-31DC-A329-7FFCCFB48D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0">
                  <a:extLst>
                    <a:ext uri="{FF2B5EF4-FFF2-40B4-BE49-F238E27FC236}">
                      <a16:creationId xmlns:a16="http://schemas.microsoft.com/office/drawing/2014/main" id="{95CD941D-2139-9222-D172-AD68A828C5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4" name="Text Box 51">
                  <a:extLst>
                    <a:ext uri="{FF2B5EF4-FFF2-40B4-BE49-F238E27FC236}">
                      <a16:creationId xmlns:a16="http://schemas.microsoft.com/office/drawing/2014/main" id="{D9E34C33-933B-C532-0336-D4B9D2B7571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7" name="Text Box 52">
                  <a:extLst>
                    <a:ext uri="{FF2B5EF4-FFF2-40B4-BE49-F238E27FC236}">
                      <a16:creationId xmlns:a16="http://schemas.microsoft.com/office/drawing/2014/main" id="{8991AB41-A02A-582D-3F66-144EED44B9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8" name="Text Box 53">
                  <a:extLst>
                    <a:ext uri="{FF2B5EF4-FFF2-40B4-BE49-F238E27FC236}">
                      <a16:creationId xmlns:a16="http://schemas.microsoft.com/office/drawing/2014/main" id="{E82F01DD-78CE-54EB-BE20-DDE37271898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60" name="Line 153">
                  <a:extLst>
                    <a:ext uri="{FF2B5EF4-FFF2-40B4-BE49-F238E27FC236}">
                      <a16:creationId xmlns:a16="http://schemas.microsoft.com/office/drawing/2014/main" id="{5C17C1A6-AB6E-7214-5D41-5789F5D183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1" name="Text Box 154">
                  <a:extLst>
                    <a:ext uri="{FF2B5EF4-FFF2-40B4-BE49-F238E27FC236}">
                      <a16:creationId xmlns:a16="http://schemas.microsoft.com/office/drawing/2014/main" id="{31E95D53-5080-9DBB-F7EF-4CF0A5E44EC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917CB81B-6124-A831-984C-4FDA957B85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7ECC4562-C78E-46F8-49B7-9866E0535F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27393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00164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48837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4752141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3960828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5548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2245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50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51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178230" y="5733264"/>
            <a:ext cx="5058220" cy="545091"/>
            <a:chOff x="2235065" y="4776739"/>
            <a:chExt cx="5058220" cy="545091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3500486" y="4776739"/>
              <a:ext cx="2005761" cy="431961"/>
              <a:chOff x="650" y="2976"/>
              <a:chExt cx="1045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672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650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12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2235065" y="5014053"/>
              <a:ext cx="10743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0xFFE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3417665" y="5853545"/>
            <a:ext cx="2162447" cy="455775"/>
            <a:chOff x="3417665" y="5277481"/>
            <a:chExt cx="2162447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4176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3A783-6E37-08BB-698E-789ACF8CE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B8082-2F16-9212-FC95-4DDE94AF1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59199A-0281-20B8-3D27-DCDD51295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45AEA17D-25E0-840A-B90E-B63F69C0C5D5}"/>
              </a:ext>
            </a:extLst>
          </p:cNvPr>
          <p:cNvGrpSpPr/>
          <p:nvPr/>
        </p:nvGrpSpPr>
        <p:grpSpPr>
          <a:xfrm>
            <a:off x="1259632" y="2654757"/>
            <a:ext cx="4184535" cy="915356"/>
            <a:chOff x="5564455" y="4243453"/>
            <a:chExt cx="3387406" cy="878363"/>
          </a:xfrm>
        </p:grpSpPr>
        <p:grpSp>
          <p:nvGrpSpPr>
            <p:cNvPr id="186" name="Grupo 185">
              <a:extLst>
                <a:ext uri="{FF2B5EF4-FFF2-40B4-BE49-F238E27FC236}">
                  <a16:creationId xmlns:a16="http://schemas.microsoft.com/office/drawing/2014/main" id="{CF382FCA-02A7-8525-2B23-796C634DCCF5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188" name="Group 9">
                <a:extLst>
                  <a:ext uri="{FF2B5EF4-FFF2-40B4-BE49-F238E27FC236}">
                    <a16:creationId xmlns:a16="http://schemas.microsoft.com/office/drawing/2014/main" id="{B0508484-124F-CBA3-D506-26750332F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90" name="Rectangle 10">
                  <a:extLst>
                    <a:ext uri="{FF2B5EF4-FFF2-40B4-BE49-F238E27FC236}">
                      <a16:creationId xmlns:a16="http://schemas.microsoft.com/office/drawing/2014/main" id="{53EB26C3-D577-D5ED-6555-BEB5B00B8E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1" name="Group 155">
                  <a:extLst>
                    <a:ext uri="{FF2B5EF4-FFF2-40B4-BE49-F238E27FC236}">
                      <a16:creationId xmlns:a16="http://schemas.microsoft.com/office/drawing/2014/main" id="{BBDC1761-F9DA-FF5D-15CC-D3867BE7994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92" name="Text Box 154">
                    <a:extLst>
                      <a:ext uri="{FF2B5EF4-FFF2-40B4-BE49-F238E27FC236}">
                        <a16:creationId xmlns:a16="http://schemas.microsoft.com/office/drawing/2014/main" id="{2BCC3258-1CAD-9E1A-6856-9048800BA54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193" name="Group 5">
                    <a:extLst>
                      <a:ext uri="{FF2B5EF4-FFF2-40B4-BE49-F238E27FC236}">
                        <a16:creationId xmlns:a16="http://schemas.microsoft.com/office/drawing/2014/main" id="{C6B90684-CC13-5A8A-5849-F0154B2F996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07" name="Rectangle 6">
                      <a:extLst>
                        <a:ext uri="{FF2B5EF4-FFF2-40B4-BE49-F238E27FC236}">
                          <a16:creationId xmlns:a16="http://schemas.microsoft.com/office/drawing/2014/main" id="{4013CB89-56A0-15BB-2F06-CF1FDAA0FAC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08" name="Group 7">
                      <a:extLst>
                        <a:ext uri="{FF2B5EF4-FFF2-40B4-BE49-F238E27FC236}">
                          <a16:creationId xmlns:a16="http://schemas.microsoft.com/office/drawing/2014/main" id="{E2F59377-1030-4D8B-FF56-8971CFCBF93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09" name="Line 9">
                        <a:extLst>
                          <a:ext uri="{FF2B5EF4-FFF2-40B4-BE49-F238E27FC236}">
                            <a16:creationId xmlns:a16="http://schemas.microsoft.com/office/drawing/2014/main" id="{F3E9DD0B-986B-2407-0CE5-AACA216E3D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0" name="Line 10">
                        <a:extLst>
                          <a:ext uri="{FF2B5EF4-FFF2-40B4-BE49-F238E27FC236}">
                            <a16:creationId xmlns:a16="http://schemas.microsoft.com/office/drawing/2014/main" id="{5873AD7A-73B3-9236-B3F1-02E4CB02F53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1" name="Line 11">
                        <a:extLst>
                          <a:ext uri="{FF2B5EF4-FFF2-40B4-BE49-F238E27FC236}">
                            <a16:creationId xmlns:a16="http://schemas.microsoft.com/office/drawing/2014/main" id="{AAD0779A-2BD7-69DB-BA7B-3C8D9D25C82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2" name="Line 12">
                        <a:extLst>
                          <a:ext uri="{FF2B5EF4-FFF2-40B4-BE49-F238E27FC236}">
                            <a16:creationId xmlns:a16="http://schemas.microsoft.com/office/drawing/2014/main" id="{CBCCEF21-E769-6EDB-FC3D-3E25B8C962E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3" name="Line 13">
                        <a:extLst>
                          <a:ext uri="{FF2B5EF4-FFF2-40B4-BE49-F238E27FC236}">
                            <a16:creationId xmlns:a16="http://schemas.microsoft.com/office/drawing/2014/main" id="{6F9A25AF-B263-ACAD-B5FF-03BFA689A5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4" name="Line 14">
                        <a:extLst>
                          <a:ext uri="{FF2B5EF4-FFF2-40B4-BE49-F238E27FC236}">
                            <a16:creationId xmlns:a16="http://schemas.microsoft.com/office/drawing/2014/main" id="{EE8AC424-5162-7496-4694-ACF0038711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5" name="Line 15">
                        <a:extLst>
                          <a:ext uri="{FF2B5EF4-FFF2-40B4-BE49-F238E27FC236}">
                            <a16:creationId xmlns:a16="http://schemas.microsoft.com/office/drawing/2014/main" id="{C1D8E855-AE05-B917-5DF3-8F6EF845C6B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6" name="Line 16">
                        <a:extLst>
                          <a:ext uri="{FF2B5EF4-FFF2-40B4-BE49-F238E27FC236}">
                            <a16:creationId xmlns:a16="http://schemas.microsoft.com/office/drawing/2014/main" id="{24AFB321-8553-DBD0-CC48-8E59A1EB74D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7" name="Line 17">
                        <a:extLst>
                          <a:ext uri="{FF2B5EF4-FFF2-40B4-BE49-F238E27FC236}">
                            <a16:creationId xmlns:a16="http://schemas.microsoft.com/office/drawing/2014/main" id="{005DC2B9-5148-C267-918C-529486545C7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8" name="Line 18">
                        <a:extLst>
                          <a:ext uri="{FF2B5EF4-FFF2-40B4-BE49-F238E27FC236}">
                            <a16:creationId xmlns:a16="http://schemas.microsoft.com/office/drawing/2014/main" id="{542230F3-022B-A98A-6EF0-11F2CB1D1F3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9" name="Line 19">
                        <a:extLst>
                          <a:ext uri="{FF2B5EF4-FFF2-40B4-BE49-F238E27FC236}">
                            <a16:creationId xmlns:a16="http://schemas.microsoft.com/office/drawing/2014/main" id="{F38EBC2F-6ED7-BEBB-F7D0-9F9A3A243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0" name="Line 20">
                        <a:extLst>
                          <a:ext uri="{FF2B5EF4-FFF2-40B4-BE49-F238E27FC236}">
                            <a16:creationId xmlns:a16="http://schemas.microsoft.com/office/drawing/2014/main" id="{2E8E7ACD-8096-4FBF-E1DA-231F1A532BA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1" name="Line 21">
                        <a:extLst>
                          <a:ext uri="{FF2B5EF4-FFF2-40B4-BE49-F238E27FC236}">
                            <a16:creationId xmlns:a16="http://schemas.microsoft.com/office/drawing/2014/main" id="{6D470E38-65B7-5B8F-01D4-CAFB19DA535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2" name="Line 22">
                        <a:extLst>
                          <a:ext uri="{FF2B5EF4-FFF2-40B4-BE49-F238E27FC236}">
                            <a16:creationId xmlns:a16="http://schemas.microsoft.com/office/drawing/2014/main" id="{806A391E-7E37-F372-DF1B-B23E26729E1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3" name="Line 23">
                        <a:extLst>
                          <a:ext uri="{FF2B5EF4-FFF2-40B4-BE49-F238E27FC236}">
                            <a16:creationId xmlns:a16="http://schemas.microsoft.com/office/drawing/2014/main" id="{7F7DA39A-00D9-9B70-6B41-177E1B8098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4" name="Line 24">
                        <a:extLst>
                          <a:ext uri="{FF2B5EF4-FFF2-40B4-BE49-F238E27FC236}">
                            <a16:creationId xmlns:a16="http://schemas.microsoft.com/office/drawing/2014/main" id="{0C017E92-A64E-950E-AADC-ABCD2B432B9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5" name="Line 25">
                        <a:extLst>
                          <a:ext uri="{FF2B5EF4-FFF2-40B4-BE49-F238E27FC236}">
                            <a16:creationId xmlns:a16="http://schemas.microsoft.com/office/drawing/2014/main" id="{9DEE83FE-C7A8-1DE9-C893-279D843AEDD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6" name="Line 26">
                        <a:extLst>
                          <a:ext uri="{FF2B5EF4-FFF2-40B4-BE49-F238E27FC236}">
                            <a16:creationId xmlns:a16="http://schemas.microsoft.com/office/drawing/2014/main" id="{79F8B0C2-E5D5-ED15-7083-748D39D59B8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7" name="Line 27">
                        <a:extLst>
                          <a:ext uri="{FF2B5EF4-FFF2-40B4-BE49-F238E27FC236}">
                            <a16:creationId xmlns:a16="http://schemas.microsoft.com/office/drawing/2014/main" id="{29822D9A-EB08-EC8B-9D37-30621CBEA5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8" name="Line 28">
                        <a:extLst>
                          <a:ext uri="{FF2B5EF4-FFF2-40B4-BE49-F238E27FC236}">
                            <a16:creationId xmlns:a16="http://schemas.microsoft.com/office/drawing/2014/main" id="{D9F51FD7-5836-8D8D-B848-13C9247E1B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9" name="Line 29">
                        <a:extLst>
                          <a:ext uri="{FF2B5EF4-FFF2-40B4-BE49-F238E27FC236}">
                            <a16:creationId xmlns:a16="http://schemas.microsoft.com/office/drawing/2014/main" id="{88050C7D-A5B5-D8D3-3EA9-8A5C3C822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0" name="Line 30">
                        <a:extLst>
                          <a:ext uri="{FF2B5EF4-FFF2-40B4-BE49-F238E27FC236}">
                            <a16:creationId xmlns:a16="http://schemas.microsoft.com/office/drawing/2014/main" id="{1B1B1A12-C81B-249F-97D6-69FEA324D3D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1" name="Line 31">
                        <a:extLst>
                          <a:ext uri="{FF2B5EF4-FFF2-40B4-BE49-F238E27FC236}">
                            <a16:creationId xmlns:a16="http://schemas.microsoft.com/office/drawing/2014/main" id="{2C0C186D-3569-CAA6-ECA6-E1C83A71B15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2" name="Line 32">
                        <a:extLst>
                          <a:ext uri="{FF2B5EF4-FFF2-40B4-BE49-F238E27FC236}">
                            <a16:creationId xmlns:a16="http://schemas.microsoft.com/office/drawing/2014/main" id="{D9345F82-D02B-0056-9E56-AC1159AF9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3" name="Line 33">
                        <a:extLst>
                          <a:ext uri="{FF2B5EF4-FFF2-40B4-BE49-F238E27FC236}">
                            <a16:creationId xmlns:a16="http://schemas.microsoft.com/office/drawing/2014/main" id="{3404CF0E-74EA-301A-67DE-FB371DCDFA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4" name="Line 34">
                        <a:extLst>
                          <a:ext uri="{FF2B5EF4-FFF2-40B4-BE49-F238E27FC236}">
                            <a16:creationId xmlns:a16="http://schemas.microsoft.com/office/drawing/2014/main" id="{F98A7379-530A-D7E9-2169-34A338FD15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5" name="Line 35">
                        <a:extLst>
                          <a:ext uri="{FF2B5EF4-FFF2-40B4-BE49-F238E27FC236}">
                            <a16:creationId xmlns:a16="http://schemas.microsoft.com/office/drawing/2014/main" id="{88393133-AA8A-5B37-D660-C0781D2AEBD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6" name="Line 36">
                        <a:extLst>
                          <a:ext uri="{FF2B5EF4-FFF2-40B4-BE49-F238E27FC236}">
                            <a16:creationId xmlns:a16="http://schemas.microsoft.com/office/drawing/2014/main" id="{A490AE87-C79F-C3B5-3E45-E7EDAD73A9F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7" name="Line 37">
                        <a:extLst>
                          <a:ext uri="{FF2B5EF4-FFF2-40B4-BE49-F238E27FC236}">
                            <a16:creationId xmlns:a16="http://schemas.microsoft.com/office/drawing/2014/main" id="{59B9B115-1D20-7B9B-F82D-C9523E157C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8" name="Line 38">
                        <a:extLst>
                          <a:ext uri="{FF2B5EF4-FFF2-40B4-BE49-F238E27FC236}">
                            <a16:creationId xmlns:a16="http://schemas.microsoft.com/office/drawing/2014/main" id="{437CEB91-55C4-9221-356D-769AD355A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94" name="Text Box 40">
                    <a:extLst>
                      <a:ext uri="{FF2B5EF4-FFF2-40B4-BE49-F238E27FC236}">
                        <a16:creationId xmlns:a16="http://schemas.microsoft.com/office/drawing/2014/main" id="{16F43DB9-0167-BBC8-9473-AA6506E09C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195" name="Text Box 41">
                    <a:extLst>
                      <a:ext uri="{FF2B5EF4-FFF2-40B4-BE49-F238E27FC236}">
                        <a16:creationId xmlns:a16="http://schemas.microsoft.com/office/drawing/2014/main" id="{565C216B-627A-1BAB-1600-39F81B5D6C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96" name="Line 42">
                    <a:extLst>
                      <a:ext uri="{FF2B5EF4-FFF2-40B4-BE49-F238E27FC236}">
                        <a16:creationId xmlns:a16="http://schemas.microsoft.com/office/drawing/2014/main" id="{AA75BFB6-EFBB-8F23-6539-895C0BA3ABD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7" name="Line 43">
                    <a:extLst>
                      <a:ext uri="{FF2B5EF4-FFF2-40B4-BE49-F238E27FC236}">
                        <a16:creationId xmlns:a16="http://schemas.microsoft.com/office/drawing/2014/main" id="{07A12A25-AC4B-1B3B-FEB2-785CDFD8033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8" name="Line 44">
                    <a:extLst>
                      <a:ext uri="{FF2B5EF4-FFF2-40B4-BE49-F238E27FC236}">
                        <a16:creationId xmlns:a16="http://schemas.microsoft.com/office/drawing/2014/main" id="{5E7C8D37-EFCA-B330-ACF0-75CDF99AF7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9" name="Text Box 46">
                    <a:extLst>
                      <a:ext uri="{FF2B5EF4-FFF2-40B4-BE49-F238E27FC236}">
                        <a16:creationId xmlns:a16="http://schemas.microsoft.com/office/drawing/2014/main" id="{8103793F-34FE-D347-B4D6-6BD717EDF46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00" name="Text Box 47">
                    <a:extLst>
                      <a:ext uri="{FF2B5EF4-FFF2-40B4-BE49-F238E27FC236}">
                        <a16:creationId xmlns:a16="http://schemas.microsoft.com/office/drawing/2014/main" id="{6917D869-D4F3-310E-DF90-E5ACC444CC4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1" name="Text Box 48">
                    <a:extLst>
                      <a:ext uri="{FF2B5EF4-FFF2-40B4-BE49-F238E27FC236}">
                        <a16:creationId xmlns:a16="http://schemas.microsoft.com/office/drawing/2014/main" id="{459A3B67-DA63-DD8E-4C67-4033DAC08DF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02" name="Text Box 50">
                    <a:extLst>
                      <a:ext uri="{FF2B5EF4-FFF2-40B4-BE49-F238E27FC236}">
                        <a16:creationId xmlns:a16="http://schemas.microsoft.com/office/drawing/2014/main" id="{123BFFF4-50BE-6CA8-42E1-4056AA4F70D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03" name="Text Box 51">
                    <a:extLst>
                      <a:ext uri="{FF2B5EF4-FFF2-40B4-BE49-F238E27FC236}">
                        <a16:creationId xmlns:a16="http://schemas.microsoft.com/office/drawing/2014/main" id="{CD0373F1-B08E-7258-AF65-4635DF518D7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04" name="Text Box 52">
                    <a:extLst>
                      <a:ext uri="{FF2B5EF4-FFF2-40B4-BE49-F238E27FC236}">
                        <a16:creationId xmlns:a16="http://schemas.microsoft.com/office/drawing/2014/main" id="{BBFA9485-05F4-A70D-3565-9CB93841693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05" name="Text Box 53">
                    <a:extLst>
                      <a:ext uri="{FF2B5EF4-FFF2-40B4-BE49-F238E27FC236}">
                        <a16:creationId xmlns:a16="http://schemas.microsoft.com/office/drawing/2014/main" id="{16D0EB4A-8D18-E7D8-FEAE-8713159C9E7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06" name="Line 153">
                    <a:extLst>
                      <a:ext uri="{FF2B5EF4-FFF2-40B4-BE49-F238E27FC236}">
                        <a16:creationId xmlns:a16="http://schemas.microsoft.com/office/drawing/2014/main" id="{79894CE6-6D1F-1237-CF51-0C62084DCA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89" name="Line 11">
                <a:extLst>
                  <a:ext uri="{FF2B5EF4-FFF2-40B4-BE49-F238E27FC236}">
                    <a16:creationId xmlns:a16="http://schemas.microsoft.com/office/drawing/2014/main" id="{F172CF78-E02C-ACB8-486A-9BB7542467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87" name="Text Box 41">
              <a:extLst>
                <a:ext uri="{FF2B5EF4-FFF2-40B4-BE49-F238E27FC236}">
                  <a16:creationId xmlns:a16="http://schemas.microsoft.com/office/drawing/2014/main" id="{A3AA9677-BD09-FD28-D05C-125860B159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3" name="Grupo 292">
            <a:extLst>
              <a:ext uri="{FF2B5EF4-FFF2-40B4-BE49-F238E27FC236}">
                <a16:creationId xmlns:a16="http://schemas.microsoft.com/office/drawing/2014/main" id="{F1958199-302C-074F-B47D-11372921FA8A}"/>
              </a:ext>
            </a:extLst>
          </p:cNvPr>
          <p:cNvGrpSpPr/>
          <p:nvPr/>
        </p:nvGrpSpPr>
        <p:grpSpPr>
          <a:xfrm>
            <a:off x="1187624" y="5085184"/>
            <a:ext cx="4191655" cy="1065725"/>
            <a:chOff x="3109309" y="5917230"/>
            <a:chExt cx="3345284" cy="997923"/>
          </a:xfrm>
        </p:grpSpPr>
        <p:grpSp>
          <p:nvGrpSpPr>
            <p:cNvPr id="294" name="Grupo 293">
              <a:extLst>
                <a:ext uri="{FF2B5EF4-FFF2-40B4-BE49-F238E27FC236}">
                  <a16:creationId xmlns:a16="http://schemas.microsoft.com/office/drawing/2014/main" id="{E79F712A-BCDE-1C79-009C-657E124D8EB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96" name="Group 9">
                <a:extLst>
                  <a:ext uri="{FF2B5EF4-FFF2-40B4-BE49-F238E27FC236}">
                    <a16:creationId xmlns:a16="http://schemas.microsoft.com/office/drawing/2014/main" id="{48AFAC4B-12C6-6A98-D460-6068A34D03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98" name="Rectangle 10">
                  <a:extLst>
                    <a:ext uri="{FF2B5EF4-FFF2-40B4-BE49-F238E27FC236}">
                      <a16:creationId xmlns:a16="http://schemas.microsoft.com/office/drawing/2014/main" id="{C31D7E8B-A3CC-D3DD-DF68-43CBF7603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99" name="Group 155">
                  <a:extLst>
                    <a:ext uri="{FF2B5EF4-FFF2-40B4-BE49-F238E27FC236}">
                      <a16:creationId xmlns:a16="http://schemas.microsoft.com/office/drawing/2014/main" id="{CFEB54C5-4CCD-CE36-6D0B-08E7E2BE11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300" name="Group 5">
                    <a:extLst>
                      <a:ext uri="{FF2B5EF4-FFF2-40B4-BE49-F238E27FC236}">
                        <a16:creationId xmlns:a16="http://schemas.microsoft.com/office/drawing/2014/main" id="{97026B68-4B1A-44DE-5514-7EAB099A061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318" name="Rectangle 6">
                      <a:extLst>
                        <a:ext uri="{FF2B5EF4-FFF2-40B4-BE49-F238E27FC236}">
                          <a16:creationId xmlns:a16="http://schemas.microsoft.com/office/drawing/2014/main" id="{8F879909-FCAB-5FE3-475D-E8BDA017976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319" name="Group 7">
                      <a:extLst>
                        <a:ext uri="{FF2B5EF4-FFF2-40B4-BE49-F238E27FC236}">
                          <a16:creationId xmlns:a16="http://schemas.microsoft.com/office/drawing/2014/main" id="{38B31C2E-A9A0-9290-9C5A-7160023A5C0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320" name="Line 9">
                        <a:extLst>
                          <a:ext uri="{FF2B5EF4-FFF2-40B4-BE49-F238E27FC236}">
                            <a16:creationId xmlns:a16="http://schemas.microsoft.com/office/drawing/2014/main" id="{CC0956DF-A043-33F7-EB74-0C877BA71A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10">
                        <a:extLst>
                          <a:ext uri="{FF2B5EF4-FFF2-40B4-BE49-F238E27FC236}">
                            <a16:creationId xmlns:a16="http://schemas.microsoft.com/office/drawing/2014/main" id="{86A1826D-6488-00A2-5F84-D4CC5335C17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11">
                        <a:extLst>
                          <a:ext uri="{FF2B5EF4-FFF2-40B4-BE49-F238E27FC236}">
                            <a16:creationId xmlns:a16="http://schemas.microsoft.com/office/drawing/2014/main" id="{8338E914-5759-A4D2-E1D2-B0916BC339A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12">
                        <a:extLst>
                          <a:ext uri="{FF2B5EF4-FFF2-40B4-BE49-F238E27FC236}">
                            <a16:creationId xmlns:a16="http://schemas.microsoft.com/office/drawing/2014/main" id="{03EC2842-9D93-3AB4-E1FF-B94006F64B1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13">
                        <a:extLst>
                          <a:ext uri="{FF2B5EF4-FFF2-40B4-BE49-F238E27FC236}">
                            <a16:creationId xmlns:a16="http://schemas.microsoft.com/office/drawing/2014/main" id="{0186D197-CF9B-540D-0FAB-DB86BABC704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14">
                        <a:extLst>
                          <a:ext uri="{FF2B5EF4-FFF2-40B4-BE49-F238E27FC236}">
                            <a16:creationId xmlns:a16="http://schemas.microsoft.com/office/drawing/2014/main" id="{D4924F61-EFC4-CC6A-852D-A31C103F765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6" name="Line 15">
                        <a:extLst>
                          <a:ext uri="{FF2B5EF4-FFF2-40B4-BE49-F238E27FC236}">
                            <a16:creationId xmlns:a16="http://schemas.microsoft.com/office/drawing/2014/main" id="{63AEA674-30A0-3BCB-8EEB-E2570D27FF3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7" name="Line 16">
                        <a:extLst>
                          <a:ext uri="{FF2B5EF4-FFF2-40B4-BE49-F238E27FC236}">
                            <a16:creationId xmlns:a16="http://schemas.microsoft.com/office/drawing/2014/main" id="{904D1DE4-990D-F691-FC94-3893BDF900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8" name="Line 17">
                        <a:extLst>
                          <a:ext uri="{FF2B5EF4-FFF2-40B4-BE49-F238E27FC236}">
                            <a16:creationId xmlns:a16="http://schemas.microsoft.com/office/drawing/2014/main" id="{37F21A01-DDC6-4EC6-6591-FA0B3BD6BE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9" name="Line 18">
                        <a:extLst>
                          <a:ext uri="{FF2B5EF4-FFF2-40B4-BE49-F238E27FC236}">
                            <a16:creationId xmlns:a16="http://schemas.microsoft.com/office/drawing/2014/main" id="{5864C0A5-FAF0-CE32-7A5E-16EFB5966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0" name="Line 19">
                        <a:extLst>
                          <a:ext uri="{FF2B5EF4-FFF2-40B4-BE49-F238E27FC236}">
                            <a16:creationId xmlns:a16="http://schemas.microsoft.com/office/drawing/2014/main" id="{827A4CAD-A6B0-3191-CAA8-9BC6CF804B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1" name="Line 20">
                        <a:extLst>
                          <a:ext uri="{FF2B5EF4-FFF2-40B4-BE49-F238E27FC236}">
                            <a16:creationId xmlns:a16="http://schemas.microsoft.com/office/drawing/2014/main" id="{15A210FD-8458-B4C9-AA5C-DCEF54B32AD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2" name="Line 21">
                        <a:extLst>
                          <a:ext uri="{FF2B5EF4-FFF2-40B4-BE49-F238E27FC236}">
                            <a16:creationId xmlns:a16="http://schemas.microsoft.com/office/drawing/2014/main" id="{2F78F22D-F0A6-7434-CE2D-C52C1B309C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3" name="Line 22">
                        <a:extLst>
                          <a:ext uri="{FF2B5EF4-FFF2-40B4-BE49-F238E27FC236}">
                            <a16:creationId xmlns:a16="http://schemas.microsoft.com/office/drawing/2014/main" id="{01106658-20C6-FAC6-85E5-2D18F04D302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4" name="Line 23">
                        <a:extLst>
                          <a:ext uri="{FF2B5EF4-FFF2-40B4-BE49-F238E27FC236}">
                            <a16:creationId xmlns:a16="http://schemas.microsoft.com/office/drawing/2014/main" id="{9CC54C17-3958-0EE5-177E-A565F40FE0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5" name="Line 24">
                        <a:extLst>
                          <a:ext uri="{FF2B5EF4-FFF2-40B4-BE49-F238E27FC236}">
                            <a16:creationId xmlns:a16="http://schemas.microsoft.com/office/drawing/2014/main" id="{234C8CD1-FFA6-4B7D-96BE-AC7CD0D371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6" name="Line 25">
                        <a:extLst>
                          <a:ext uri="{FF2B5EF4-FFF2-40B4-BE49-F238E27FC236}">
                            <a16:creationId xmlns:a16="http://schemas.microsoft.com/office/drawing/2014/main" id="{B2F75884-D34F-8CEB-FF5F-8DB5DFF789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7" name="Line 26">
                        <a:extLst>
                          <a:ext uri="{FF2B5EF4-FFF2-40B4-BE49-F238E27FC236}">
                            <a16:creationId xmlns:a16="http://schemas.microsoft.com/office/drawing/2014/main" id="{3EB26C74-754B-2D50-0829-2D8070BA8A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8" name="Line 27">
                        <a:extLst>
                          <a:ext uri="{FF2B5EF4-FFF2-40B4-BE49-F238E27FC236}">
                            <a16:creationId xmlns:a16="http://schemas.microsoft.com/office/drawing/2014/main" id="{2B956619-DD70-FD04-317E-6D8FF6128F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9" name="Line 28">
                        <a:extLst>
                          <a:ext uri="{FF2B5EF4-FFF2-40B4-BE49-F238E27FC236}">
                            <a16:creationId xmlns:a16="http://schemas.microsoft.com/office/drawing/2014/main" id="{975B95E3-2187-B49B-A8FA-B21180D7F8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0" name="Line 29">
                        <a:extLst>
                          <a:ext uri="{FF2B5EF4-FFF2-40B4-BE49-F238E27FC236}">
                            <a16:creationId xmlns:a16="http://schemas.microsoft.com/office/drawing/2014/main" id="{FB4C6B68-EA07-3A60-9025-CA116CABE9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1" name="Line 30">
                        <a:extLst>
                          <a:ext uri="{FF2B5EF4-FFF2-40B4-BE49-F238E27FC236}">
                            <a16:creationId xmlns:a16="http://schemas.microsoft.com/office/drawing/2014/main" id="{5CBDBDCD-9BCA-96D1-D5B5-F6F9378D76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2" name="Line 31">
                        <a:extLst>
                          <a:ext uri="{FF2B5EF4-FFF2-40B4-BE49-F238E27FC236}">
                            <a16:creationId xmlns:a16="http://schemas.microsoft.com/office/drawing/2014/main" id="{73AA145C-9ACC-2F69-6AAA-8A8C7741BF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3" name="Line 32">
                        <a:extLst>
                          <a:ext uri="{FF2B5EF4-FFF2-40B4-BE49-F238E27FC236}">
                            <a16:creationId xmlns:a16="http://schemas.microsoft.com/office/drawing/2014/main" id="{32293496-D794-02F2-5702-86CA2A6A1A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4" name="Line 33">
                        <a:extLst>
                          <a:ext uri="{FF2B5EF4-FFF2-40B4-BE49-F238E27FC236}">
                            <a16:creationId xmlns:a16="http://schemas.microsoft.com/office/drawing/2014/main" id="{6BDDBEFB-7D41-D0F5-2684-F2F8FBF4AED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5" name="Line 34">
                        <a:extLst>
                          <a:ext uri="{FF2B5EF4-FFF2-40B4-BE49-F238E27FC236}">
                            <a16:creationId xmlns:a16="http://schemas.microsoft.com/office/drawing/2014/main" id="{6B222BF7-E8AD-1D13-06BE-ED020B647C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6" name="Line 35">
                        <a:extLst>
                          <a:ext uri="{FF2B5EF4-FFF2-40B4-BE49-F238E27FC236}">
                            <a16:creationId xmlns:a16="http://schemas.microsoft.com/office/drawing/2014/main" id="{BBA4834F-34C0-2202-BEE6-48B4738432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7" name="Line 36">
                        <a:extLst>
                          <a:ext uri="{FF2B5EF4-FFF2-40B4-BE49-F238E27FC236}">
                            <a16:creationId xmlns:a16="http://schemas.microsoft.com/office/drawing/2014/main" id="{4697B61F-3733-0634-410A-2C5FFB0BCA7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8" name="Line 37">
                        <a:extLst>
                          <a:ext uri="{FF2B5EF4-FFF2-40B4-BE49-F238E27FC236}">
                            <a16:creationId xmlns:a16="http://schemas.microsoft.com/office/drawing/2014/main" id="{1F66F996-C803-23E9-7188-F01AC141AA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9" name="Line 38">
                        <a:extLst>
                          <a:ext uri="{FF2B5EF4-FFF2-40B4-BE49-F238E27FC236}">
                            <a16:creationId xmlns:a16="http://schemas.microsoft.com/office/drawing/2014/main" id="{5FB45DF6-0D43-A8A6-7164-F7729DB61E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01" name="Line 39">
                    <a:extLst>
                      <a:ext uri="{FF2B5EF4-FFF2-40B4-BE49-F238E27FC236}">
                        <a16:creationId xmlns:a16="http://schemas.microsoft.com/office/drawing/2014/main" id="{41E658F8-81FF-3C8A-14F4-86AD0AEEA6C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2" name="Text Box 40">
                    <a:extLst>
                      <a:ext uri="{FF2B5EF4-FFF2-40B4-BE49-F238E27FC236}">
                        <a16:creationId xmlns:a16="http://schemas.microsoft.com/office/drawing/2014/main" id="{0999FCFB-F056-799F-9290-6AE0FB2831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03" name="Text Box 41">
                    <a:extLst>
                      <a:ext uri="{FF2B5EF4-FFF2-40B4-BE49-F238E27FC236}">
                        <a16:creationId xmlns:a16="http://schemas.microsoft.com/office/drawing/2014/main" id="{6696E24F-5FC5-27C0-977E-E52116F7A4E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04" name="Line 42">
                    <a:extLst>
                      <a:ext uri="{FF2B5EF4-FFF2-40B4-BE49-F238E27FC236}">
                        <a16:creationId xmlns:a16="http://schemas.microsoft.com/office/drawing/2014/main" id="{A4AC5BAA-DF35-FC2B-3DD1-531E1D2D1BB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5" name="Line 43">
                    <a:extLst>
                      <a:ext uri="{FF2B5EF4-FFF2-40B4-BE49-F238E27FC236}">
                        <a16:creationId xmlns:a16="http://schemas.microsoft.com/office/drawing/2014/main" id="{87422717-3726-D8C4-AB22-273402B39CB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6" name="Line 44">
                    <a:extLst>
                      <a:ext uri="{FF2B5EF4-FFF2-40B4-BE49-F238E27FC236}">
                        <a16:creationId xmlns:a16="http://schemas.microsoft.com/office/drawing/2014/main" id="{51A0479F-241B-52ED-9C93-CC4847B9644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7" name="Text Box 45">
                    <a:extLst>
                      <a:ext uri="{FF2B5EF4-FFF2-40B4-BE49-F238E27FC236}">
                        <a16:creationId xmlns:a16="http://schemas.microsoft.com/office/drawing/2014/main" id="{28FA63A5-AB5E-9D1E-B6D9-E2F41D7829C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08" name="Text Box 46">
                    <a:extLst>
                      <a:ext uri="{FF2B5EF4-FFF2-40B4-BE49-F238E27FC236}">
                        <a16:creationId xmlns:a16="http://schemas.microsoft.com/office/drawing/2014/main" id="{09C82BE2-14BE-5A74-3351-CA6BD1B79F4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09" name="Text Box 47">
                    <a:extLst>
                      <a:ext uri="{FF2B5EF4-FFF2-40B4-BE49-F238E27FC236}">
                        <a16:creationId xmlns:a16="http://schemas.microsoft.com/office/drawing/2014/main" id="{66850310-F318-4538-0BEC-51D6649BF64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10" name="Text Box 48">
                    <a:extLst>
                      <a:ext uri="{FF2B5EF4-FFF2-40B4-BE49-F238E27FC236}">
                        <a16:creationId xmlns:a16="http://schemas.microsoft.com/office/drawing/2014/main" id="{00668006-D06A-EC85-B2A6-105355406F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11" name="Text Box 49">
                    <a:extLst>
                      <a:ext uri="{FF2B5EF4-FFF2-40B4-BE49-F238E27FC236}">
                        <a16:creationId xmlns:a16="http://schemas.microsoft.com/office/drawing/2014/main" id="{77FADA5A-60CF-DB51-6E57-60B05F7E37D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2" name="Text Box 50">
                    <a:extLst>
                      <a:ext uri="{FF2B5EF4-FFF2-40B4-BE49-F238E27FC236}">
                        <a16:creationId xmlns:a16="http://schemas.microsoft.com/office/drawing/2014/main" id="{E51A9D04-E09E-DF0A-7534-AF9004804A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13" name="Text Box 51">
                    <a:extLst>
                      <a:ext uri="{FF2B5EF4-FFF2-40B4-BE49-F238E27FC236}">
                        <a16:creationId xmlns:a16="http://schemas.microsoft.com/office/drawing/2014/main" id="{D4416466-B033-BFDE-77F7-EA717DE7E6F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4" name="Text Box 52">
                    <a:extLst>
                      <a:ext uri="{FF2B5EF4-FFF2-40B4-BE49-F238E27FC236}">
                        <a16:creationId xmlns:a16="http://schemas.microsoft.com/office/drawing/2014/main" id="{C0DA22BF-2771-7DBE-A84B-8C70D2E0E16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15" name="Text Box 53">
                    <a:extLst>
                      <a:ext uri="{FF2B5EF4-FFF2-40B4-BE49-F238E27FC236}">
                        <a16:creationId xmlns:a16="http://schemas.microsoft.com/office/drawing/2014/main" id="{FEB2510C-9FAA-1441-1A50-8751CF8A868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316" name="Line 153">
                    <a:extLst>
                      <a:ext uri="{FF2B5EF4-FFF2-40B4-BE49-F238E27FC236}">
                        <a16:creationId xmlns:a16="http://schemas.microsoft.com/office/drawing/2014/main" id="{347AF03D-13EA-8489-291A-BB2C10B2DC0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7" name="Text Box 154">
                    <a:extLst>
                      <a:ext uri="{FF2B5EF4-FFF2-40B4-BE49-F238E27FC236}">
                        <a16:creationId xmlns:a16="http://schemas.microsoft.com/office/drawing/2014/main" id="{8FEAE800-4651-A22C-0A27-BD632ADBFC4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97" name="Text Box 41">
                <a:extLst>
                  <a:ext uri="{FF2B5EF4-FFF2-40B4-BE49-F238E27FC236}">
                    <a16:creationId xmlns:a16="http://schemas.microsoft.com/office/drawing/2014/main" id="{9B7DE546-ED77-4675-9A5A-7CBCB873BBB9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5" name="Line 11">
              <a:extLst>
                <a:ext uri="{FF2B5EF4-FFF2-40B4-BE49-F238E27FC236}">
                  <a16:creationId xmlns:a16="http://schemas.microsoft.com/office/drawing/2014/main" id="{43635D45-25EB-B656-A66D-E2DE45285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50" name="Rectángulo 349">
            <a:extLst>
              <a:ext uri="{FF2B5EF4-FFF2-40B4-BE49-F238E27FC236}">
                <a16:creationId xmlns:a16="http://schemas.microsoft.com/office/drawing/2014/main" id="{BF319DC1-5436-6627-9000-F7BEF9A7540B}"/>
              </a:ext>
            </a:extLst>
          </p:cNvPr>
          <p:cNvSpPr/>
          <p:nvPr/>
        </p:nvSpPr>
        <p:spPr>
          <a:xfrm>
            <a:off x="2851756" y="2755835"/>
            <a:ext cx="1575420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1" name="Rectángulo 350">
            <a:extLst>
              <a:ext uri="{FF2B5EF4-FFF2-40B4-BE49-F238E27FC236}">
                <a16:creationId xmlns:a16="http://schemas.microsoft.com/office/drawing/2014/main" id="{DC9AFFB8-80AE-6EF5-10D3-6682E0144316}"/>
              </a:ext>
            </a:extLst>
          </p:cNvPr>
          <p:cNvSpPr/>
          <p:nvPr/>
        </p:nvSpPr>
        <p:spPr>
          <a:xfrm>
            <a:off x="2157731" y="5197647"/>
            <a:ext cx="158361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07" name="Grupo 406">
            <a:extLst>
              <a:ext uri="{FF2B5EF4-FFF2-40B4-BE49-F238E27FC236}">
                <a16:creationId xmlns:a16="http://schemas.microsoft.com/office/drawing/2014/main" id="{E600D859-E318-B2EE-2B32-6DB00562769F}"/>
              </a:ext>
            </a:extLst>
          </p:cNvPr>
          <p:cNvGrpSpPr/>
          <p:nvPr/>
        </p:nvGrpSpPr>
        <p:grpSpPr>
          <a:xfrm>
            <a:off x="1259632" y="3909657"/>
            <a:ext cx="4163830" cy="1051477"/>
            <a:chOff x="3109309" y="5917230"/>
            <a:chExt cx="3345284" cy="997923"/>
          </a:xfrm>
        </p:grpSpPr>
        <p:grpSp>
          <p:nvGrpSpPr>
            <p:cNvPr id="408" name="Grupo 407">
              <a:extLst>
                <a:ext uri="{FF2B5EF4-FFF2-40B4-BE49-F238E27FC236}">
                  <a16:creationId xmlns:a16="http://schemas.microsoft.com/office/drawing/2014/main" id="{1A15187B-42A3-D63C-6FF7-F5869BBCF99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410" name="Group 9">
                <a:extLst>
                  <a:ext uri="{FF2B5EF4-FFF2-40B4-BE49-F238E27FC236}">
                    <a16:creationId xmlns:a16="http://schemas.microsoft.com/office/drawing/2014/main" id="{8CE55722-0C7A-0E67-3886-33CE189ED3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412" name="Rectangle 10">
                  <a:extLst>
                    <a:ext uri="{FF2B5EF4-FFF2-40B4-BE49-F238E27FC236}">
                      <a16:creationId xmlns:a16="http://schemas.microsoft.com/office/drawing/2014/main" id="{AAF1D8B3-FE4D-6E50-908F-A59A81A967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413" name="Group 155">
                  <a:extLst>
                    <a:ext uri="{FF2B5EF4-FFF2-40B4-BE49-F238E27FC236}">
                      <a16:creationId xmlns:a16="http://schemas.microsoft.com/office/drawing/2014/main" id="{606932B0-DB27-A54C-C30E-C296D57EFF7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414" name="Group 5">
                    <a:extLst>
                      <a:ext uri="{FF2B5EF4-FFF2-40B4-BE49-F238E27FC236}">
                        <a16:creationId xmlns:a16="http://schemas.microsoft.com/office/drawing/2014/main" id="{DE1394CF-86F5-9C9B-473A-C01A40F1E8A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32" name="Rectangle 6">
                      <a:extLst>
                        <a:ext uri="{FF2B5EF4-FFF2-40B4-BE49-F238E27FC236}">
                          <a16:creationId xmlns:a16="http://schemas.microsoft.com/office/drawing/2014/main" id="{87A82458-CD74-4193-85CB-92EF90DFC62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3" name="Group 7">
                      <a:extLst>
                        <a:ext uri="{FF2B5EF4-FFF2-40B4-BE49-F238E27FC236}">
                          <a16:creationId xmlns:a16="http://schemas.microsoft.com/office/drawing/2014/main" id="{B6DD8665-F988-BAC1-1104-C9E72305D3E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34" name="Line 9">
                        <a:extLst>
                          <a:ext uri="{FF2B5EF4-FFF2-40B4-BE49-F238E27FC236}">
                            <a16:creationId xmlns:a16="http://schemas.microsoft.com/office/drawing/2014/main" id="{6B0870D3-EF16-544C-F30A-573CC751FA0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10">
                        <a:extLst>
                          <a:ext uri="{FF2B5EF4-FFF2-40B4-BE49-F238E27FC236}">
                            <a16:creationId xmlns:a16="http://schemas.microsoft.com/office/drawing/2014/main" id="{8646AD8A-F772-6E7A-4DE9-F3034F4A43C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11">
                        <a:extLst>
                          <a:ext uri="{FF2B5EF4-FFF2-40B4-BE49-F238E27FC236}">
                            <a16:creationId xmlns:a16="http://schemas.microsoft.com/office/drawing/2014/main" id="{6B8B3803-9F4F-883C-CA1F-C88230BD136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12">
                        <a:extLst>
                          <a:ext uri="{FF2B5EF4-FFF2-40B4-BE49-F238E27FC236}">
                            <a16:creationId xmlns:a16="http://schemas.microsoft.com/office/drawing/2014/main" id="{CCABCF42-AA4C-2F82-5A74-8710A1D7AC9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13">
                        <a:extLst>
                          <a:ext uri="{FF2B5EF4-FFF2-40B4-BE49-F238E27FC236}">
                            <a16:creationId xmlns:a16="http://schemas.microsoft.com/office/drawing/2014/main" id="{A30B3F2C-D753-30DE-9AE9-E09C1286E2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14">
                        <a:extLst>
                          <a:ext uri="{FF2B5EF4-FFF2-40B4-BE49-F238E27FC236}">
                            <a16:creationId xmlns:a16="http://schemas.microsoft.com/office/drawing/2014/main" id="{1FFB6D60-4BE1-575B-42B8-264A22AE800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0" name="Line 15">
                        <a:extLst>
                          <a:ext uri="{FF2B5EF4-FFF2-40B4-BE49-F238E27FC236}">
                            <a16:creationId xmlns:a16="http://schemas.microsoft.com/office/drawing/2014/main" id="{E3AE9569-7904-20F4-D997-893678ADB89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1" name="Line 16">
                        <a:extLst>
                          <a:ext uri="{FF2B5EF4-FFF2-40B4-BE49-F238E27FC236}">
                            <a16:creationId xmlns:a16="http://schemas.microsoft.com/office/drawing/2014/main" id="{9C306C43-5ECE-B524-2DEE-6097692B0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2" name="Line 17">
                        <a:extLst>
                          <a:ext uri="{FF2B5EF4-FFF2-40B4-BE49-F238E27FC236}">
                            <a16:creationId xmlns:a16="http://schemas.microsoft.com/office/drawing/2014/main" id="{7A4631AE-2155-B080-F1D1-62339B61CEF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3" name="Line 18">
                        <a:extLst>
                          <a:ext uri="{FF2B5EF4-FFF2-40B4-BE49-F238E27FC236}">
                            <a16:creationId xmlns:a16="http://schemas.microsoft.com/office/drawing/2014/main" id="{549002B1-5DFB-EDF4-3EE8-0DD6A83272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4" name="Line 19">
                        <a:extLst>
                          <a:ext uri="{FF2B5EF4-FFF2-40B4-BE49-F238E27FC236}">
                            <a16:creationId xmlns:a16="http://schemas.microsoft.com/office/drawing/2014/main" id="{5555C38D-C84C-49CF-56FF-58476BDEC6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5" name="Line 20">
                        <a:extLst>
                          <a:ext uri="{FF2B5EF4-FFF2-40B4-BE49-F238E27FC236}">
                            <a16:creationId xmlns:a16="http://schemas.microsoft.com/office/drawing/2014/main" id="{12BC4D0A-282E-EEAC-E663-CC97A3F1C2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6" name="Line 21">
                        <a:extLst>
                          <a:ext uri="{FF2B5EF4-FFF2-40B4-BE49-F238E27FC236}">
                            <a16:creationId xmlns:a16="http://schemas.microsoft.com/office/drawing/2014/main" id="{CFDD8D30-9DDC-5286-8546-B704017B7B2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7" name="Line 22">
                        <a:extLst>
                          <a:ext uri="{FF2B5EF4-FFF2-40B4-BE49-F238E27FC236}">
                            <a16:creationId xmlns:a16="http://schemas.microsoft.com/office/drawing/2014/main" id="{322DF0C0-ED73-44DB-EA12-66B32738EDA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8" name="Line 23">
                        <a:extLst>
                          <a:ext uri="{FF2B5EF4-FFF2-40B4-BE49-F238E27FC236}">
                            <a16:creationId xmlns:a16="http://schemas.microsoft.com/office/drawing/2014/main" id="{F584C20C-B98B-646C-9351-37553C88C6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9" name="Line 24">
                        <a:extLst>
                          <a:ext uri="{FF2B5EF4-FFF2-40B4-BE49-F238E27FC236}">
                            <a16:creationId xmlns:a16="http://schemas.microsoft.com/office/drawing/2014/main" id="{BE6CFA20-B426-E876-690E-C5174B37FBB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0" name="Line 25">
                        <a:extLst>
                          <a:ext uri="{FF2B5EF4-FFF2-40B4-BE49-F238E27FC236}">
                            <a16:creationId xmlns:a16="http://schemas.microsoft.com/office/drawing/2014/main" id="{4F403728-3E95-53A9-A7A6-510AEFB2AF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1" name="Line 26">
                        <a:extLst>
                          <a:ext uri="{FF2B5EF4-FFF2-40B4-BE49-F238E27FC236}">
                            <a16:creationId xmlns:a16="http://schemas.microsoft.com/office/drawing/2014/main" id="{593C958A-53C4-C99C-2015-882A68AD6A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2" name="Line 27">
                        <a:extLst>
                          <a:ext uri="{FF2B5EF4-FFF2-40B4-BE49-F238E27FC236}">
                            <a16:creationId xmlns:a16="http://schemas.microsoft.com/office/drawing/2014/main" id="{4E759ECA-8E3B-EC00-2665-24C92B91B0B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3" name="Line 28">
                        <a:extLst>
                          <a:ext uri="{FF2B5EF4-FFF2-40B4-BE49-F238E27FC236}">
                            <a16:creationId xmlns:a16="http://schemas.microsoft.com/office/drawing/2014/main" id="{3B1E8701-0C9B-4B13-B9AB-19454467F4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4" name="Line 29">
                        <a:extLst>
                          <a:ext uri="{FF2B5EF4-FFF2-40B4-BE49-F238E27FC236}">
                            <a16:creationId xmlns:a16="http://schemas.microsoft.com/office/drawing/2014/main" id="{ABA67E68-790D-C4B6-2AC3-4DD8A908CF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5" name="Line 30">
                        <a:extLst>
                          <a:ext uri="{FF2B5EF4-FFF2-40B4-BE49-F238E27FC236}">
                            <a16:creationId xmlns:a16="http://schemas.microsoft.com/office/drawing/2014/main" id="{42AA04FB-CB7E-7322-2A2B-0D09A7413A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6" name="Line 31">
                        <a:extLst>
                          <a:ext uri="{FF2B5EF4-FFF2-40B4-BE49-F238E27FC236}">
                            <a16:creationId xmlns:a16="http://schemas.microsoft.com/office/drawing/2014/main" id="{88A74738-766E-139A-FF6A-8583CC5FFA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7" name="Line 32">
                        <a:extLst>
                          <a:ext uri="{FF2B5EF4-FFF2-40B4-BE49-F238E27FC236}">
                            <a16:creationId xmlns:a16="http://schemas.microsoft.com/office/drawing/2014/main" id="{87486AE7-BB5F-2B19-D917-B01507E0E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8" name="Line 33">
                        <a:extLst>
                          <a:ext uri="{FF2B5EF4-FFF2-40B4-BE49-F238E27FC236}">
                            <a16:creationId xmlns:a16="http://schemas.microsoft.com/office/drawing/2014/main" id="{E3FAAC03-4213-4442-4564-0E6FD9C93E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9" name="Line 34">
                        <a:extLst>
                          <a:ext uri="{FF2B5EF4-FFF2-40B4-BE49-F238E27FC236}">
                            <a16:creationId xmlns:a16="http://schemas.microsoft.com/office/drawing/2014/main" id="{8C0BF79C-104A-5EB5-9716-3F751FA8D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0" name="Line 35">
                        <a:extLst>
                          <a:ext uri="{FF2B5EF4-FFF2-40B4-BE49-F238E27FC236}">
                            <a16:creationId xmlns:a16="http://schemas.microsoft.com/office/drawing/2014/main" id="{E8B7A349-4FA5-4A5F-DA6D-ADA12EDBE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1" name="Line 36">
                        <a:extLst>
                          <a:ext uri="{FF2B5EF4-FFF2-40B4-BE49-F238E27FC236}">
                            <a16:creationId xmlns:a16="http://schemas.microsoft.com/office/drawing/2014/main" id="{C82766C9-0C94-856A-8639-810A417F65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2" name="Line 37">
                        <a:extLst>
                          <a:ext uri="{FF2B5EF4-FFF2-40B4-BE49-F238E27FC236}">
                            <a16:creationId xmlns:a16="http://schemas.microsoft.com/office/drawing/2014/main" id="{E74155CA-6077-3450-B534-9A352D217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3" name="Line 38">
                        <a:extLst>
                          <a:ext uri="{FF2B5EF4-FFF2-40B4-BE49-F238E27FC236}">
                            <a16:creationId xmlns:a16="http://schemas.microsoft.com/office/drawing/2014/main" id="{95BCB036-9E87-D2EA-317E-0B59EC37DC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415" name="Line 39">
                    <a:extLst>
                      <a:ext uri="{FF2B5EF4-FFF2-40B4-BE49-F238E27FC236}">
                        <a16:creationId xmlns:a16="http://schemas.microsoft.com/office/drawing/2014/main" id="{5A9D0448-F0D4-E64E-14A5-86532F9D65C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6" name="Text Box 40">
                    <a:extLst>
                      <a:ext uri="{FF2B5EF4-FFF2-40B4-BE49-F238E27FC236}">
                        <a16:creationId xmlns:a16="http://schemas.microsoft.com/office/drawing/2014/main" id="{5F00E380-2698-E0EC-896E-AA585C473E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417" name="Text Box 41">
                    <a:extLst>
                      <a:ext uri="{FF2B5EF4-FFF2-40B4-BE49-F238E27FC236}">
                        <a16:creationId xmlns:a16="http://schemas.microsoft.com/office/drawing/2014/main" id="{EBA6500F-C189-37B5-0ADC-D5261DE11BB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418" name="Line 42">
                    <a:extLst>
                      <a:ext uri="{FF2B5EF4-FFF2-40B4-BE49-F238E27FC236}">
                        <a16:creationId xmlns:a16="http://schemas.microsoft.com/office/drawing/2014/main" id="{7D8291FA-C195-E577-6206-CB6759598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9" name="Line 43">
                    <a:extLst>
                      <a:ext uri="{FF2B5EF4-FFF2-40B4-BE49-F238E27FC236}">
                        <a16:creationId xmlns:a16="http://schemas.microsoft.com/office/drawing/2014/main" id="{201D4D67-CB32-0726-45A2-97A18E69246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0" name="Line 44">
                    <a:extLst>
                      <a:ext uri="{FF2B5EF4-FFF2-40B4-BE49-F238E27FC236}">
                        <a16:creationId xmlns:a16="http://schemas.microsoft.com/office/drawing/2014/main" id="{3A2C1107-9984-B84D-9B96-344DA8D2CB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1" name="Text Box 45">
                    <a:extLst>
                      <a:ext uri="{FF2B5EF4-FFF2-40B4-BE49-F238E27FC236}">
                        <a16:creationId xmlns:a16="http://schemas.microsoft.com/office/drawing/2014/main" id="{8624A72C-5391-DA6C-CD44-BFE81C4250F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2" name="Text Box 46">
                    <a:extLst>
                      <a:ext uri="{FF2B5EF4-FFF2-40B4-BE49-F238E27FC236}">
                        <a16:creationId xmlns:a16="http://schemas.microsoft.com/office/drawing/2014/main" id="{2D8815D1-AB07-D857-529F-461720701B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3" name="Text Box 47">
                    <a:extLst>
                      <a:ext uri="{FF2B5EF4-FFF2-40B4-BE49-F238E27FC236}">
                        <a16:creationId xmlns:a16="http://schemas.microsoft.com/office/drawing/2014/main" id="{57C11847-58B9-2D14-8CD4-60D701C77B2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4" name="Text Box 48">
                    <a:extLst>
                      <a:ext uri="{FF2B5EF4-FFF2-40B4-BE49-F238E27FC236}">
                        <a16:creationId xmlns:a16="http://schemas.microsoft.com/office/drawing/2014/main" id="{A67CB203-01AD-AB02-2112-23FD212D18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25" name="Text Box 49">
                    <a:extLst>
                      <a:ext uri="{FF2B5EF4-FFF2-40B4-BE49-F238E27FC236}">
                        <a16:creationId xmlns:a16="http://schemas.microsoft.com/office/drawing/2014/main" id="{671CF8F1-5B04-294A-8150-F990ED30A6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6" name="Text Box 50">
                    <a:extLst>
                      <a:ext uri="{FF2B5EF4-FFF2-40B4-BE49-F238E27FC236}">
                        <a16:creationId xmlns:a16="http://schemas.microsoft.com/office/drawing/2014/main" id="{1EDCC276-D546-E20B-5203-63F3BE4DE10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27" name="Text Box 51">
                    <a:extLst>
                      <a:ext uri="{FF2B5EF4-FFF2-40B4-BE49-F238E27FC236}">
                        <a16:creationId xmlns:a16="http://schemas.microsoft.com/office/drawing/2014/main" id="{7C52BA3F-BA98-BDC0-E71F-6302A5D1DA9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8" name="Text Box 52">
                    <a:extLst>
                      <a:ext uri="{FF2B5EF4-FFF2-40B4-BE49-F238E27FC236}">
                        <a16:creationId xmlns:a16="http://schemas.microsoft.com/office/drawing/2014/main" id="{AFF0535E-75E6-B99C-58AF-D96025067E5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29" name="Text Box 53">
                    <a:extLst>
                      <a:ext uri="{FF2B5EF4-FFF2-40B4-BE49-F238E27FC236}">
                        <a16:creationId xmlns:a16="http://schemas.microsoft.com/office/drawing/2014/main" id="{77CF2ED6-9AF9-7CAC-293C-F9AA6D584FE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30" name="Line 153">
                    <a:extLst>
                      <a:ext uri="{FF2B5EF4-FFF2-40B4-BE49-F238E27FC236}">
                        <a16:creationId xmlns:a16="http://schemas.microsoft.com/office/drawing/2014/main" id="{BD1BCF93-6F7D-E5CC-8E39-30271514A5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1" name="Text Box 154">
                    <a:extLst>
                      <a:ext uri="{FF2B5EF4-FFF2-40B4-BE49-F238E27FC236}">
                        <a16:creationId xmlns:a16="http://schemas.microsoft.com/office/drawing/2014/main" id="{855CF00F-DBE9-56B0-2EB4-98240DD6110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411" name="Text Box 41">
                <a:extLst>
                  <a:ext uri="{FF2B5EF4-FFF2-40B4-BE49-F238E27FC236}">
                    <a16:creationId xmlns:a16="http://schemas.microsoft.com/office/drawing/2014/main" id="{59069C84-8551-FE47-39C3-B5F1F1624F5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409" name="Line 11">
              <a:extLst>
                <a:ext uri="{FF2B5EF4-FFF2-40B4-BE49-F238E27FC236}">
                  <a16:creationId xmlns:a16="http://schemas.microsoft.com/office/drawing/2014/main" id="{D92E10E0-5FA0-CDB7-EC47-E35124103E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464" name="Rectángulo 463">
            <a:extLst>
              <a:ext uri="{FF2B5EF4-FFF2-40B4-BE49-F238E27FC236}">
                <a16:creationId xmlns:a16="http://schemas.microsoft.com/office/drawing/2014/main" id="{8310DB85-2BD0-6A07-FAD1-C5B18D1BC873}"/>
              </a:ext>
            </a:extLst>
          </p:cNvPr>
          <p:cNvSpPr/>
          <p:nvPr/>
        </p:nvSpPr>
        <p:spPr>
          <a:xfrm>
            <a:off x="2223300" y="4025326"/>
            <a:ext cx="156167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65" name="21 Grupo">
            <a:extLst>
              <a:ext uri="{FF2B5EF4-FFF2-40B4-BE49-F238E27FC236}">
                <a16:creationId xmlns:a16="http://schemas.microsoft.com/office/drawing/2014/main" id="{7DA4EE27-F670-AB0D-0451-EF0113072D2B}"/>
              </a:ext>
            </a:extLst>
          </p:cNvPr>
          <p:cNvGrpSpPr/>
          <p:nvPr/>
        </p:nvGrpSpPr>
        <p:grpSpPr>
          <a:xfrm>
            <a:off x="2299604" y="1665901"/>
            <a:ext cx="5876146" cy="2842874"/>
            <a:chOff x="-1160130" y="2983118"/>
            <a:chExt cx="5876146" cy="2842874"/>
          </a:xfrm>
        </p:grpSpPr>
        <p:cxnSp>
          <p:nvCxnSpPr>
            <p:cNvPr id="467" name="Conector recto de flecha 466">
              <a:extLst>
                <a:ext uri="{FF2B5EF4-FFF2-40B4-BE49-F238E27FC236}">
                  <a16:creationId xmlns:a16="http://schemas.microsoft.com/office/drawing/2014/main" id="{9AAA1144-0FB6-8F16-25D4-62DD9E652A5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26284" y="3867800"/>
              <a:ext cx="1276191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Conector recto de flecha 468">
              <a:extLst>
                <a:ext uri="{FF2B5EF4-FFF2-40B4-BE49-F238E27FC236}">
                  <a16:creationId xmlns:a16="http://schemas.microsoft.com/office/drawing/2014/main" id="{19E9E588-18C0-B6EA-C60C-0164865CF6A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0" name="Conector recto de flecha 469">
              <a:extLst>
                <a:ext uri="{FF2B5EF4-FFF2-40B4-BE49-F238E27FC236}">
                  <a16:creationId xmlns:a16="http://schemas.microsoft.com/office/drawing/2014/main" id="{5738C81F-E9A6-0288-D91E-EA07775D3BA2}"/>
                </a:ext>
              </a:extLst>
            </p:cNvPr>
            <p:cNvCxnSpPr>
              <a:cxnSpLocks/>
              <a:stCxn id="471" idx="0"/>
            </p:cNvCxnSpPr>
            <p:nvPr/>
          </p:nvCxnSpPr>
          <p:spPr bwMode="auto">
            <a:xfrm flipH="1" flipV="1">
              <a:off x="4000500" y="4953000"/>
              <a:ext cx="5" cy="619076"/>
            </a:xfrm>
            <a:prstGeom prst="straightConnector1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1" name="CuadroTexto 470">
              <a:extLst>
                <a:ext uri="{FF2B5EF4-FFF2-40B4-BE49-F238E27FC236}">
                  <a16:creationId xmlns:a16="http://schemas.microsoft.com/office/drawing/2014/main" id="{F778ED57-6EB0-E15D-9630-78898AA1B6B6}"/>
                </a:ext>
              </a:extLst>
            </p:cNvPr>
            <p:cNvSpPr txBox="1"/>
            <p:nvPr/>
          </p:nvSpPr>
          <p:spPr>
            <a:xfrm>
              <a:off x="3351930" y="5572076"/>
              <a:ext cx="129715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 err="1">
                  <a:solidFill>
                    <a:srgbClr val="FF6600"/>
                  </a:solidFill>
                </a:rPr>
                <a:t>opcode</a:t>
              </a:r>
              <a:r>
                <a:rPr lang="es-ES_tradnl" sz="1050" b="1" noProof="0" dirty="0">
                  <a:solidFill>
                    <a:srgbClr val="FF6600"/>
                  </a:solidFill>
                </a:rPr>
                <a:t> → </a:t>
              </a:r>
              <a:r>
                <a:rPr lang="es-ES_tradnl" sz="1050" b="1" noProof="0" dirty="0" err="1">
                  <a:solidFill>
                    <a:srgbClr val="FF6600"/>
                  </a:solidFill>
                </a:rPr>
                <a:t>MxInm</a:t>
              </a:r>
              <a:endParaRPr lang="es-ES_tradnl" sz="105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72" name="CuadroTexto 471">
              <a:extLst>
                <a:ext uri="{FF2B5EF4-FFF2-40B4-BE49-F238E27FC236}">
                  <a16:creationId xmlns:a16="http://schemas.microsoft.com/office/drawing/2014/main" id="{0F52F2E7-B031-6229-A12C-2B35F4ED40E6}"/>
                </a:ext>
              </a:extLst>
            </p:cNvPr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cxnSp>
          <p:nvCxnSpPr>
            <p:cNvPr id="474" name="Conector recto de flecha 56">
              <a:extLst>
                <a:ext uri="{FF2B5EF4-FFF2-40B4-BE49-F238E27FC236}">
                  <a16:creationId xmlns:a16="http://schemas.microsoft.com/office/drawing/2014/main" id="{DF1D1D90-8A60-6AC9-0A74-31124518B5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-1160130" y="3342683"/>
              <a:ext cx="4970130" cy="1589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5" name="Conector recto de flecha 57">
              <a:extLst>
                <a:ext uri="{FF2B5EF4-FFF2-40B4-BE49-F238E27FC236}">
                  <a16:creationId xmlns:a16="http://schemas.microsoft.com/office/drawing/2014/main" id="{470B0E85-F94F-37BC-ECFE-E8926E7F23A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12045" y="4362146"/>
              <a:ext cx="497955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6" name="CuadroTexto 61">
              <a:extLst>
                <a:ext uri="{FF2B5EF4-FFF2-40B4-BE49-F238E27FC236}">
                  <a16:creationId xmlns:a16="http://schemas.microsoft.com/office/drawing/2014/main" id="{D811B5BE-8AE1-6EC9-5309-2B9F18D2D71A}"/>
                </a:ext>
              </a:extLst>
            </p:cNvPr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7" name="CuadroTexto 63">
              <a:extLst>
                <a:ext uri="{FF2B5EF4-FFF2-40B4-BE49-F238E27FC236}">
                  <a16:creationId xmlns:a16="http://schemas.microsoft.com/office/drawing/2014/main" id="{972B6550-4CC1-4F02-12BB-DA9CF86E5574}"/>
                </a:ext>
              </a:extLst>
            </p:cNvPr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478" name="11 Conector recto">
              <a:extLst>
                <a:ext uri="{FF2B5EF4-FFF2-40B4-BE49-F238E27FC236}">
                  <a16:creationId xmlns:a16="http://schemas.microsoft.com/office/drawing/2014/main" id="{62F2AC94-EA1E-F672-168B-6EF0E4714890}"/>
                </a:ext>
              </a:extLst>
            </p:cNvPr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9" name="12 CuadroTexto">
              <a:extLst>
                <a:ext uri="{FF2B5EF4-FFF2-40B4-BE49-F238E27FC236}">
                  <a16:creationId xmlns:a16="http://schemas.microsoft.com/office/drawing/2014/main" id="{63A5F440-D120-BF6B-EE5C-F7B1DE0CB478}"/>
                </a:ext>
              </a:extLst>
            </p:cNvPr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cxnSp>
        <p:nvCxnSpPr>
          <p:cNvPr id="481" name="Conector recto de flecha 56">
            <a:extLst>
              <a:ext uri="{FF2B5EF4-FFF2-40B4-BE49-F238E27FC236}">
                <a16:creationId xmlns:a16="http://schemas.microsoft.com/office/drawing/2014/main" id="{AF27123E-7001-F7E2-0FEA-271171E3F076}"/>
              </a:ext>
            </a:extLst>
          </p:cNvPr>
          <p:cNvCxnSpPr>
            <a:cxnSpLocks/>
          </p:cNvCxnSpPr>
          <p:nvPr/>
        </p:nvCxnSpPr>
        <p:spPr bwMode="auto">
          <a:xfrm flipV="1">
            <a:off x="2299604" y="2025466"/>
            <a:ext cx="0" cy="720692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6" name="Conector recto de flecha 56">
            <a:extLst>
              <a:ext uri="{FF2B5EF4-FFF2-40B4-BE49-F238E27FC236}">
                <a16:creationId xmlns:a16="http://schemas.microsoft.com/office/drawing/2014/main" id="{7ED32EEE-33E4-B8F8-13FB-658069FDD311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3717032"/>
            <a:ext cx="0" cy="308294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8" name="Conector recto de flecha 56">
            <a:extLst>
              <a:ext uri="{FF2B5EF4-FFF2-40B4-BE49-F238E27FC236}">
                <a16:creationId xmlns:a16="http://schemas.microsoft.com/office/drawing/2014/main" id="{EC97F610-249C-6CF1-3375-A1CC3DBC0F85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9952" y="3723675"/>
            <a:ext cx="0" cy="325648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0" name="Conector recto de flecha 56">
            <a:extLst>
              <a:ext uri="{FF2B5EF4-FFF2-40B4-BE49-F238E27FC236}">
                <a16:creationId xmlns:a16="http://schemas.microsoft.com/office/drawing/2014/main" id="{8B368C03-D435-4793-F6F0-5A36F51564A3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3717032"/>
            <a:ext cx="4150322" cy="6643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3" name="Conector recto de flecha 56">
            <a:extLst>
              <a:ext uri="{FF2B5EF4-FFF2-40B4-BE49-F238E27FC236}">
                <a16:creationId xmlns:a16="http://schemas.microsoft.com/office/drawing/2014/main" id="{5FDA7F83-8D68-72F9-7ECB-D2C0D4857B96}"/>
              </a:ext>
            </a:extLst>
          </p:cNvPr>
          <p:cNvCxnSpPr>
            <a:cxnSpLocks/>
          </p:cNvCxnSpPr>
          <p:nvPr/>
        </p:nvCxnSpPr>
        <p:spPr bwMode="auto">
          <a:xfrm>
            <a:off x="5986018" y="2543940"/>
            <a:ext cx="0" cy="1179735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8" name="Conector recto de flecha 56">
            <a:extLst>
              <a:ext uri="{FF2B5EF4-FFF2-40B4-BE49-F238E27FC236}">
                <a16:creationId xmlns:a16="http://schemas.microsoft.com/office/drawing/2014/main" id="{19F85712-2980-C057-2FCD-F1F3838D217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4917408"/>
            <a:ext cx="4949858" cy="23760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9" name="Conector recto de flecha 56">
            <a:extLst>
              <a:ext uri="{FF2B5EF4-FFF2-40B4-BE49-F238E27FC236}">
                <a16:creationId xmlns:a16="http://schemas.microsoft.com/office/drawing/2014/main" id="{123023E5-D665-2B30-18B1-ABFE8986C016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4929288"/>
            <a:ext cx="0" cy="268359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0" name="Conector recto de flecha 56">
            <a:extLst>
              <a:ext uri="{FF2B5EF4-FFF2-40B4-BE49-F238E27FC236}">
                <a16:creationId xmlns:a16="http://schemas.microsoft.com/office/drawing/2014/main" id="{B3B5BCA8-476F-E67B-16E2-6F5AAB1E2E8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22697" y="4929288"/>
            <a:ext cx="0" cy="265037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2" name="Conector recto de flecha 56">
            <a:extLst>
              <a:ext uri="{FF2B5EF4-FFF2-40B4-BE49-F238E27FC236}">
                <a16:creationId xmlns:a16="http://schemas.microsoft.com/office/drawing/2014/main" id="{558BF766-CBE0-CA32-0A82-7381F2AE83BF}"/>
              </a:ext>
            </a:extLst>
          </p:cNvPr>
          <p:cNvCxnSpPr>
            <a:cxnSpLocks/>
          </p:cNvCxnSpPr>
          <p:nvPr/>
        </p:nvCxnSpPr>
        <p:spPr bwMode="auto">
          <a:xfrm flipH="1">
            <a:off x="6770909" y="3024577"/>
            <a:ext cx="7757" cy="1892831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3" name="Llamada rectangular redondeada 512">
            <a:extLst>
              <a:ext uri="{FF2B5EF4-FFF2-40B4-BE49-F238E27FC236}">
                <a16:creationId xmlns:a16="http://schemas.microsoft.com/office/drawing/2014/main" id="{A2BB18A6-182C-EBFC-0730-E4A41AF54F11}"/>
              </a:ext>
            </a:extLst>
          </p:cNvPr>
          <p:cNvSpPr/>
          <p:nvPr/>
        </p:nvSpPr>
        <p:spPr bwMode="auto">
          <a:xfrm>
            <a:off x="5091930" y="6099810"/>
            <a:ext cx="2514600" cy="685800"/>
          </a:xfrm>
          <a:prstGeom prst="wedgeRoundRectCallout">
            <a:avLst>
              <a:gd name="adj1" fmla="val -13074"/>
              <a:gd name="adj2" fmla="val -219887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este caso, recordar que se inserta un bit a 0 a la derecha del inmediato (</a:t>
            </a:r>
            <a:r>
              <a:rPr lang="es-ES_tradnl" sz="1200" noProof="0" dirty="0" err="1">
                <a:solidFill>
                  <a:schemeClr val="tx1"/>
                </a:solidFill>
              </a:rPr>
              <a:t>inm</a:t>
            </a:r>
            <a:r>
              <a:rPr lang="es-ES_tradnl" sz="1200" noProof="0" dirty="0">
                <a:solidFill>
                  <a:schemeClr val="tx1"/>
                </a:solidFill>
              </a:rPr>
              <a:t>[0]=0)</a:t>
            </a:r>
          </a:p>
        </p:txBody>
      </p:sp>
      <p:sp>
        <p:nvSpPr>
          <p:cNvPr id="514" name="Llamada rectangular redondeada 513">
            <a:extLst>
              <a:ext uri="{FF2B5EF4-FFF2-40B4-BE49-F238E27FC236}">
                <a16:creationId xmlns:a16="http://schemas.microsoft.com/office/drawing/2014/main" id="{3116EDA1-D536-107E-2C04-4ADB976FA3D0}"/>
              </a:ext>
            </a:extLst>
          </p:cNvPr>
          <p:cNvSpPr/>
          <p:nvPr/>
        </p:nvSpPr>
        <p:spPr bwMode="auto">
          <a:xfrm>
            <a:off x="684213" y="1202045"/>
            <a:ext cx="2514600" cy="685800"/>
          </a:xfrm>
          <a:prstGeom prst="wedgeRoundRectCallout">
            <a:avLst>
              <a:gd name="adj1" fmla="val -21390"/>
              <a:gd name="adj2" fmla="val 165663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todas las instrucciones, el bit de signo siempre está en la misma posición (bit 31 de la instrucción)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E61ED5-2B01-62A1-A385-BE7416294050}"/>
              </a:ext>
            </a:extLst>
          </p:cNvPr>
          <p:cNvSpPr/>
          <p:nvPr/>
        </p:nvSpPr>
        <p:spPr bwMode="auto">
          <a:xfrm>
            <a:off x="7262209" y="1770577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4" name="Line 63">
            <a:extLst>
              <a:ext uri="{FF2B5EF4-FFF2-40B4-BE49-F238E27FC236}">
                <a16:creationId xmlns:a16="http://schemas.microsoft.com/office/drawing/2014/main" id="{1C563D4B-2092-C4A0-53C1-F66E6A5630BA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9230" y="192901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6" name="Text Box 65">
            <a:extLst>
              <a:ext uri="{FF2B5EF4-FFF2-40B4-BE49-F238E27FC236}">
                <a16:creationId xmlns:a16="http://schemas.microsoft.com/office/drawing/2014/main" id="{6948D49E-320B-89AC-B9C9-75A8A953A756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7003" y="170080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7" name="Line 63">
            <a:extLst>
              <a:ext uri="{FF2B5EF4-FFF2-40B4-BE49-F238E27FC236}">
                <a16:creationId xmlns:a16="http://schemas.microsoft.com/office/drawing/2014/main" id="{D0CC5DE4-7E22-F616-A152-2BBE000E5E86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2441307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8" name="Text Box 65">
            <a:extLst>
              <a:ext uri="{FF2B5EF4-FFF2-40B4-BE49-F238E27FC236}">
                <a16:creationId xmlns:a16="http://schemas.microsoft.com/office/drawing/2014/main" id="{9382EAB0-3EC6-DBD3-6B46-BB2D13FDCB8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2213101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9" name="Line 63">
            <a:extLst>
              <a:ext uri="{FF2B5EF4-FFF2-40B4-BE49-F238E27FC236}">
                <a16:creationId xmlns:a16="http://schemas.microsoft.com/office/drawing/2014/main" id="{7A89796F-8528-2A4E-8375-EFC38A48999C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480933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0" name="Text Box 65">
            <a:extLst>
              <a:ext uri="{FF2B5EF4-FFF2-40B4-BE49-F238E27FC236}">
                <a16:creationId xmlns:a16="http://schemas.microsoft.com/office/drawing/2014/main" id="{D954F18E-6341-A093-78E5-21152385E02A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458112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11" name="Line 63">
            <a:extLst>
              <a:ext uri="{FF2B5EF4-FFF2-40B4-BE49-F238E27FC236}">
                <a16:creationId xmlns:a16="http://schemas.microsoft.com/office/drawing/2014/main" id="{8CF77F82-87DE-E109-36F2-41C69B29871D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7861398" y="264909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2" name="Text Box 65">
            <a:extLst>
              <a:ext uri="{FF2B5EF4-FFF2-40B4-BE49-F238E27FC236}">
                <a16:creationId xmlns:a16="http://schemas.microsoft.com/office/drawing/2014/main" id="{A6E46E27-7054-5F38-049A-F9014A02A66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7819583" y="2420888"/>
            <a:ext cx="208390" cy="246221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dirty="0">
                <a:solidFill>
                  <a:schemeClr val="tx2"/>
                </a:solidFill>
                <a:latin typeface="Calibri" pitchFamily="-103" charset="0"/>
              </a:rPr>
              <a:t>3</a:t>
            </a:r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2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5694B04-A269-CA8F-7019-58528D502C9F}"/>
              </a:ext>
            </a:extLst>
          </p:cNvPr>
          <p:cNvSpPr txBox="1"/>
          <p:nvPr/>
        </p:nvSpPr>
        <p:spPr>
          <a:xfrm>
            <a:off x="6828839" y="4521324"/>
            <a:ext cx="2279665" cy="138499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opcode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4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determina el formato de la instrucción y, a partir de este, queda fijada la posición de los 12 bits del operando inmediato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98758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Llamada rectangular redondeada 1">
            <a:extLst>
              <a:ext uri="{FF2B5EF4-FFF2-40B4-BE49-F238E27FC236}">
                <a16:creationId xmlns:a16="http://schemas.microsoft.com/office/drawing/2014/main" id="{DB487532-BE9F-F550-1AF2-D6A2DAE8D333}"/>
              </a:ext>
            </a:extLst>
          </p:cNvPr>
          <p:cNvSpPr/>
          <p:nvPr/>
        </p:nvSpPr>
        <p:spPr bwMode="auto">
          <a:xfrm>
            <a:off x="3707157" y="6120298"/>
            <a:ext cx="3958010" cy="685800"/>
          </a:xfrm>
          <a:prstGeom prst="wedgeRoundRectCallout">
            <a:avLst>
              <a:gd name="adj1" fmla="val -57518"/>
              <a:gd name="adj2" fmla="val -194208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Por simplicidad indicamos que se pasa la instrucción completa al generador, que se encargará de generar el operando inmediato de 32 bits a partir del valor de </a:t>
            </a:r>
            <a:r>
              <a:rPr lang="es-ES_tradnl" sz="1100" dirty="0" err="1">
                <a:solidFill>
                  <a:schemeClr val="tx1"/>
                </a:solidFill>
                <a:latin typeface="Courier New"/>
                <a:cs typeface="Courier New"/>
              </a:rPr>
              <a:t>opcode</a:t>
            </a:r>
            <a:r>
              <a:rPr lang="es-ES_tradnl" sz="1200" noProof="0" dirty="0">
                <a:solidFill>
                  <a:schemeClr val="tx1"/>
                </a:solidFill>
              </a:rPr>
              <a:t> y el inmediato de 12 bits en la instrucción</a:t>
            </a:r>
          </a:p>
        </p:txBody>
      </p: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13D3-3A6B-457B-C27E-16DBF2B22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03EF93-9110-F3BB-6955-292F5DB77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E97EF0-58A0-C49F-FB6F-9B1E92A06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54</a:t>
            </a:fld>
            <a:endParaRPr lang="es-ES_tradnl" noProof="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A6A88B-2FF7-36B2-E3C1-3EBEBAD7C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4" name="7 Grupo">
            <a:extLst>
              <a:ext uri="{FF2B5EF4-FFF2-40B4-BE49-F238E27FC236}">
                <a16:creationId xmlns:a16="http://schemas.microsoft.com/office/drawing/2014/main" id="{0BA1AD4F-7397-1FD2-D2B2-B34FD7D53C53}"/>
              </a:ext>
            </a:extLst>
          </p:cNvPr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6" name="Rectangle 168">
              <a:extLst>
                <a:ext uri="{FF2B5EF4-FFF2-40B4-BE49-F238E27FC236}">
                  <a16:creationId xmlns:a16="http://schemas.microsoft.com/office/drawing/2014/main" id="{ECBC66C2-6590-1EE0-56C4-2ABD12E55E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7" name="3 CuadroTexto">
              <a:extLst>
                <a:ext uri="{FF2B5EF4-FFF2-40B4-BE49-F238E27FC236}">
                  <a16:creationId xmlns:a16="http://schemas.microsoft.com/office/drawing/2014/main" id="{159E0613-3D62-A2DA-93DD-3940917D540D}"/>
                </a:ext>
              </a:extLst>
            </p:cNvPr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ABEF7421-9096-6C4F-52CC-0B62A6DE1F63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9" name="Text Box 15">
              <a:extLst>
                <a:ext uri="{FF2B5EF4-FFF2-40B4-BE49-F238E27FC236}">
                  <a16:creationId xmlns:a16="http://schemas.microsoft.com/office/drawing/2014/main" id="{A651DFE3-2F74-F055-0CA9-350147105075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0" name="Line 16">
              <a:extLst>
                <a:ext uri="{FF2B5EF4-FFF2-40B4-BE49-F238E27FC236}">
                  <a16:creationId xmlns:a16="http://schemas.microsoft.com/office/drawing/2014/main" id="{9D310352-FEA7-E7EB-557F-D153CBE04C38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1" name="Text Box 17">
              <a:extLst>
                <a:ext uri="{FF2B5EF4-FFF2-40B4-BE49-F238E27FC236}">
                  <a16:creationId xmlns:a16="http://schemas.microsoft.com/office/drawing/2014/main" id="{6A644A00-B1AF-83E2-07E8-304DFAB2E16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2" name="Line 18">
              <a:extLst>
                <a:ext uri="{FF2B5EF4-FFF2-40B4-BE49-F238E27FC236}">
                  <a16:creationId xmlns:a16="http://schemas.microsoft.com/office/drawing/2014/main" id="{6C90A2A6-2FE3-690B-D3ED-618A73D24254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3" name="Text Box 19">
              <a:extLst>
                <a:ext uri="{FF2B5EF4-FFF2-40B4-BE49-F238E27FC236}">
                  <a16:creationId xmlns:a16="http://schemas.microsoft.com/office/drawing/2014/main" id="{D0DC280E-BC2E-0120-1469-953619743B7C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4" name="Line 20">
              <a:extLst>
                <a:ext uri="{FF2B5EF4-FFF2-40B4-BE49-F238E27FC236}">
                  <a16:creationId xmlns:a16="http://schemas.microsoft.com/office/drawing/2014/main" id="{E40C8E53-18BD-548A-F9AC-38CA7756E3E5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67CA2391-A33D-4111-5234-2F71B043F73E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029444D6-EB6C-9CA0-14C3-77F64A1218E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8E9B82B2-807B-E291-C23B-C71CAC211AD3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766B215-DA2C-90E7-E814-B8A6BDFC038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F39E2C9F-1895-642E-9FB8-DFEAFE4E46EE}"/>
                </a:ext>
              </a:extLst>
            </p:cNvPr>
            <p:cNvCxnSpPr>
              <a:cxnSpLocks/>
              <a:stCxn id="17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1D77DA-8BBB-00F2-98FA-E96E81BA8B7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D2E3DB8B-5D47-9220-D937-46C28F4F333D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AEDC2293-B88E-C05F-188D-FAAE52448D3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D35FFBFE-1C13-1C8C-4733-DED88D8247FD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9D5AF571-C0D0-AE45-59AF-3B83F5D66234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5" name="Freeform 42">
              <a:extLst>
                <a:ext uri="{FF2B5EF4-FFF2-40B4-BE49-F238E27FC236}">
                  <a16:creationId xmlns:a16="http://schemas.microsoft.com/office/drawing/2014/main" id="{3B9D8F0D-2D5D-1651-5722-88264CC17DE6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87CD4192-E16C-8C4A-D014-EF592F97AE6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A1D7A45-6F3C-0613-30DF-C38AAC2DE7C5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AD1E4429-60B2-42A2-E461-C64923EE12CD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55289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E7A64-6CA7-6566-5708-B6F30607E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BEE19-085A-E5D6-744A-9AD307DC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</a:t>
            </a:r>
            <a:r>
              <a:rPr lang="es-ES_tradnl" sz="2800" dirty="0">
                <a:latin typeface="Arial" panose="020B0604020202020204" pitchFamily="34" charset="0"/>
                <a:cs typeface="Arial" panose="020B0604020202020204" pitchFamily="34" charset="0"/>
              </a:rPr>
              <a:t>La Unidad Aritmético Lógica</a:t>
            </a:r>
            <a:endParaRPr lang="es-ES_tradnl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10ACE37-1364-5D80-32EC-3A36165AF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55</a:t>
            </a:fld>
            <a:endParaRPr lang="es-ES_tradnl" noProof="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BE3B8EFD-355F-919F-318D-5CA05F198F22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A5F08287-8D96-B891-9F4C-4DF78040860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51583BBE-E942-FB01-09BE-BC894A1191DE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6121094-3D83-9C01-DE8B-872203C4B6D5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4DADE0B2-3B8D-F74F-9D27-3ADDC2A8241D}"/>
                </a:ext>
              </a:extLst>
            </p:cNvPr>
            <p:cNvCxnSpPr>
              <a:cxnSpLocks/>
              <a:stCxn id="7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Freeform 42">
              <a:extLst>
                <a:ext uri="{FF2B5EF4-FFF2-40B4-BE49-F238E27FC236}">
                  <a16:creationId xmlns:a16="http://schemas.microsoft.com/office/drawing/2014/main" id="{CD0FAA71-3376-AE7C-740E-52786E4B3E65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10" name="Conector angular 9">
              <a:extLst>
                <a:ext uri="{FF2B5EF4-FFF2-40B4-BE49-F238E27FC236}">
                  <a16:creationId xmlns:a16="http://schemas.microsoft.com/office/drawing/2014/main" id="{11DDEF66-C002-B79F-7822-0BB18E88EC01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" name="Conector angular 10">
              <a:extLst>
                <a:ext uri="{FF2B5EF4-FFF2-40B4-BE49-F238E27FC236}">
                  <a16:creationId xmlns:a16="http://schemas.microsoft.com/office/drawing/2014/main" id="{F8ACE847-FC07-D024-0820-3ADC3AABAEE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" name="Conector recto de flecha 11">
              <a:extLst>
                <a:ext uri="{FF2B5EF4-FFF2-40B4-BE49-F238E27FC236}">
                  <a16:creationId xmlns:a16="http://schemas.microsoft.com/office/drawing/2014/main" id="{3DD54FA2-72DF-F0FC-4DDC-A3C8EF2F9A8A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935D8634-A7D2-1C47-E97A-CD9E1F9336F8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1AEC636-4736-9A4E-4B6C-183E947F9CC9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15" name="Conector recto de flecha 14">
              <a:extLst>
                <a:ext uri="{FF2B5EF4-FFF2-40B4-BE49-F238E27FC236}">
                  <a16:creationId xmlns:a16="http://schemas.microsoft.com/office/drawing/2014/main" id="{80F77184-F875-2200-BCA3-9040456BEC04}"/>
                </a:ext>
              </a:extLst>
            </p:cNvPr>
            <p:cNvCxnSpPr>
              <a:cxnSpLocks/>
              <a:stCxn id="57" idx="3"/>
              <a:endCxn id="14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42F86D9F-746E-0DC7-28B6-7672DED7EA2B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9BE9DDF1-6D06-3A6A-1F90-2526A3ED659D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AE28236-C0F7-84B0-63EC-C3D99BBEBAC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E5884389-A8C5-17FB-EE5C-DBFB9CC216DF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060D88E7-9B41-F8BF-CA49-510BA7508EE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38D79550-0A6A-195D-7A31-7616C4B967F0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C81222F1-B59D-2C0B-1FD5-E9CF2C948A53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C41FCE57-A644-454E-079A-A6C57AA132B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4" name="Cerrar llave 205">
              <a:extLst>
                <a:ext uri="{FF2B5EF4-FFF2-40B4-BE49-F238E27FC236}">
                  <a16:creationId xmlns:a16="http://schemas.microsoft.com/office/drawing/2014/main" id="{BD032869-A9D2-EB4C-CB65-68F937F251BD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8DD4FBD5-3809-DF19-78A9-78E1EA428693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C6DA06D5-26DF-7F6D-FE14-90F81A42EE63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17F8A1AA-F801-ADD6-DA6B-9C60FB0770CA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99B76D09-8266-CE3F-F0CD-17840141E5B5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DC804C06-947B-D9B3-6C6F-2523DC0E1912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6BF9920C-C17F-DC99-340F-0C3BB9F67D38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FB65F47C-FAEF-57A5-9435-32A3569409E5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2" name="Conector recto 31">
              <a:extLst>
                <a:ext uri="{FF2B5EF4-FFF2-40B4-BE49-F238E27FC236}">
                  <a16:creationId xmlns:a16="http://schemas.microsoft.com/office/drawing/2014/main" id="{A830AA18-D5F2-D97A-80F7-C536A45CFE40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A3EE9216-22D7-1AC0-AEAB-285B454DC497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33">
              <a:extLst>
                <a:ext uri="{FF2B5EF4-FFF2-40B4-BE49-F238E27FC236}">
                  <a16:creationId xmlns:a16="http://schemas.microsoft.com/office/drawing/2014/main" id="{2AF82565-CCCE-F036-2C3A-482264A2C83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34">
              <a:extLst>
                <a:ext uri="{FF2B5EF4-FFF2-40B4-BE49-F238E27FC236}">
                  <a16:creationId xmlns:a16="http://schemas.microsoft.com/office/drawing/2014/main" id="{50BFC5C1-EA31-B408-52ED-F163982FCF1D}"/>
                </a:ext>
              </a:extLst>
            </p:cNvPr>
            <p:cNvCxnSpPr>
              <a:cxnSpLocks/>
              <a:stCxn id="38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75755413-1DC4-B398-3EC8-C68CAE20E035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37" name="Conector recto 36">
              <a:extLst>
                <a:ext uri="{FF2B5EF4-FFF2-40B4-BE49-F238E27FC236}">
                  <a16:creationId xmlns:a16="http://schemas.microsoft.com/office/drawing/2014/main" id="{5D887AC2-E496-6291-10A2-C72BE10BEE0D}"/>
                </a:ext>
              </a:extLst>
            </p:cNvPr>
            <p:cNvCxnSpPr>
              <a:cxnSpLocks/>
              <a:stCxn id="55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9FA2BE28-1A83-7699-89DC-A5A2B046D13F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7C43F9C9-9AA9-6D2B-84A2-A76FAB640961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FB671154-3A4F-86CC-E7BA-C27B8E139E17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F645AFE9-8F29-F2BA-4BD3-A12CF707DEA4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C022CA56-2BFA-B62E-51B6-C856CD61801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Conector recto 42">
              <a:extLst>
                <a:ext uri="{FF2B5EF4-FFF2-40B4-BE49-F238E27FC236}">
                  <a16:creationId xmlns:a16="http://schemas.microsoft.com/office/drawing/2014/main" id="{DEEF6BAC-3089-CAB7-E407-75C1CF154741}"/>
                </a:ext>
              </a:extLst>
            </p:cNvPr>
            <p:cNvCxnSpPr>
              <a:cxnSpLocks/>
              <a:stCxn id="40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27244D5-662D-5C3E-F0E4-9316640FC5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44">
              <a:extLst>
                <a:ext uri="{FF2B5EF4-FFF2-40B4-BE49-F238E27FC236}">
                  <a16:creationId xmlns:a16="http://schemas.microsoft.com/office/drawing/2014/main" id="{23D16A08-9842-9514-65DD-80D6DAE3AC4F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Conector recto 45">
              <a:extLst>
                <a:ext uri="{FF2B5EF4-FFF2-40B4-BE49-F238E27FC236}">
                  <a16:creationId xmlns:a16="http://schemas.microsoft.com/office/drawing/2014/main" id="{9B0A6364-426D-349C-50F8-A53C108AD1D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7D8881B7-BF6A-6DF7-066A-EE0FED0126FC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44CF55CF-CCB3-2DD6-8809-857916CD93A0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9" name="Rectángulo 48">
              <a:extLst>
                <a:ext uri="{FF2B5EF4-FFF2-40B4-BE49-F238E27FC236}">
                  <a16:creationId xmlns:a16="http://schemas.microsoft.com/office/drawing/2014/main" id="{2B88DDD1-0CEC-1951-1FCB-C6C62810FF4B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Conector recto 253">
              <a:extLst>
                <a:ext uri="{FF2B5EF4-FFF2-40B4-BE49-F238E27FC236}">
                  <a16:creationId xmlns:a16="http://schemas.microsoft.com/office/drawing/2014/main" id="{6A325030-2B45-0EFC-DAC0-2CA8C278143C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1" name="142 Triángulo isósceles">
              <a:extLst>
                <a:ext uri="{FF2B5EF4-FFF2-40B4-BE49-F238E27FC236}">
                  <a16:creationId xmlns:a16="http://schemas.microsoft.com/office/drawing/2014/main" id="{C04C3D12-60EC-32F5-EC82-56D18E6C4952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2" name="140 Triángulo isósceles">
              <a:extLst>
                <a:ext uri="{FF2B5EF4-FFF2-40B4-BE49-F238E27FC236}">
                  <a16:creationId xmlns:a16="http://schemas.microsoft.com/office/drawing/2014/main" id="{FDCC0BF3-4DBC-11E1-501D-1EA4A2FF40C3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172A4747-972B-1F15-2272-920176C2EFA8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A2A9288B-B2A2-42C6-76A1-779652941E8A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D471DEB3-F508-A640-6ED5-0352A3CEDF3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56" name="Freeform 42">
              <a:extLst>
                <a:ext uri="{FF2B5EF4-FFF2-40B4-BE49-F238E27FC236}">
                  <a16:creationId xmlns:a16="http://schemas.microsoft.com/office/drawing/2014/main" id="{4B3ACE82-FCE9-BB17-CCF8-78034CE205BF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A7A341D4-B960-B632-1104-73548DB40279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58" name="Conector recto 57">
              <a:extLst>
                <a:ext uri="{FF2B5EF4-FFF2-40B4-BE49-F238E27FC236}">
                  <a16:creationId xmlns:a16="http://schemas.microsoft.com/office/drawing/2014/main" id="{F97BFB61-3282-E4ED-8BD2-43D66D35D3A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9" name="Llamada rectangular redondeada 58">
            <a:extLst>
              <a:ext uri="{FF2B5EF4-FFF2-40B4-BE49-F238E27FC236}">
                <a16:creationId xmlns:a16="http://schemas.microsoft.com/office/drawing/2014/main" id="{02CB8156-BF75-572D-A8A0-89A7E95DFFA8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54967011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57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 (rs1==rs2),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(PC+4)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59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FB3362F-B33A-796A-A695-8D4CE1FA89D1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80347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5004048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404209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65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4236263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66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5781077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37AD985-5EB5-4D6B-90D5-3981A0307636}"/>
              </a:ext>
            </a:extLst>
          </p:cNvPr>
          <p:cNvGrpSpPr/>
          <p:nvPr/>
        </p:nvGrpSpPr>
        <p:grpSpPr>
          <a:xfrm>
            <a:off x="4928612" y="65545"/>
            <a:ext cx="4179892" cy="843175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995245DE-D3EB-7AD7-E44F-87A3045F2A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47C80C88-5C33-7FCF-3C79-B402FC19E4C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2630C6D3-0B62-8A69-072C-C1BEAB88F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0" name="Rectangle 6">
                    <a:extLst>
                      <a:ext uri="{FF2B5EF4-FFF2-40B4-BE49-F238E27FC236}">
                        <a16:creationId xmlns:a16="http://schemas.microsoft.com/office/drawing/2014/main" id="{E7C6BFC2-ECAF-C8B6-6120-0C4E8B4DA1D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72" name="Group 7">
                    <a:extLst>
                      <a:ext uri="{FF2B5EF4-FFF2-40B4-BE49-F238E27FC236}">
                        <a16:creationId xmlns:a16="http://schemas.microsoft.com/office/drawing/2014/main" id="{952F5797-75F5-3C25-B4AA-2915B6C7091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13" name="Line 9">
                      <a:extLst>
                        <a:ext uri="{FF2B5EF4-FFF2-40B4-BE49-F238E27FC236}">
                          <a16:creationId xmlns:a16="http://schemas.microsoft.com/office/drawing/2014/main" id="{A955F0F5-A21E-48BA-C2B4-97138E67B08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10">
                      <a:extLst>
                        <a:ext uri="{FF2B5EF4-FFF2-40B4-BE49-F238E27FC236}">
                          <a16:creationId xmlns:a16="http://schemas.microsoft.com/office/drawing/2014/main" id="{92F44EA6-1DE4-F479-1D7A-391F77B118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1">
                      <a:extLst>
                        <a:ext uri="{FF2B5EF4-FFF2-40B4-BE49-F238E27FC236}">
                          <a16:creationId xmlns:a16="http://schemas.microsoft.com/office/drawing/2014/main" id="{B31BA30B-599E-6C49-BC70-2FEC0D9B0F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12">
                      <a:extLst>
                        <a:ext uri="{FF2B5EF4-FFF2-40B4-BE49-F238E27FC236}">
                          <a16:creationId xmlns:a16="http://schemas.microsoft.com/office/drawing/2014/main" id="{AC6D4D5A-AB81-8CAC-8C0C-CEDD27D4C3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13">
                      <a:extLst>
                        <a:ext uri="{FF2B5EF4-FFF2-40B4-BE49-F238E27FC236}">
                          <a16:creationId xmlns:a16="http://schemas.microsoft.com/office/drawing/2014/main" id="{8C9A6909-C9F6-2CF1-5E7D-352366F0C66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14">
                      <a:extLst>
                        <a:ext uri="{FF2B5EF4-FFF2-40B4-BE49-F238E27FC236}">
                          <a16:creationId xmlns:a16="http://schemas.microsoft.com/office/drawing/2014/main" id="{8F1C683A-5C61-F936-3B33-523C40AE3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">
                      <a:extLst>
                        <a:ext uri="{FF2B5EF4-FFF2-40B4-BE49-F238E27FC236}">
                          <a16:creationId xmlns:a16="http://schemas.microsoft.com/office/drawing/2014/main" id="{41D600A5-8832-2465-4B2C-BD336A6DC5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16">
                      <a:extLst>
                        <a:ext uri="{FF2B5EF4-FFF2-40B4-BE49-F238E27FC236}">
                          <a16:creationId xmlns:a16="http://schemas.microsoft.com/office/drawing/2014/main" id="{649EB862-615F-D7F2-FD68-DA7150504B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17">
                      <a:extLst>
                        <a:ext uri="{FF2B5EF4-FFF2-40B4-BE49-F238E27FC236}">
                          <a16:creationId xmlns:a16="http://schemas.microsoft.com/office/drawing/2014/main" id="{D76F4342-9261-478A-6959-6617B3948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18">
                      <a:extLst>
                        <a:ext uri="{FF2B5EF4-FFF2-40B4-BE49-F238E27FC236}">
                          <a16:creationId xmlns:a16="http://schemas.microsoft.com/office/drawing/2014/main" id="{76F95C1F-C353-687A-2B3C-91F8F563C9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19">
                      <a:extLst>
                        <a:ext uri="{FF2B5EF4-FFF2-40B4-BE49-F238E27FC236}">
                          <a16:creationId xmlns:a16="http://schemas.microsoft.com/office/drawing/2014/main" id="{9708117F-330C-8C47-F6CF-31B41C8626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20">
                      <a:extLst>
                        <a:ext uri="{FF2B5EF4-FFF2-40B4-BE49-F238E27FC236}">
                          <a16:creationId xmlns:a16="http://schemas.microsoft.com/office/drawing/2014/main" id="{52CF00AB-4453-7C53-0366-5FC7226AD7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21">
                      <a:extLst>
                        <a:ext uri="{FF2B5EF4-FFF2-40B4-BE49-F238E27FC236}">
                          <a16:creationId xmlns:a16="http://schemas.microsoft.com/office/drawing/2014/main" id="{3CDA3E3C-C101-1BA4-BE1F-53F0CD6303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22">
                      <a:extLst>
                        <a:ext uri="{FF2B5EF4-FFF2-40B4-BE49-F238E27FC236}">
                          <a16:creationId xmlns:a16="http://schemas.microsoft.com/office/drawing/2014/main" id="{B54DED06-FFD8-0B1A-D83A-AD1C4FAB2F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5" name="Line 23">
                      <a:extLst>
                        <a:ext uri="{FF2B5EF4-FFF2-40B4-BE49-F238E27FC236}">
                          <a16:creationId xmlns:a16="http://schemas.microsoft.com/office/drawing/2014/main" id="{830D0B63-1FE2-E238-68F6-E78D2EC48D7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6" name="Line 24">
                      <a:extLst>
                        <a:ext uri="{FF2B5EF4-FFF2-40B4-BE49-F238E27FC236}">
                          <a16:creationId xmlns:a16="http://schemas.microsoft.com/office/drawing/2014/main" id="{A3371464-D8D3-12C9-DD92-EECA6B6453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7" name="Line 25">
                      <a:extLst>
                        <a:ext uri="{FF2B5EF4-FFF2-40B4-BE49-F238E27FC236}">
                          <a16:creationId xmlns:a16="http://schemas.microsoft.com/office/drawing/2014/main" id="{F741860E-4BAF-31FF-E2C0-4CE04DA02B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8" name="Line 26">
                      <a:extLst>
                        <a:ext uri="{FF2B5EF4-FFF2-40B4-BE49-F238E27FC236}">
                          <a16:creationId xmlns:a16="http://schemas.microsoft.com/office/drawing/2014/main" id="{BE05E648-47F7-A1EB-F9E7-E469B9FBD51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9" name="Line 27">
                      <a:extLst>
                        <a:ext uri="{FF2B5EF4-FFF2-40B4-BE49-F238E27FC236}">
                          <a16:creationId xmlns:a16="http://schemas.microsoft.com/office/drawing/2014/main" id="{FAC73AD8-A524-8A6C-3CE8-8D3126EC63B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1" name="Line 28">
                      <a:extLst>
                        <a:ext uri="{FF2B5EF4-FFF2-40B4-BE49-F238E27FC236}">
                          <a16:creationId xmlns:a16="http://schemas.microsoft.com/office/drawing/2014/main" id="{0864323C-4159-2FBA-19EC-065D862CF8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2" name="Line 29">
                      <a:extLst>
                        <a:ext uri="{FF2B5EF4-FFF2-40B4-BE49-F238E27FC236}">
                          <a16:creationId xmlns:a16="http://schemas.microsoft.com/office/drawing/2014/main" id="{B3DEF54F-AFE9-986D-497B-8C05C06749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8" name="Line 30">
                      <a:extLst>
                        <a:ext uri="{FF2B5EF4-FFF2-40B4-BE49-F238E27FC236}">
                          <a16:creationId xmlns:a16="http://schemas.microsoft.com/office/drawing/2014/main" id="{1B281135-02EC-A3D3-7BF8-233D375F71A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9" name="Line 31">
                      <a:extLst>
                        <a:ext uri="{FF2B5EF4-FFF2-40B4-BE49-F238E27FC236}">
                          <a16:creationId xmlns:a16="http://schemas.microsoft.com/office/drawing/2014/main" id="{5DD60838-0C79-3BC1-161C-0A4A92751CA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0" name="Line 32">
                      <a:extLst>
                        <a:ext uri="{FF2B5EF4-FFF2-40B4-BE49-F238E27FC236}">
                          <a16:creationId xmlns:a16="http://schemas.microsoft.com/office/drawing/2014/main" id="{E89B1865-4A5B-3541-7714-467DBE4377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1" name="Line 33">
                      <a:extLst>
                        <a:ext uri="{FF2B5EF4-FFF2-40B4-BE49-F238E27FC236}">
                          <a16:creationId xmlns:a16="http://schemas.microsoft.com/office/drawing/2014/main" id="{7B1A6217-3A9B-6758-A395-65378BF63D3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2" name="Line 34">
                      <a:extLst>
                        <a:ext uri="{FF2B5EF4-FFF2-40B4-BE49-F238E27FC236}">
                          <a16:creationId xmlns:a16="http://schemas.microsoft.com/office/drawing/2014/main" id="{0B0E93E6-28FC-FF96-E4D3-3FAFF3036D1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3" name="Line 35">
                      <a:extLst>
                        <a:ext uri="{FF2B5EF4-FFF2-40B4-BE49-F238E27FC236}">
                          <a16:creationId xmlns:a16="http://schemas.microsoft.com/office/drawing/2014/main" id="{A5D5D410-47AB-2FAD-A9AB-9A7B138D2CC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4" name="Line 36">
                      <a:extLst>
                        <a:ext uri="{FF2B5EF4-FFF2-40B4-BE49-F238E27FC236}">
                          <a16:creationId xmlns:a16="http://schemas.microsoft.com/office/drawing/2014/main" id="{D9C956D7-8952-EE8C-5D50-D4950732D2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5" name="Line 37">
                      <a:extLst>
                        <a:ext uri="{FF2B5EF4-FFF2-40B4-BE49-F238E27FC236}">
                          <a16:creationId xmlns:a16="http://schemas.microsoft.com/office/drawing/2014/main" id="{B3DA5567-B694-72A1-4993-22184D9548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6" name="Line 38">
                      <a:extLst>
                        <a:ext uri="{FF2B5EF4-FFF2-40B4-BE49-F238E27FC236}">
                          <a16:creationId xmlns:a16="http://schemas.microsoft.com/office/drawing/2014/main" id="{B93C0090-BAA9-CA6A-FAE4-64100442F4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D7F4460-9BEC-B8DE-50D3-5D33D4BCD4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AA0CD3EF-0E74-04DA-CEE9-BC57AA5EFE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5EF3EAAC-F5D1-9396-4848-B08ABB922E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2BA6AAEA-D694-B71A-9D51-FAF34CA38D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87B6694F-4280-A33E-D5C9-50A58F6FE1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683A51B0-98F6-1381-96F4-6AB99F8094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F8BD43B5-90DF-BFE3-1ACD-5B86FDFF5A2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D8604156-D5E7-EA5C-FE08-B500C9030D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B51A260B-069E-45C7-5159-B45F43D083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F2C82DED-2B2C-3F67-CFD8-0738816008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7" name="Text Box 49">
                  <a:extLst>
                    <a:ext uri="{FF2B5EF4-FFF2-40B4-BE49-F238E27FC236}">
                      <a16:creationId xmlns:a16="http://schemas.microsoft.com/office/drawing/2014/main" id="{1F301318-4970-398B-B4BA-F0C866C9D5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9" name="Text Box 50">
                  <a:extLst>
                    <a:ext uri="{FF2B5EF4-FFF2-40B4-BE49-F238E27FC236}">
                      <a16:creationId xmlns:a16="http://schemas.microsoft.com/office/drawing/2014/main" id="{4AF92105-EE5E-922B-F5DD-901671EDC2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2" name="Text Box 51">
                  <a:extLst>
                    <a:ext uri="{FF2B5EF4-FFF2-40B4-BE49-F238E27FC236}">
                      <a16:creationId xmlns:a16="http://schemas.microsoft.com/office/drawing/2014/main" id="{C02AB9BA-629F-FD0D-92EC-B38D77828A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2">
                  <a:extLst>
                    <a:ext uri="{FF2B5EF4-FFF2-40B4-BE49-F238E27FC236}">
                      <a16:creationId xmlns:a16="http://schemas.microsoft.com/office/drawing/2014/main" id="{D9C7618A-3CD1-B63B-18BA-247B19B244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4" name="Text Box 53">
                  <a:extLst>
                    <a:ext uri="{FF2B5EF4-FFF2-40B4-BE49-F238E27FC236}">
                      <a16:creationId xmlns:a16="http://schemas.microsoft.com/office/drawing/2014/main" id="{8555EA76-4926-9275-B25C-E2D03E98FF5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47" name="Line 153">
                  <a:extLst>
                    <a:ext uri="{FF2B5EF4-FFF2-40B4-BE49-F238E27FC236}">
                      <a16:creationId xmlns:a16="http://schemas.microsoft.com/office/drawing/2014/main" id="{69B5ACC7-EFF2-1167-06B5-E0F2EA9CBC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Text Box 154">
                  <a:extLst>
                    <a:ext uri="{FF2B5EF4-FFF2-40B4-BE49-F238E27FC236}">
                      <a16:creationId xmlns:a16="http://schemas.microsoft.com/office/drawing/2014/main" id="{ABAFF6C5-C960-257D-5D30-6D8DECF9F6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1285B6A7-6FC9-46DB-55A0-FE3357A6BF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6CDBAA07-26CF-F76A-A844-17A5EB5F5F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B45BD027-76B0-5937-E5D4-C818B089547F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0945934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58EAF96D-A55A-FD1D-5BD8-78E92F78777A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3DD34B4-6489-485A-6C09-AD6073718ED8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6D8CEF8C-CB64-EDD0-6984-1F167919B6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6DA755DF-74A0-8569-B3AD-A8AEA156AF3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D68C0A66-A33B-F786-75D0-9601774E73F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50CADF29-3AE7-2F89-E3A5-EB2E492DD54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702827CC-AB87-D857-A47D-B39EBB02E38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C9C147DD-31A1-9A8A-B8ED-B499BD08CA0C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D6FA8473-6A29-9480-CC7A-1338AB57D99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889C1C09-7420-91CA-A903-E5150F59D1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47F8F07A-78B2-2AF6-E101-5B4AEB350A9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26B4709-DDEC-69E9-BB44-55E390F426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D77319A9-52ED-F26F-3897-76B4276FAC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AE668CA7-7A72-EC6A-6486-0BCC5E8595D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1F632F62-653D-C4E9-88A6-FF4966F5C7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9248636C-3105-264A-86B2-B2540369ED6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51CCF629-314A-012A-0A24-3140C2C67C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33F4FFE5-1F48-C85E-E475-865652C9F0D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FB42D38D-D20F-558D-A9D7-C1F2D673B26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428EA733-04FC-2938-5DC4-09AE38CA982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312AFE6B-56AA-B344-13B3-BEA9C58A031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5876417-F483-B9FD-13A6-EA307D5037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D5A14259-823E-E795-13EB-64BF31F290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30DF3986-12E3-EE67-B4CB-ABD996CBA44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A69CE90F-54E8-5D44-9090-16E4DF0111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EE3FE2DF-B604-77A7-DF0B-1A8E2D5C9CA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B19D6BCF-BC62-5A50-01F9-CF582DCE5E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8175BB56-31D6-3C82-6967-966AFE9386B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0D554571-A3DB-422D-7C8A-06BBB5A7C64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618AF64E-E195-86B6-7E16-2F0C10E271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ED05DFE2-CF9C-B536-3581-4EA6EB6F52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3C813135-32FE-4D74-D6D1-D44E3AC853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A433CA52-0869-75FA-2C38-A5DECFA274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DECCFA22-C59E-BD02-13E3-4705DC9F84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1220B524-15C9-3DE2-CC60-179763E61C8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5A45C849-AF7E-7347-33B3-A8EFE2661F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47DFACB6-F1CE-A342-1C52-8C37180F77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27F12CBD-4AEF-0331-00E7-DA9ABEFC515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FCFFC092-D678-5E17-D221-AAF5F64C2A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A0219008-6EA6-A441-4DF1-6BE21AB086C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E242730A-CFB5-681E-1A1A-4971359A9DD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AC7C14D5-DA93-509E-C8C6-5C01FC337C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067198D-ADC5-4CAF-B2EA-6DDB76F5837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81D7D30D-3143-7CF4-BA26-15BAFF5629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96E3FA15-BD6A-6FFB-13F9-C24508FBF83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EAE67CA8-DD12-B925-58AA-FA8DBDEA8C5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CCF35A9E-3024-6631-8DDD-2BC3773233A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3D1BEC24-D8BE-D3A2-DF3B-EFA5C0A791D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1204C190-73FF-472C-5152-00B533551B7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96D24D99-5792-F92C-0EDE-524A607DA62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CFF1D5B9-E620-375C-38B7-0712110A87F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B168C683-4163-A7E1-B7C2-143618D6D4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D36D45F-59E0-1F18-2984-2EA1385C38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FF1086BF-509D-6F7F-D879-F8C10DBEEF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AAB8013A-2439-B6AA-B888-A0614F6B8378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7730C9B2-9C1D-F7E1-DDFA-758DA4476A29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795E3684-0F6D-A3F4-8935-197360522A12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77EEC14D-61C1-762B-9828-B1C7FB51CD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EA384EA3-F4FD-A219-8646-58941175A9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F8A3B7BB-4C96-D25A-034B-DE0CAED49BD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9DDA5E7D-F42E-359D-AD81-7C6D3D41FFB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A04C53A1-AA82-AD14-3318-58E5FA8253A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40C88E0C-BEC3-9775-BA37-AEE9F7851DF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6AED8BBA-96EE-5EE5-84B5-2D1F8127E27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53AC4B21-08DD-BF2E-8B9F-203805DAF4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3E6AAF29-6E3D-6B05-5763-5F23059D5AC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3632B8C-8EEC-72DF-9389-66CBBB88E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BCC9197E-A2E2-866E-5D14-C727316F418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BB6511EF-397C-B02D-F4B3-30B3110B61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F0183E58-42FA-7707-0AF0-7BB977CD1F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8F41D782-0E0F-2DC4-C5AD-E040F47E0B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8E0E78C9-5069-07D5-42FE-7D117F0569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0A09E3C4-E9E3-6C2B-BFC1-49BE40B56E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0AFBDCD4-D275-462A-590F-329E66FB71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3324676C-C570-9662-4E26-66D8D4B4668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F4817389-43B8-5843-E0DD-55279B478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C9ABA7D-C68B-27FF-2DE3-6885EE74D89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295A0838-9282-8B98-E30C-C83174B285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48982FA8-1BE6-979A-CF50-DD851B6CE97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24B5D5FD-DC54-F14E-ABE5-CB93D7F4472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D44DA6C6-BB7D-C821-EB27-F0763DA80B6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CE6588E4-1467-54BF-C248-11C8CD4806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E139B4DA-96F1-C353-E426-68802DB3FD2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36E817CC-25EE-ECD0-9667-084591A58B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C9F6EAD3-153A-651D-F37F-09AB5D5ED2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3F9F0CE3-90C2-9942-A713-AD033CD385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20E8B92E-06F3-FD09-5E03-83A6EF39B66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B8BECA6B-9F6F-E88E-BB12-8278F197B9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ED46D107-D461-A029-89A2-B900311FEF0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C70462EA-3C1F-9E27-252E-09122DB83CA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249E72D5-A487-9818-7833-14B71B47CD3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2957E222-4FCE-7EE6-60EE-BA5E3B7CFA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7EF38F7B-65D6-E723-7F59-FF765DE2A96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1CAEC698-4E14-94FD-402C-93FC024CE70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7CFB193F-CFA2-1298-E582-F532A14F83C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DD2FFCB5-734E-10B7-1268-CBC00453B78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3C4E4662-9CD0-AFA6-CCC7-4CD0C30E5B9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DC4FE82-AEA0-041A-1B42-FF60A686EA8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BC014D0F-6921-D388-504B-5B5576143A7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85D1876C-9A75-85ED-45C2-170D4150092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6AD130C-6B83-A236-5958-D4253D09CF0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8849036F-94F8-88D0-D0B6-D849C9D850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F68A2D4E-65AE-6782-6FA4-3FDC95A32ED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422F25DC-BA7C-FD2E-7C1A-E4EB374CFF8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1E3FFAD0-8FE3-ED90-D809-779D141D467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D87F44E0-DE1F-899A-49D0-CA8558976A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90815A49-7477-F0BA-EA36-3170BAAA508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4542B92-D822-1E9D-851E-1E9759306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CE408CCD-DBCB-C1E3-F9A0-E491501B7E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E1E43F4E-4C2B-3C92-F08B-296986BC668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7691230"/>
              </p:ext>
            </p:extLst>
          </p:nvPr>
        </p:nvGraphicFramePr>
        <p:xfrm>
          <a:off x="816219" y="895952"/>
          <a:ext cx="8117470" cy="194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610D3B7E-B91A-C417-184E-5C5A11C316B4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22E306B7-0826-3AA7-505D-763441C2A857}"/>
              </a:ext>
            </a:extLst>
          </p:cNvPr>
          <p:cNvGrpSpPr/>
          <p:nvPr/>
        </p:nvGrpSpPr>
        <p:grpSpPr>
          <a:xfrm>
            <a:off x="4932040" y="72974"/>
            <a:ext cx="4163830" cy="1051477"/>
            <a:chOff x="3109309" y="5917230"/>
            <a:chExt cx="3345284" cy="997923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4BDF297-67D6-2FC8-1C24-253F30577F9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61D791CE-A62D-5ECE-BF9F-5181A700B9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1" name="Rectangle 10">
                  <a:extLst>
                    <a:ext uri="{FF2B5EF4-FFF2-40B4-BE49-F238E27FC236}">
                      <a16:creationId xmlns:a16="http://schemas.microsoft.com/office/drawing/2014/main" id="{2AC190F2-EE71-5CA3-51D3-569C546E15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" name="Group 155">
                  <a:extLst>
                    <a:ext uri="{FF2B5EF4-FFF2-40B4-BE49-F238E27FC236}">
                      <a16:creationId xmlns:a16="http://schemas.microsoft.com/office/drawing/2014/main" id="{C51CC49A-520E-E73D-610D-E10E4997CC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23" name="Group 5">
                    <a:extLst>
                      <a:ext uri="{FF2B5EF4-FFF2-40B4-BE49-F238E27FC236}">
                        <a16:creationId xmlns:a16="http://schemas.microsoft.com/office/drawing/2014/main" id="{5BBD03AE-923C-47FB-EAEE-92D56875FF7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88" name="Rectangle 6">
                      <a:extLst>
                        <a:ext uri="{FF2B5EF4-FFF2-40B4-BE49-F238E27FC236}">
                          <a16:creationId xmlns:a16="http://schemas.microsoft.com/office/drawing/2014/main" id="{1A1A6A92-494D-B726-18B8-602D34B56A3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89" name="Group 7">
                      <a:extLst>
                        <a:ext uri="{FF2B5EF4-FFF2-40B4-BE49-F238E27FC236}">
                          <a16:creationId xmlns:a16="http://schemas.microsoft.com/office/drawing/2014/main" id="{3D04765F-1480-9A66-B520-B055EC5B190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90" name="Line 9">
                        <a:extLst>
                          <a:ext uri="{FF2B5EF4-FFF2-40B4-BE49-F238E27FC236}">
                            <a16:creationId xmlns:a16="http://schemas.microsoft.com/office/drawing/2014/main" id="{697A1FCE-D766-3426-8EE3-550C357F61E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10">
                        <a:extLst>
                          <a:ext uri="{FF2B5EF4-FFF2-40B4-BE49-F238E27FC236}">
                            <a16:creationId xmlns:a16="http://schemas.microsoft.com/office/drawing/2014/main" id="{4750801F-399C-4158-8667-A118C2D24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11">
                        <a:extLst>
                          <a:ext uri="{FF2B5EF4-FFF2-40B4-BE49-F238E27FC236}">
                            <a16:creationId xmlns:a16="http://schemas.microsoft.com/office/drawing/2014/main" id="{EF6D0322-C753-C6C2-ED40-FF19BF9A53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12">
                        <a:extLst>
                          <a:ext uri="{FF2B5EF4-FFF2-40B4-BE49-F238E27FC236}">
                            <a16:creationId xmlns:a16="http://schemas.microsoft.com/office/drawing/2014/main" id="{F8B1B067-435B-87F9-844C-79C9FD4D58F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13">
                        <a:extLst>
                          <a:ext uri="{FF2B5EF4-FFF2-40B4-BE49-F238E27FC236}">
                            <a16:creationId xmlns:a16="http://schemas.microsoft.com/office/drawing/2014/main" id="{149A0E7D-CF64-7B79-3F15-BB5182746C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14">
                        <a:extLst>
                          <a:ext uri="{FF2B5EF4-FFF2-40B4-BE49-F238E27FC236}">
                            <a16:creationId xmlns:a16="http://schemas.microsoft.com/office/drawing/2014/main" id="{0E609AFF-5E54-BE16-334E-2C92C737A8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15">
                        <a:extLst>
                          <a:ext uri="{FF2B5EF4-FFF2-40B4-BE49-F238E27FC236}">
                            <a16:creationId xmlns:a16="http://schemas.microsoft.com/office/drawing/2014/main" id="{AF3993FA-2344-C7D5-1DFF-B898922205E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16">
                        <a:extLst>
                          <a:ext uri="{FF2B5EF4-FFF2-40B4-BE49-F238E27FC236}">
                            <a16:creationId xmlns:a16="http://schemas.microsoft.com/office/drawing/2014/main" id="{5BBF1CD8-728A-D4CC-9393-79C76F4A46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17">
                        <a:extLst>
                          <a:ext uri="{FF2B5EF4-FFF2-40B4-BE49-F238E27FC236}">
                            <a16:creationId xmlns:a16="http://schemas.microsoft.com/office/drawing/2014/main" id="{67C0C2DD-9DD8-2634-E8F7-C60D768A3C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18">
                        <a:extLst>
                          <a:ext uri="{FF2B5EF4-FFF2-40B4-BE49-F238E27FC236}">
                            <a16:creationId xmlns:a16="http://schemas.microsoft.com/office/drawing/2014/main" id="{A2EEE77D-1AE7-B606-AE6E-0B631250FE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19">
                        <a:extLst>
                          <a:ext uri="{FF2B5EF4-FFF2-40B4-BE49-F238E27FC236}">
                            <a16:creationId xmlns:a16="http://schemas.microsoft.com/office/drawing/2014/main" id="{8E694B35-FE12-AE67-55BF-9C7F3A383E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20">
                        <a:extLst>
                          <a:ext uri="{FF2B5EF4-FFF2-40B4-BE49-F238E27FC236}">
                            <a16:creationId xmlns:a16="http://schemas.microsoft.com/office/drawing/2014/main" id="{E00B5D4C-3480-25BE-9EAA-D5D19EF539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21">
                        <a:extLst>
                          <a:ext uri="{FF2B5EF4-FFF2-40B4-BE49-F238E27FC236}">
                            <a16:creationId xmlns:a16="http://schemas.microsoft.com/office/drawing/2014/main" id="{A336E7A8-AE85-AE20-0768-0BB931EDB7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2">
                        <a:extLst>
                          <a:ext uri="{FF2B5EF4-FFF2-40B4-BE49-F238E27FC236}">
                            <a16:creationId xmlns:a16="http://schemas.microsoft.com/office/drawing/2014/main" id="{A54AC5D7-B2D9-A514-667E-7B33EAEF34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3">
                        <a:extLst>
                          <a:ext uri="{FF2B5EF4-FFF2-40B4-BE49-F238E27FC236}">
                            <a16:creationId xmlns:a16="http://schemas.microsoft.com/office/drawing/2014/main" id="{C5ACE631-139D-133C-E3B5-4E84269515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4">
                        <a:extLst>
                          <a:ext uri="{FF2B5EF4-FFF2-40B4-BE49-F238E27FC236}">
                            <a16:creationId xmlns:a16="http://schemas.microsoft.com/office/drawing/2014/main" id="{70A7183D-94B9-0C8B-B578-E1F350B0FF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25">
                        <a:extLst>
                          <a:ext uri="{FF2B5EF4-FFF2-40B4-BE49-F238E27FC236}">
                            <a16:creationId xmlns:a16="http://schemas.microsoft.com/office/drawing/2014/main" id="{DA8FDFAB-8A1E-D1A6-B7A6-EFC84E298B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26">
                        <a:extLst>
                          <a:ext uri="{FF2B5EF4-FFF2-40B4-BE49-F238E27FC236}">
                            <a16:creationId xmlns:a16="http://schemas.microsoft.com/office/drawing/2014/main" id="{50783D0F-30CE-4766-1333-5F4500E8FD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27">
                        <a:extLst>
                          <a:ext uri="{FF2B5EF4-FFF2-40B4-BE49-F238E27FC236}">
                            <a16:creationId xmlns:a16="http://schemas.microsoft.com/office/drawing/2014/main" id="{3A92D834-CFFB-9F4B-A5FF-7DF836946E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28">
                        <a:extLst>
                          <a:ext uri="{FF2B5EF4-FFF2-40B4-BE49-F238E27FC236}">
                            <a16:creationId xmlns:a16="http://schemas.microsoft.com/office/drawing/2014/main" id="{499DBD8D-92A1-2282-EFD7-AE1D724FB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29">
                        <a:extLst>
                          <a:ext uri="{FF2B5EF4-FFF2-40B4-BE49-F238E27FC236}">
                            <a16:creationId xmlns:a16="http://schemas.microsoft.com/office/drawing/2014/main" id="{56976A63-4DF4-32BD-4311-71C698B5E69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0">
                        <a:extLst>
                          <a:ext uri="{FF2B5EF4-FFF2-40B4-BE49-F238E27FC236}">
                            <a16:creationId xmlns:a16="http://schemas.microsoft.com/office/drawing/2014/main" id="{59D7D88B-65CF-0CCD-F3E3-3F97FA024F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1">
                        <a:extLst>
                          <a:ext uri="{FF2B5EF4-FFF2-40B4-BE49-F238E27FC236}">
                            <a16:creationId xmlns:a16="http://schemas.microsoft.com/office/drawing/2014/main" id="{D3C3BA93-DCDA-B908-3DC7-02DE59BCB2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2">
                        <a:extLst>
                          <a:ext uri="{FF2B5EF4-FFF2-40B4-BE49-F238E27FC236}">
                            <a16:creationId xmlns:a16="http://schemas.microsoft.com/office/drawing/2014/main" id="{EDC6A990-3BB3-FF65-459D-E8833C765F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4" name="Line 33">
                        <a:extLst>
                          <a:ext uri="{FF2B5EF4-FFF2-40B4-BE49-F238E27FC236}">
                            <a16:creationId xmlns:a16="http://schemas.microsoft.com/office/drawing/2014/main" id="{0E19A776-CF7E-85E3-2435-AAF9C0ED77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5" name="Line 34">
                        <a:extLst>
                          <a:ext uri="{FF2B5EF4-FFF2-40B4-BE49-F238E27FC236}">
                            <a16:creationId xmlns:a16="http://schemas.microsoft.com/office/drawing/2014/main" id="{C1B055B8-33A9-5270-D66C-B35458B5DF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6" name="Line 35">
                        <a:extLst>
                          <a:ext uri="{FF2B5EF4-FFF2-40B4-BE49-F238E27FC236}">
                            <a16:creationId xmlns:a16="http://schemas.microsoft.com/office/drawing/2014/main" id="{80AB7D7A-B4ED-A1EB-527F-C775C95A9B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7" name="Line 36">
                        <a:extLst>
                          <a:ext uri="{FF2B5EF4-FFF2-40B4-BE49-F238E27FC236}">
                            <a16:creationId xmlns:a16="http://schemas.microsoft.com/office/drawing/2014/main" id="{BE4854A1-D45B-CD77-CD89-5A5633A52A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8" name="Line 37">
                        <a:extLst>
                          <a:ext uri="{FF2B5EF4-FFF2-40B4-BE49-F238E27FC236}">
                            <a16:creationId xmlns:a16="http://schemas.microsoft.com/office/drawing/2014/main" id="{B34C677E-1ECD-62EF-7037-79A3357DB7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9" name="Line 38">
                        <a:extLst>
                          <a:ext uri="{FF2B5EF4-FFF2-40B4-BE49-F238E27FC236}">
                            <a16:creationId xmlns:a16="http://schemas.microsoft.com/office/drawing/2014/main" id="{29EFCFCB-64F2-9DD5-CAB8-86B20C39B8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6" name="Line 39">
                    <a:extLst>
                      <a:ext uri="{FF2B5EF4-FFF2-40B4-BE49-F238E27FC236}">
                        <a16:creationId xmlns:a16="http://schemas.microsoft.com/office/drawing/2014/main" id="{87EB7D39-D1F4-2077-1618-6AB79A5929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" name="Text Box 40">
                    <a:extLst>
                      <a:ext uri="{FF2B5EF4-FFF2-40B4-BE49-F238E27FC236}">
                        <a16:creationId xmlns:a16="http://schemas.microsoft.com/office/drawing/2014/main" id="{EC0A023E-A326-ADEB-53D9-EE21C7F7257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8" name="Text Box 41">
                    <a:extLst>
                      <a:ext uri="{FF2B5EF4-FFF2-40B4-BE49-F238E27FC236}">
                        <a16:creationId xmlns:a16="http://schemas.microsoft.com/office/drawing/2014/main" id="{AED64D3D-C235-ECA4-90BC-92B6333ADF2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9" name="Line 42">
                    <a:extLst>
                      <a:ext uri="{FF2B5EF4-FFF2-40B4-BE49-F238E27FC236}">
                        <a16:creationId xmlns:a16="http://schemas.microsoft.com/office/drawing/2014/main" id="{3FB4B078-7D3F-887A-2B1A-0E026643F5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3">
                    <a:extLst>
                      <a:ext uri="{FF2B5EF4-FFF2-40B4-BE49-F238E27FC236}">
                        <a16:creationId xmlns:a16="http://schemas.microsoft.com/office/drawing/2014/main" id="{FD05EB63-8B41-7E1E-CE50-D46EDCC661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Line 44">
                    <a:extLst>
                      <a:ext uri="{FF2B5EF4-FFF2-40B4-BE49-F238E27FC236}">
                        <a16:creationId xmlns:a16="http://schemas.microsoft.com/office/drawing/2014/main" id="{88E81DF4-9582-E5B9-E652-BB867D0387B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Text Box 45">
                    <a:extLst>
                      <a:ext uri="{FF2B5EF4-FFF2-40B4-BE49-F238E27FC236}">
                        <a16:creationId xmlns:a16="http://schemas.microsoft.com/office/drawing/2014/main" id="{4A82054C-DDAB-4DF5-CE87-2A4C222A548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" name="Text Box 46">
                    <a:extLst>
                      <a:ext uri="{FF2B5EF4-FFF2-40B4-BE49-F238E27FC236}">
                        <a16:creationId xmlns:a16="http://schemas.microsoft.com/office/drawing/2014/main" id="{C6122737-2AB7-235E-F9B6-B1A8DC98555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" name="Text Box 47">
                    <a:extLst>
                      <a:ext uri="{FF2B5EF4-FFF2-40B4-BE49-F238E27FC236}">
                        <a16:creationId xmlns:a16="http://schemas.microsoft.com/office/drawing/2014/main" id="{6B2604D2-F403-6EC0-214F-A4E7583ADA5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3" name="Text Box 48">
                    <a:extLst>
                      <a:ext uri="{FF2B5EF4-FFF2-40B4-BE49-F238E27FC236}">
                        <a16:creationId xmlns:a16="http://schemas.microsoft.com/office/drawing/2014/main" id="{D68A8AB2-B843-89F9-BAEC-81D43A7F112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4" name="Text Box 49">
                    <a:extLst>
                      <a:ext uri="{FF2B5EF4-FFF2-40B4-BE49-F238E27FC236}">
                        <a16:creationId xmlns:a16="http://schemas.microsoft.com/office/drawing/2014/main" id="{33EF85AF-0B40-6892-5856-128A70D4ABB0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7" name="Text Box 50">
                    <a:extLst>
                      <a:ext uri="{FF2B5EF4-FFF2-40B4-BE49-F238E27FC236}">
                        <a16:creationId xmlns:a16="http://schemas.microsoft.com/office/drawing/2014/main" id="{B363BC1E-4047-1003-64D0-CCAA2F8C3B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8" name="Text Box 51">
                    <a:extLst>
                      <a:ext uri="{FF2B5EF4-FFF2-40B4-BE49-F238E27FC236}">
                        <a16:creationId xmlns:a16="http://schemas.microsoft.com/office/drawing/2014/main" id="{E29B0C5D-67DE-7F03-A4AC-8ED4AA172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0" name="Text Box 52">
                    <a:extLst>
                      <a:ext uri="{FF2B5EF4-FFF2-40B4-BE49-F238E27FC236}">
                        <a16:creationId xmlns:a16="http://schemas.microsoft.com/office/drawing/2014/main" id="{71075461-E448-A99B-8DF4-569E593F43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2" name="Text Box 53">
                    <a:extLst>
                      <a:ext uri="{FF2B5EF4-FFF2-40B4-BE49-F238E27FC236}">
                        <a16:creationId xmlns:a16="http://schemas.microsoft.com/office/drawing/2014/main" id="{62FDC17C-F6D5-D005-40BF-9D1E5B50A9F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86" name="Line 153">
                    <a:extLst>
                      <a:ext uri="{FF2B5EF4-FFF2-40B4-BE49-F238E27FC236}">
                        <a16:creationId xmlns:a16="http://schemas.microsoft.com/office/drawing/2014/main" id="{22F0FCB2-0212-E5F0-E998-FC88BFD9FC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Text Box 154">
                    <a:extLst>
                      <a:ext uri="{FF2B5EF4-FFF2-40B4-BE49-F238E27FC236}">
                        <a16:creationId xmlns:a16="http://schemas.microsoft.com/office/drawing/2014/main" id="{E18BE5B0-4854-D020-E299-6B330F4BEF0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7" name="Text Box 41">
                <a:extLst>
                  <a:ext uri="{FF2B5EF4-FFF2-40B4-BE49-F238E27FC236}">
                    <a16:creationId xmlns:a16="http://schemas.microsoft.com/office/drawing/2014/main" id="{022BCE7E-D29A-C1DC-7C12-C0280E8CEF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D049077-63D7-625E-E36F-5D648C1B7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4964921"/>
              </p:ext>
            </p:extLst>
          </p:nvPr>
        </p:nvGraphicFramePr>
        <p:xfrm>
          <a:off x="816219" y="895952"/>
          <a:ext cx="8117470" cy="231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2">
            <a:extLst>
              <a:ext uri="{FF2B5EF4-FFF2-40B4-BE49-F238E27FC236}">
                <a16:creationId xmlns:a16="http://schemas.microsoft.com/office/drawing/2014/main" id="{77CF7AC1-6101-2375-A151-2DD503F9C0D9}"/>
              </a:ext>
            </a:extLst>
          </p:cNvPr>
          <p:cNvGrpSpPr/>
          <p:nvPr/>
        </p:nvGrpSpPr>
        <p:grpSpPr>
          <a:xfrm>
            <a:off x="4932040" y="66336"/>
            <a:ext cx="4191655" cy="1065725"/>
            <a:chOff x="3109309" y="5917230"/>
            <a:chExt cx="3345284" cy="997923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49D1C52B-B7DA-B1A1-CEF0-5B9448A81E4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7" name="Group 9">
                <a:extLst>
                  <a:ext uri="{FF2B5EF4-FFF2-40B4-BE49-F238E27FC236}">
                    <a16:creationId xmlns:a16="http://schemas.microsoft.com/office/drawing/2014/main" id="{413F8F7E-E772-10EB-004B-2D71A1AFE3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9" name="Rectangle 10">
                  <a:extLst>
                    <a:ext uri="{FF2B5EF4-FFF2-40B4-BE49-F238E27FC236}">
                      <a16:creationId xmlns:a16="http://schemas.microsoft.com/office/drawing/2014/main" id="{C6941DBD-8736-79B1-F4F6-7722FB32C3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5" name="Group 155">
                  <a:extLst>
                    <a:ext uri="{FF2B5EF4-FFF2-40B4-BE49-F238E27FC236}">
                      <a16:creationId xmlns:a16="http://schemas.microsoft.com/office/drawing/2014/main" id="{0DFE7B68-779A-A229-B0A3-3439E32C5ED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6" name="Group 5">
                    <a:extLst>
                      <a:ext uri="{FF2B5EF4-FFF2-40B4-BE49-F238E27FC236}">
                        <a16:creationId xmlns:a16="http://schemas.microsoft.com/office/drawing/2014/main" id="{2476F547-F925-E6F4-8DF2-F72A7BD60E7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54" name="Rectangle 6">
                      <a:extLst>
                        <a:ext uri="{FF2B5EF4-FFF2-40B4-BE49-F238E27FC236}">
                          <a16:creationId xmlns:a16="http://schemas.microsoft.com/office/drawing/2014/main" id="{4FF8B0E3-A338-D4FF-A170-30F9CC5F6ED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5" name="Group 7">
                      <a:extLst>
                        <a:ext uri="{FF2B5EF4-FFF2-40B4-BE49-F238E27FC236}">
                          <a16:creationId xmlns:a16="http://schemas.microsoft.com/office/drawing/2014/main" id="{64E8FACD-6160-A2E5-98DA-87536286E7E3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6" name="Line 9">
                        <a:extLst>
                          <a:ext uri="{FF2B5EF4-FFF2-40B4-BE49-F238E27FC236}">
                            <a16:creationId xmlns:a16="http://schemas.microsoft.com/office/drawing/2014/main" id="{7C2E7418-FCF2-4841-1D21-27316B37B9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0">
                        <a:extLst>
                          <a:ext uri="{FF2B5EF4-FFF2-40B4-BE49-F238E27FC236}">
                            <a16:creationId xmlns:a16="http://schemas.microsoft.com/office/drawing/2014/main" id="{88BED365-DC74-5D50-0F26-5EAEA338F0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1">
                        <a:extLst>
                          <a:ext uri="{FF2B5EF4-FFF2-40B4-BE49-F238E27FC236}">
                            <a16:creationId xmlns:a16="http://schemas.microsoft.com/office/drawing/2014/main" id="{81291299-45BD-5434-EFAA-867FA2A51CB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2">
                        <a:extLst>
                          <a:ext uri="{FF2B5EF4-FFF2-40B4-BE49-F238E27FC236}">
                            <a16:creationId xmlns:a16="http://schemas.microsoft.com/office/drawing/2014/main" id="{978EE93E-9D8D-AC93-E26A-54F1E28967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3">
                        <a:extLst>
                          <a:ext uri="{FF2B5EF4-FFF2-40B4-BE49-F238E27FC236}">
                            <a16:creationId xmlns:a16="http://schemas.microsoft.com/office/drawing/2014/main" id="{7A9386B0-8CDF-D0E1-4996-DE353FEBA7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4">
                        <a:extLst>
                          <a:ext uri="{FF2B5EF4-FFF2-40B4-BE49-F238E27FC236}">
                            <a16:creationId xmlns:a16="http://schemas.microsoft.com/office/drawing/2014/main" id="{10E170BA-E8DA-D12C-1026-046426E66BC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5">
                        <a:extLst>
                          <a:ext uri="{FF2B5EF4-FFF2-40B4-BE49-F238E27FC236}">
                            <a16:creationId xmlns:a16="http://schemas.microsoft.com/office/drawing/2014/main" id="{BB4FBDB6-7ABB-6F38-1030-5DA75C0C09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6">
                        <a:extLst>
                          <a:ext uri="{FF2B5EF4-FFF2-40B4-BE49-F238E27FC236}">
                            <a16:creationId xmlns:a16="http://schemas.microsoft.com/office/drawing/2014/main" id="{FE508995-BC19-40D2-2951-35A2760BCDF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7">
                        <a:extLst>
                          <a:ext uri="{FF2B5EF4-FFF2-40B4-BE49-F238E27FC236}">
                            <a16:creationId xmlns:a16="http://schemas.microsoft.com/office/drawing/2014/main" id="{E50F9791-2077-ED97-DA3C-D73F5D0AD47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18">
                        <a:extLst>
                          <a:ext uri="{FF2B5EF4-FFF2-40B4-BE49-F238E27FC236}">
                            <a16:creationId xmlns:a16="http://schemas.microsoft.com/office/drawing/2014/main" id="{34278969-D486-55C3-F033-641875011E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19">
                        <a:extLst>
                          <a:ext uri="{FF2B5EF4-FFF2-40B4-BE49-F238E27FC236}">
                            <a16:creationId xmlns:a16="http://schemas.microsoft.com/office/drawing/2014/main" id="{ED9B907D-340B-EA50-0D1B-2EA20F72D07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0">
                        <a:extLst>
                          <a:ext uri="{FF2B5EF4-FFF2-40B4-BE49-F238E27FC236}">
                            <a16:creationId xmlns:a16="http://schemas.microsoft.com/office/drawing/2014/main" id="{CEF129E5-F48A-DCF8-ABC1-283928F2EB3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1">
                        <a:extLst>
                          <a:ext uri="{FF2B5EF4-FFF2-40B4-BE49-F238E27FC236}">
                            <a16:creationId xmlns:a16="http://schemas.microsoft.com/office/drawing/2014/main" id="{7EA88FAF-67B2-BCC1-64A2-D54EDE83E85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2">
                        <a:extLst>
                          <a:ext uri="{FF2B5EF4-FFF2-40B4-BE49-F238E27FC236}">
                            <a16:creationId xmlns:a16="http://schemas.microsoft.com/office/drawing/2014/main" id="{33E0D0C0-F7E5-ADFC-A8DD-5D0315877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3">
                        <a:extLst>
                          <a:ext uri="{FF2B5EF4-FFF2-40B4-BE49-F238E27FC236}">
                            <a16:creationId xmlns:a16="http://schemas.microsoft.com/office/drawing/2014/main" id="{318D56DE-A1FE-9E1A-B644-01C75A924D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4">
                        <a:extLst>
                          <a:ext uri="{FF2B5EF4-FFF2-40B4-BE49-F238E27FC236}">
                            <a16:creationId xmlns:a16="http://schemas.microsoft.com/office/drawing/2014/main" id="{DC4FE4CF-3F0C-331F-2A3F-15AA56F4B55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5">
                        <a:extLst>
                          <a:ext uri="{FF2B5EF4-FFF2-40B4-BE49-F238E27FC236}">
                            <a16:creationId xmlns:a16="http://schemas.microsoft.com/office/drawing/2014/main" id="{325C04FD-FB3D-16BB-28E7-635186A611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6">
                        <a:extLst>
                          <a:ext uri="{FF2B5EF4-FFF2-40B4-BE49-F238E27FC236}">
                            <a16:creationId xmlns:a16="http://schemas.microsoft.com/office/drawing/2014/main" id="{8744F1F4-5082-E820-65F2-8087E7058A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7">
                        <a:extLst>
                          <a:ext uri="{FF2B5EF4-FFF2-40B4-BE49-F238E27FC236}">
                            <a16:creationId xmlns:a16="http://schemas.microsoft.com/office/drawing/2014/main" id="{850E166E-15B6-472B-5E7F-F3599B9E63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28">
                        <a:extLst>
                          <a:ext uri="{FF2B5EF4-FFF2-40B4-BE49-F238E27FC236}">
                            <a16:creationId xmlns:a16="http://schemas.microsoft.com/office/drawing/2014/main" id="{97C45AFB-E185-8299-2C61-DF9FACF3C02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29">
                        <a:extLst>
                          <a:ext uri="{FF2B5EF4-FFF2-40B4-BE49-F238E27FC236}">
                            <a16:creationId xmlns:a16="http://schemas.microsoft.com/office/drawing/2014/main" id="{3E7CE82D-2151-0385-822A-27AF3D59B1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0">
                        <a:extLst>
                          <a:ext uri="{FF2B5EF4-FFF2-40B4-BE49-F238E27FC236}">
                            <a16:creationId xmlns:a16="http://schemas.microsoft.com/office/drawing/2014/main" id="{AB7CB880-2F16-61E3-311C-D0303B2581F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1">
                        <a:extLst>
                          <a:ext uri="{FF2B5EF4-FFF2-40B4-BE49-F238E27FC236}">
                            <a16:creationId xmlns:a16="http://schemas.microsoft.com/office/drawing/2014/main" id="{28244360-EE66-A315-EED3-E053B241B5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2">
                        <a:extLst>
                          <a:ext uri="{FF2B5EF4-FFF2-40B4-BE49-F238E27FC236}">
                            <a16:creationId xmlns:a16="http://schemas.microsoft.com/office/drawing/2014/main" id="{7BFC4D3E-1B0E-7C7B-3A29-6302DDC3A1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3">
                        <a:extLst>
                          <a:ext uri="{FF2B5EF4-FFF2-40B4-BE49-F238E27FC236}">
                            <a16:creationId xmlns:a16="http://schemas.microsoft.com/office/drawing/2014/main" id="{2D9204E8-D70B-D295-AF4D-268B73FEE62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4">
                        <a:extLst>
                          <a:ext uri="{FF2B5EF4-FFF2-40B4-BE49-F238E27FC236}">
                            <a16:creationId xmlns:a16="http://schemas.microsoft.com/office/drawing/2014/main" id="{622EC613-DBE1-A0CC-BA58-A84C4331CB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5">
                        <a:extLst>
                          <a:ext uri="{FF2B5EF4-FFF2-40B4-BE49-F238E27FC236}">
                            <a16:creationId xmlns:a16="http://schemas.microsoft.com/office/drawing/2014/main" id="{C2A004A3-025D-197A-CF8D-61397B9F4B3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6">
                        <a:extLst>
                          <a:ext uri="{FF2B5EF4-FFF2-40B4-BE49-F238E27FC236}">
                            <a16:creationId xmlns:a16="http://schemas.microsoft.com/office/drawing/2014/main" id="{A245E3AF-D9DD-3E8F-2D57-80834F915C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37">
                        <a:extLst>
                          <a:ext uri="{FF2B5EF4-FFF2-40B4-BE49-F238E27FC236}">
                            <a16:creationId xmlns:a16="http://schemas.microsoft.com/office/drawing/2014/main" id="{95DCA328-44E5-E261-2A35-7BE670976A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38">
                        <a:extLst>
                          <a:ext uri="{FF2B5EF4-FFF2-40B4-BE49-F238E27FC236}">
                            <a16:creationId xmlns:a16="http://schemas.microsoft.com/office/drawing/2014/main" id="{991C6F93-E88A-A94B-B84A-146334FF18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8" name="Line 39">
                    <a:extLst>
                      <a:ext uri="{FF2B5EF4-FFF2-40B4-BE49-F238E27FC236}">
                        <a16:creationId xmlns:a16="http://schemas.microsoft.com/office/drawing/2014/main" id="{4ADF6D8F-EDBE-5853-DDC1-53B15A08C9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0" name="Text Box 40">
                    <a:extLst>
                      <a:ext uri="{FF2B5EF4-FFF2-40B4-BE49-F238E27FC236}">
                        <a16:creationId xmlns:a16="http://schemas.microsoft.com/office/drawing/2014/main" id="{A970DAFF-29F6-2858-AF8B-E7C19A071F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2" name="Text Box 41">
                    <a:extLst>
                      <a:ext uri="{FF2B5EF4-FFF2-40B4-BE49-F238E27FC236}">
                        <a16:creationId xmlns:a16="http://schemas.microsoft.com/office/drawing/2014/main" id="{18F99E4E-D392-F5B1-9843-B5900BCED5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3" name="Line 42">
                    <a:extLst>
                      <a:ext uri="{FF2B5EF4-FFF2-40B4-BE49-F238E27FC236}">
                        <a16:creationId xmlns:a16="http://schemas.microsoft.com/office/drawing/2014/main" id="{9576C1D3-9718-1FE0-5080-B460DDFF98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43">
                    <a:extLst>
                      <a:ext uri="{FF2B5EF4-FFF2-40B4-BE49-F238E27FC236}">
                        <a16:creationId xmlns:a16="http://schemas.microsoft.com/office/drawing/2014/main" id="{9177E9AD-3F45-3C76-4A5F-74F7D1002D3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4">
                    <a:extLst>
                      <a:ext uri="{FF2B5EF4-FFF2-40B4-BE49-F238E27FC236}">
                        <a16:creationId xmlns:a16="http://schemas.microsoft.com/office/drawing/2014/main" id="{3C1EC31F-68F5-0540-F20B-CCCC93914F5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Text Box 45">
                    <a:extLst>
                      <a:ext uri="{FF2B5EF4-FFF2-40B4-BE49-F238E27FC236}">
                        <a16:creationId xmlns:a16="http://schemas.microsoft.com/office/drawing/2014/main" id="{BA8B1D59-896B-31CC-E65B-9A770380562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3AD44511-C910-6220-BE4E-6912433E383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BD8082B-5F0C-F775-50F8-C81ABD8C632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910E3659-CBA3-9219-2005-75A67C8829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49">
                    <a:extLst>
                      <a:ext uri="{FF2B5EF4-FFF2-40B4-BE49-F238E27FC236}">
                        <a16:creationId xmlns:a16="http://schemas.microsoft.com/office/drawing/2014/main" id="{49FDA51B-7283-AF3F-29F2-DDD8BD85697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6" name="Text Box 50">
                    <a:extLst>
                      <a:ext uri="{FF2B5EF4-FFF2-40B4-BE49-F238E27FC236}">
                        <a16:creationId xmlns:a16="http://schemas.microsoft.com/office/drawing/2014/main" id="{876AC1BE-8A99-6F82-A9F0-91D4F583539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9" name="Text Box 51">
                    <a:extLst>
                      <a:ext uri="{FF2B5EF4-FFF2-40B4-BE49-F238E27FC236}">
                        <a16:creationId xmlns:a16="http://schemas.microsoft.com/office/drawing/2014/main" id="{B25922F6-8531-42D3-9A27-E6C0198C55C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50" name="Text Box 52">
                    <a:extLst>
                      <a:ext uri="{FF2B5EF4-FFF2-40B4-BE49-F238E27FC236}">
                        <a16:creationId xmlns:a16="http://schemas.microsoft.com/office/drawing/2014/main" id="{942AF5F1-E8EA-5FAB-E5B9-F2474EFBE80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1" name="Text Box 53">
                    <a:extLst>
                      <a:ext uri="{FF2B5EF4-FFF2-40B4-BE49-F238E27FC236}">
                        <a16:creationId xmlns:a16="http://schemas.microsoft.com/office/drawing/2014/main" id="{CDE4D21B-31D7-0991-4F07-6F2609A84F3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2" name="Line 153">
                    <a:extLst>
                      <a:ext uri="{FF2B5EF4-FFF2-40B4-BE49-F238E27FC236}">
                        <a16:creationId xmlns:a16="http://schemas.microsoft.com/office/drawing/2014/main" id="{EA06FA88-91EB-BF96-B198-1089609BBBB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Text Box 154">
                    <a:extLst>
                      <a:ext uri="{FF2B5EF4-FFF2-40B4-BE49-F238E27FC236}">
                        <a16:creationId xmlns:a16="http://schemas.microsoft.com/office/drawing/2014/main" id="{408E6FDD-7EF5-4F76-3F22-E15A0B084D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BB7BF779-CF16-FA99-D67C-8A316279733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962DBE05-F535-6182-39B5-FA75B4E7D7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76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551268"/>
              </p:ext>
            </p:extLst>
          </p:nvPr>
        </p:nvGraphicFramePr>
        <p:xfrm>
          <a:off x="816219" y="895952"/>
          <a:ext cx="8117470" cy="267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57351"/>
              </p:ext>
            </p:extLst>
          </p:nvPr>
        </p:nvGraphicFramePr>
        <p:xfrm>
          <a:off x="816219" y="895952"/>
          <a:ext cx="8117470" cy="395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42078</TotalTime>
  <Words>9169</Words>
  <Application>Microsoft Macintosh PowerPoint</Application>
  <PresentationFormat>Presentación en pantalla (4:3)</PresentationFormat>
  <Paragraphs>2778</Paragraphs>
  <Slides>79</Slides>
  <Notes>15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79</vt:i4>
      </vt:variant>
      <vt:variant>
        <vt:lpstr>Presentaciones personalizadas</vt:lpstr>
      </vt:variant>
      <vt:variant>
        <vt:i4>2</vt:i4>
      </vt:variant>
    </vt:vector>
  </HeadingPairs>
  <TitlesOfParts>
    <vt:vector size="91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Contenido y bibliografía</vt:lpstr>
      <vt:lpstr>La unidad de control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1143</cp:revision>
  <cp:lastPrinted>2013-09-09T11:28:19Z</cp:lastPrinted>
  <dcterms:created xsi:type="dcterms:W3CDTF">2012-09-17T10:12:03Z</dcterms:created>
  <dcterms:modified xsi:type="dcterms:W3CDTF">2026-10-05T06:15:26Z</dcterms:modified>
</cp:coreProperties>
</file>