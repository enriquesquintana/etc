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2"/>
  </p:notesMasterIdLst>
  <p:handoutMasterIdLst>
    <p:handoutMasterId r:id="rId83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915" r:id="rId45"/>
    <p:sldId id="914" r:id="rId46"/>
    <p:sldId id="693" r:id="rId47"/>
    <p:sldId id="692" r:id="rId48"/>
    <p:sldId id="698" r:id="rId49"/>
    <p:sldId id="817" r:id="rId50"/>
    <p:sldId id="695" r:id="rId51"/>
    <p:sldId id="883" r:id="rId52"/>
    <p:sldId id="696" r:id="rId53"/>
    <p:sldId id="716" r:id="rId54"/>
    <p:sldId id="844" r:id="rId55"/>
    <p:sldId id="912" r:id="rId56"/>
    <p:sldId id="913" r:id="rId57"/>
    <p:sldId id="885" r:id="rId58"/>
    <p:sldId id="822" r:id="rId59"/>
    <p:sldId id="887" r:id="rId60"/>
    <p:sldId id="705" r:id="rId61"/>
    <p:sldId id="820" r:id="rId62"/>
    <p:sldId id="902" r:id="rId63"/>
    <p:sldId id="903" r:id="rId64"/>
    <p:sldId id="888" r:id="rId65"/>
    <p:sldId id="889" r:id="rId66"/>
    <p:sldId id="910" r:id="rId67"/>
    <p:sldId id="711" r:id="rId68"/>
    <p:sldId id="707" r:id="rId69"/>
    <p:sldId id="804" r:id="rId70"/>
    <p:sldId id="891" r:id="rId71"/>
    <p:sldId id="892" r:id="rId72"/>
    <p:sldId id="893" r:id="rId73"/>
    <p:sldId id="806" r:id="rId74"/>
    <p:sldId id="894" r:id="rId75"/>
    <p:sldId id="895" r:id="rId76"/>
    <p:sldId id="896" r:id="rId77"/>
    <p:sldId id="897" r:id="rId78"/>
    <p:sldId id="712" r:id="rId79"/>
    <p:sldId id="713" r:id="rId80"/>
    <p:sldId id="714" r:id="rId81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8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7" autoAdjust="0"/>
    <p:restoredTop sz="90984" autoAdjust="0"/>
  </p:normalViewPr>
  <p:slideViewPr>
    <p:cSldViewPr snapToGrid="0">
      <p:cViewPr varScale="1">
        <p:scale>
          <a:sx n="142" d="100"/>
          <a:sy n="142" d="100"/>
        </p:scale>
        <p:origin x="2232" y="176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6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50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66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8/10/26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8/10/26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8/10/26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8/10/26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upo 134">
            <a:extLst>
              <a:ext uri="{FF2B5EF4-FFF2-40B4-BE49-F238E27FC236}">
                <a16:creationId xmlns:a16="http://schemas.microsoft.com/office/drawing/2014/main" id="{AB7F7609-6E7A-CB2A-B604-24CD934CEE3D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136" name="Group 9">
              <a:extLst>
                <a:ext uri="{FF2B5EF4-FFF2-40B4-BE49-F238E27FC236}">
                  <a16:creationId xmlns:a16="http://schemas.microsoft.com/office/drawing/2014/main" id="{DF10C739-07DC-13A9-64A0-6A4B763410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39" name="Rectangle 10">
                <a:extLst>
                  <a:ext uri="{FF2B5EF4-FFF2-40B4-BE49-F238E27FC236}">
                    <a16:creationId xmlns:a16="http://schemas.microsoft.com/office/drawing/2014/main" id="{94E93F1E-D549-A479-5758-AAD461917A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40" name="Group 155">
                <a:extLst>
                  <a:ext uri="{FF2B5EF4-FFF2-40B4-BE49-F238E27FC236}">
                    <a16:creationId xmlns:a16="http://schemas.microsoft.com/office/drawing/2014/main" id="{BA139406-CC10-3D59-E98C-AE91FB700E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41" name="Group 5">
                  <a:extLst>
                    <a:ext uri="{FF2B5EF4-FFF2-40B4-BE49-F238E27FC236}">
                      <a16:creationId xmlns:a16="http://schemas.microsoft.com/office/drawing/2014/main" id="{EF917C3E-0C1F-AD53-FDDE-6D77F2C401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59" name="Rectangle 6">
                    <a:extLst>
                      <a:ext uri="{FF2B5EF4-FFF2-40B4-BE49-F238E27FC236}">
                        <a16:creationId xmlns:a16="http://schemas.microsoft.com/office/drawing/2014/main" id="{927127BC-8114-2BDB-7865-6AEAE773FF6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60" name="Group 7">
                    <a:extLst>
                      <a:ext uri="{FF2B5EF4-FFF2-40B4-BE49-F238E27FC236}">
                        <a16:creationId xmlns:a16="http://schemas.microsoft.com/office/drawing/2014/main" id="{DB659BD0-6D4D-D36A-7A86-F67103911A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61" name="Line 9">
                      <a:extLst>
                        <a:ext uri="{FF2B5EF4-FFF2-40B4-BE49-F238E27FC236}">
                          <a16:creationId xmlns:a16="http://schemas.microsoft.com/office/drawing/2014/main" id="{AC15B989-863C-5C4F-1337-D6AEBC0DC1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10">
                      <a:extLst>
                        <a:ext uri="{FF2B5EF4-FFF2-40B4-BE49-F238E27FC236}">
                          <a16:creationId xmlns:a16="http://schemas.microsoft.com/office/drawing/2014/main" id="{FBC18416-3230-BA8E-D881-7D462BC369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11">
                      <a:extLst>
                        <a:ext uri="{FF2B5EF4-FFF2-40B4-BE49-F238E27FC236}">
                          <a16:creationId xmlns:a16="http://schemas.microsoft.com/office/drawing/2014/main" id="{A28A0C5E-F751-4048-3628-49DD91DB2F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12">
                      <a:extLst>
                        <a:ext uri="{FF2B5EF4-FFF2-40B4-BE49-F238E27FC236}">
                          <a16:creationId xmlns:a16="http://schemas.microsoft.com/office/drawing/2014/main" id="{20CEFC24-51AF-A1A4-10DE-8C7159DBDE7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13">
                      <a:extLst>
                        <a:ext uri="{FF2B5EF4-FFF2-40B4-BE49-F238E27FC236}">
                          <a16:creationId xmlns:a16="http://schemas.microsoft.com/office/drawing/2014/main" id="{BF744F18-AF36-01FD-790A-080E4D4B71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14">
                      <a:extLst>
                        <a:ext uri="{FF2B5EF4-FFF2-40B4-BE49-F238E27FC236}">
                          <a16:creationId xmlns:a16="http://schemas.microsoft.com/office/drawing/2014/main" id="{F7430E73-F72F-ACFA-5334-88A64EF476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15">
                      <a:extLst>
                        <a:ext uri="{FF2B5EF4-FFF2-40B4-BE49-F238E27FC236}">
                          <a16:creationId xmlns:a16="http://schemas.microsoft.com/office/drawing/2014/main" id="{2995E3F3-3912-93EA-F304-DA36DA21FB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16">
                      <a:extLst>
                        <a:ext uri="{FF2B5EF4-FFF2-40B4-BE49-F238E27FC236}">
                          <a16:creationId xmlns:a16="http://schemas.microsoft.com/office/drawing/2014/main" id="{3F7BE5B4-74FC-0D87-0CC2-7AD77A62EFC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17">
                      <a:extLst>
                        <a:ext uri="{FF2B5EF4-FFF2-40B4-BE49-F238E27FC236}">
                          <a16:creationId xmlns:a16="http://schemas.microsoft.com/office/drawing/2014/main" id="{1DD8E587-6C64-9E27-9E46-2AE734C4DC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18">
                      <a:extLst>
                        <a:ext uri="{FF2B5EF4-FFF2-40B4-BE49-F238E27FC236}">
                          <a16:creationId xmlns:a16="http://schemas.microsoft.com/office/drawing/2014/main" id="{6D39DCED-6961-1133-E982-91CCF7B60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19">
                      <a:extLst>
                        <a:ext uri="{FF2B5EF4-FFF2-40B4-BE49-F238E27FC236}">
                          <a16:creationId xmlns:a16="http://schemas.microsoft.com/office/drawing/2014/main" id="{2B681B4B-C937-1763-F5F7-0894FA403F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2" name="Line 20">
                      <a:extLst>
                        <a:ext uri="{FF2B5EF4-FFF2-40B4-BE49-F238E27FC236}">
                          <a16:creationId xmlns:a16="http://schemas.microsoft.com/office/drawing/2014/main" id="{FF1239DC-99AF-E2C1-5E61-4A28EF4FFA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3" name="Line 21">
                      <a:extLst>
                        <a:ext uri="{FF2B5EF4-FFF2-40B4-BE49-F238E27FC236}">
                          <a16:creationId xmlns:a16="http://schemas.microsoft.com/office/drawing/2014/main" id="{474A8380-C779-18B2-B8FE-067E4BBE95D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4" name="Line 22">
                      <a:extLst>
                        <a:ext uri="{FF2B5EF4-FFF2-40B4-BE49-F238E27FC236}">
                          <a16:creationId xmlns:a16="http://schemas.microsoft.com/office/drawing/2014/main" id="{A4E0E064-6D05-1F31-0547-95E3F3B531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5" name="Line 23">
                      <a:extLst>
                        <a:ext uri="{FF2B5EF4-FFF2-40B4-BE49-F238E27FC236}">
                          <a16:creationId xmlns:a16="http://schemas.microsoft.com/office/drawing/2014/main" id="{1CF9BCBE-26D2-D470-78A1-AC40F56E5E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6" name="Line 24">
                      <a:extLst>
                        <a:ext uri="{FF2B5EF4-FFF2-40B4-BE49-F238E27FC236}">
                          <a16:creationId xmlns:a16="http://schemas.microsoft.com/office/drawing/2014/main" id="{975AA602-D7CE-1BB2-729E-278A93DFDC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7" name="Line 25">
                      <a:extLst>
                        <a:ext uri="{FF2B5EF4-FFF2-40B4-BE49-F238E27FC236}">
                          <a16:creationId xmlns:a16="http://schemas.microsoft.com/office/drawing/2014/main" id="{DC8B3624-3A22-D67B-AC09-0D85D6C225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8" name="Line 26">
                      <a:extLst>
                        <a:ext uri="{FF2B5EF4-FFF2-40B4-BE49-F238E27FC236}">
                          <a16:creationId xmlns:a16="http://schemas.microsoft.com/office/drawing/2014/main" id="{F97013A8-8915-E80B-9BE1-F009EA3DF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9" name="Line 27">
                      <a:extLst>
                        <a:ext uri="{FF2B5EF4-FFF2-40B4-BE49-F238E27FC236}">
                          <a16:creationId xmlns:a16="http://schemas.microsoft.com/office/drawing/2014/main" id="{2701753D-4D33-021E-E77A-DAA3133351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0" name="Line 28">
                      <a:extLst>
                        <a:ext uri="{FF2B5EF4-FFF2-40B4-BE49-F238E27FC236}">
                          <a16:creationId xmlns:a16="http://schemas.microsoft.com/office/drawing/2014/main" id="{F932A02D-7A76-EBDB-1655-0B20D51EB7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1" name="Line 29">
                      <a:extLst>
                        <a:ext uri="{FF2B5EF4-FFF2-40B4-BE49-F238E27FC236}">
                          <a16:creationId xmlns:a16="http://schemas.microsoft.com/office/drawing/2014/main" id="{5E97B0F4-ABF0-90B1-90F8-64B78337E5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2" name="Line 30">
                      <a:extLst>
                        <a:ext uri="{FF2B5EF4-FFF2-40B4-BE49-F238E27FC236}">
                          <a16:creationId xmlns:a16="http://schemas.microsoft.com/office/drawing/2014/main" id="{02FF9573-8BEC-FF3C-1CA0-A6B9C5CEBFC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3" name="Line 31">
                      <a:extLst>
                        <a:ext uri="{FF2B5EF4-FFF2-40B4-BE49-F238E27FC236}">
                          <a16:creationId xmlns:a16="http://schemas.microsoft.com/office/drawing/2014/main" id="{EB3B4E96-76E7-4E79-61B5-5FC3B995F9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4" name="Line 32">
                      <a:extLst>
                        <a:ext uri="{FF2B5EF4-FFF2-40B4-BE49-F238E27FC236}">
                          <a16:creationId xmlns:a16="http://schemas.microsoft.com/office/drawing/2014/main" id="{4E33D0C9-9771-88D1-8E0B-D527EF9818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5" name="Line 33">
                      <a:extLst>
                        <a:ext uri="{FF2B5EF4-FFF2-40B4-BE49-F238E27FC236}">
                          <a16:creationId xmlns:a16="http://schemas.microsoft.com/office/drawing/2014/main" id="{90E37DD1-B263-DBEE-52AE-D679A57D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34">
                      <a:extLst>
                        <a:ext uri="{FF2B5EF4-FFF2-40B4-BE49-F238E27FC236}">
                          <a16:creationId xmlns:a16="http://schemas.microsoft.com/office/drawing/2014/main" id="{5EE43B47-2412-89D8-B26E-8B0E584C2A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35">
                      <a:extLst>
                        <a:ext uri="{FF2B5EF4-FFF2-40B4-BE49-F238E27FC236}">
                          <a16:creationId xmlns:a16="http://schemas.microsoft.com/office/drawing/2014/main" id="{D75FCBD1-06EC-C027-20F4-D7616B10B0B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36">
                      <a:extLst>
                        <a:ext uri="{FF2B5EF4-FFF2-40B4-BE49-F238E27FC236}">
                          <a16:creationId xmlns:a16="http://schemas.microsoft.com/office/drawing/2014/main" id="{1DC348D9-BE59-D9E7-8A7B-5ADDA25F90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37">
                      <a:extLst>
                        <a:ext uri="{FF2B5EF4-FFF2-40B4-BE49-F238E27FC236}">
                          <a16:creationId xmlns:a16="http://schemas.microsoft.com/office/drawing/2014/main" id="{7A4EAA21-9D9F-7FF1-6B0B-7D1B65DBFE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38">
                      <a:extLst>
                        <a:ext uri="{FF2B5EF4-FFF2-40B4-BE49-F238E27FC236}">
                          <a16:creationId xmlns:a16="http://schemas.microsoft.com/office/drawing/2014/main" id="{CAE991F1-06B1-E8DD-2FA7-05DD812088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2" name="Line 39">
                  <a:extLst>
                    <a:ext uri="{FF2B5EF4-FFF2-40B4-BE49-F238E27FC236}">
                      <a16:creationId xmlns:a16="http://schemas.microsoft.com/office/drawing/2014/main" id="{1959BE0C-FDC4-7810-01D4-1BDD83FE07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3" name="Text Box 40">
                  <a:extLst>
                    <a:ext uri="{FF2B5EF4-FFF2-40B4-BE49-F238E27FC236}">
                      <a16:creationId xmlns:a16="http://schemas.microsoft.com/office/drawing/2014/main" id="{1F1ADC82-FE5F-56D7-1CFC-037D81A4FC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4" name="Text Box 41">
                  <a:extLst>
                    <a:ext uri="{FF2B5EF4-FFF2-40B4-BE49-F238E27FC236}">
                      <a16:creationId xmlns:a16="http://schemas.microsoft.com/office/drawing/2014/main" id="{D120D2BB-0A50-1D86-A7C8-132ADD0E503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45" name="Line 42">
                  <a:extLst>
                    <a:ext uri="{FF2B5EF4-FFF2-40B4-BE49-F238E27FC236}">
                      <a16:creationId xmlns:a16="http://schemas.microsoft.com/office/drawing/2014/main" id="{88E8D9DE-7FE2-BC56-95FC-ADC390E7A7F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6" name="Line 43">
                  <a:extLst>
                    <a:ext uri="{FF2B5EF4-FFF2-40B4-BE49-F238E27FC236}">
                      <a16:creationId xmlns:a16="http://schemas.microsoft.com/office/drawing/2014/main" id="{6CC68032-8E23-1CE6-6D12-0E470065C3A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7" name="Line 44">
                  <a:extLst>
                    <a:ext uri="{FF2B5EF4-FFF2-40B4-BE49-F238E27FC236}">
                      <a16:creationId xmlns:a16="http://schemas.microsoft.com/office/drawing/2014/main" id="{CE7025C9-BDA6-1C51-B9BF-454ACF2A742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48" name="Text Box 45">
                  <a:extLst>
                    <a:ext uri="{FF2B5EF4-FFF2-40B4-BE49-F238E27FC236}">
                      <a16:creationId xmlns:a16="http://schemas.microsoft.com/office/drawing/2014/main" id="{6DC1262F-6CCE-1842-CAC7-BDE81BFC1F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49" name="Text Box 46">
                  <a:extLst>
                    <a:ext uri="{FF2B5EF4-FFF2-40B4-BE49-F238E27FC236}">
                      <a16:creationId xmlns:a16="http://schemas.microsoft.com/office/drawing/2014/main" id="{5CF6673B-C21E-00A5-F573-4AA58C1923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50" name="Text Box 47">
                  <a:extLst>
                    <a:ext uri="{FF2B5EF4-FFF2-40B4-BE49-F238E27FC236}">
                      <a16:creationId xmlns:a16="http://schemas.microsoft.com/office/drawing/2014/main" id="{DA0A6E04-0B34-9FCC-7422-A0CC4B1BFF5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1" name="Text Box 48">
                  <a:extLst>
                    <a:ext uri="{FF2B5EF4-FFF2-40B4-BE49-F238E27FC236}">
                      <a16:creationId xmlns:a16="http://schemas.microsoft.com/office/drawing/2014/main" id="{490C82AA-B5EE-40B1-EFB2-886AFBCDB5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52" name="Text Box 49">
                  <a:extLst>
                    <a:ext uri="{FF2B5EF4-FFF2-40B4-BE49-F238E27FC236}">
                      <a16:creationId xmlns:a16="http://schemas.microsoft.com/office/drawing/2014/main" id="{2B0B86EB-1D1D-C86F-8073-77CB01F414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153" name="Text Box 50">
                  <a:extLst>
                    <a:ext uri="{FF2B5EF4-FFF2-40B4-BE49-F238E27FC236}">
                      <a16:creationId xmlns:a16="http://schemas.microsoft.com/office/drawing/2014/main" id="{3944B97D-4A1F-A779-57FB-36CA9EF3573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154" name="Text Box 51">
                  <a:extLst>
                    <a:ext uri="{FF2B5EF4-FFF2-40B4-BE49-F238E27FC236}">
                      <a16:creationId xmlns:a16="http://schemas.microsoft.com/office/drawing/2014/main" id="{297F9A7D-8D45-604A-4B53-9884C7382E9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155" name="Text Box 52">
                  <a:extLst>
                    <a:ext uri="{FF2B5EF4-FFF2-40B4-BE49-F238E27FC236}">
                      <a16:creationId xmlns:a16="http://schemas.microsoft.com/office/drawing/2014/main" id="{08D1AE60-73BA-923E-97E2-CD334C4DB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156" name="Text Box 53">
                  <a:extLst>
                    <a:ext uri="{FF2B5EF4-FFF2-40B4-BE49-F238E27FC236}">
                      <a16:creationId xmlns:a16="http://schemas.microsoft.com/office/drawing/2014/main" id="{0E1FF928-51C0-3AFD-DA49-BD9BE5CEE5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57" name="Line 153">
                  <a:extLst>
                    <a:ext uri="{FF2B5EF4-FFF2-40B4-BE49-F238E27FC236}">
                      <a16:creationId xmlns:a16="http://schemas.microsoft.com/office/drawing/2014/main" id="{8F83B73B-0B43-8A2A-91F2-B1F5477E8E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8" name="Text Box 154">
                  <a:extLst>
                    <a:ext uri="{FF2B5EF4-FFF2-40B4-BE49-F238E27FC236}">
                      <a16:creationId xmlns:a16="http://schemas.microsoft.com/office/drawing/2014/main" id="{C1D338AC-6F42-17B0-A33B-6E805A715D4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137" name="Text Box 41">
              <a:extLst>
                <a:ext uri="{FF2B5EF4-FFF2-40B4-BE49-F238E27FC236}">
                  <a16:creationId xmlns:a16="http://schemas.microsoft.com/office/drawing/2014/main" id="{B03E1E0C-4EE3-A333-8618-786FFF4502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8" name="Line 11">
              <a:extLst>
                <a:ext uri="{FF2B5EF4-FFF2-40B4-BE49-F238E27FC236}">
                  <a16:creationId xmlns:a16="http://schemas.microsoft.com/office/drawing/2014/main" id="{CD2053ED-B9D0-F199-5453-D2C4E27BB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B51C630-9EF6-6A74-C088-68F6D9C11771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975305" y="4921594"/>
            <a:chExt cx="3345284" cy="753875"/>
          </a:xfrm>
        </p:grpSpPr>
        <p:grpSp>
          <p:nvGrpSpPr>
            <p:cNvPr id="5" name="Group 9">
              <a:extLst>
                <a:ext uri="{FF2B5EF4-FFF2-40B4-BE49-F238E27FC236}">
                  <a16:creationId xmlns:a16="http://schemas.microsoft.com/office/drawing/2014/main" id="{65F7D683-FF39-8C55-D2DC-4F9A464194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8" name="Rectangle 10">
                <a:extLst>
                  <a:ext uri="{FF2B5EF4-FFF2-40B4-BE49-F238E27FC236}">
                    <a16:creationId xmlns:a16="http://schemas.microsoft.com/office/drawing/2014/main" id="{5E4C87CE-D00A-76EA-B384-0348F108CC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9" name="Group 155">
                <a:extLst>
                  <a:ext uri="{FF2B5EF4-FFF2-40B4-BE49-F238E27FC236}">
                    <a16:creationId xmlns:a16="http://schemas.microsoft.com/office/drawing/2014/main" id="{4C51C7FD-5B95-F1FE-FA26-10F993168E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0" name="Group 5">
                  <a:extLst>
                    <a:ext uri="{FF2B5EF4-FFF2-40B4-BE49-F238E27FC236}">
                      <a16:creationId xmlns:a16="http://schemas.microsoft.com/office/drawing/2014/main" id="{A6314E28-59A1-5855-1881-A84663CDE7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29" name="Rectangle 6">
                    <a:extLst>
                      <a:ext uri="{FF2B5EF4-FFF2-40B4-BE49-F238E27FC236}">
                        <a16:creationId xmlns:a16="http://schemas.microsoft.com/office/drawing/2014/main" id="{56EEAA1D-7842-D52E-A0FE-D1A47FD204A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0" name="Group 7">
                    <a:extLst>
                      <a:ext uri="{FF2B5EF4-FFF2-40B4-BE49-F238E27FC236}">
                        <a16:creationId xmlns:a16="http://schemas.microsoft.com/office/drawing/2014/main" id="{4BF722A0-3ED7-2971-E4B6-AF06260E6A2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1" name="Line 9">
                      <a:extLst>
                        <a:ext uri="{FF2B5EF4-FFF2-40B4-BE49-F238E27FC236}">
                          <a16:creationId xmlns:a16="http://schemas.microsoft.com/office/drawing/2014/main" id="{8A6B981B-FDB4-2ED9-CF43-782D826933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0">
                      <a:extLst>
                        <a:ext uri="{FF2B5EF4-FFF2-40B4-BE49-F238E27FC236}">
                          <a16:creationId xmlns:a16="http://schemas.microsoft.com/office/drawing/2014/main" id="{3DF6C097-10C8-9FCB-7A1A-D4863D5858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3" name="Line 11">
                      <a:extLst>
                        <a:ext uri="{FF2B5EF4-FFF2-40B4-BE49-F238E27FC236}">
                          <a16:creationId xmlns:a16="http://schemas.microsoft.com/office/drawing/2014/main" id="{1CEB0C1B-7B4A-4584-1E2D-22A5A06DDE9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2">
                      <a:extLst>
                        <a:ext uri="{FF2B5EF4-FFF2-40B4-BE49-F238E27FC236}">
                          <a16:creationId xmlns:a16="http://schemas.microsoft.com/office/drawing/2014/main" id="{0F7390DF-6DD2-5D54-A0EF-2A529B71BD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3">
                      <a:extLst>
                        <a:ext uri="{FF2B5EF4-FFF2-40B4-BE49-F238E27FC236}">
                          <a16:creationId xmlns:a16="http://schemas.microsoft.com/office/drawing/2014/main" id="{FC4E80D4-CA88-58DD-EA26-2A797A3FE9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4">
                      <a:extLst>
                        <a:ext uri="{FF2B5EF4-FFF2-40B4-BE49-F238E27FC236}">
                          <a16:creationId xmlns:a16="http://schemas.microsoft.com/office/drawing/2014/main" id="{022DE9C6-B677-47EF-B7D1-DA0F91F66A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5">
                      <a:extLst>
                        <a:ext uri="{FF2B5EF4-FFF2-40B4-BE49-F238E27FC236}">
                          <a16:creationId xmlns:a16="http://schemas.microsoft.com/office/drawing/2014/main" id="{1F5D65F7-82DD-297A-4591-A429ECC5CD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6">
                      <a:extLst>
                        <a:ext uri="{FF2B5EF4-FFF2-40B4-BE49-F238E27FC236}">
                          <a16:creationId xmlns:a16="http://schemas.microsoft.com/office/drawing/2014/main" id="{DED850EB-6CF6-9073-068C-D8FD99DF8D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7">
                      <a:extLst>
                        <a:ext uri="{FF2B5EF4-FFF2-40B4-BE49-F238E27FC236}">
                          <a16:creationId xmlns:a16="http://schemas.microsoft.com/office/drawing/2014/main" id="{4FD553CD-DAD5-F786-E96E-F554C16D62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8">
                      <a:extLst>
                        <a:ext uri="{FF2B5EF4-FFF2-40B4-BE49-F238E27FC236}">
                          <a16:creationId xmlns:a16="http://schemas.microsoft.com/office/drawing/2014/main" id="{02565464-1426-0002-713F-C1AE954785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9">
                      <a:extLst>
                        <a:ext uri="{FF2B5EF4-FFF2-40B4-BE49-F238E27FC236}">
                          <a16:creationId xmlns:a16="http://schemas.microsoft.com/office/drawing/2014/main" id="{2E8B6360-887A-EFA9-E5FF-5D0BA03F34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20">
                      <a:extLst>
                        <a:ext uri="{FF2B5EF4-FFF2-40B4-BE49-F238E27FC236}">
                          <a16:creationId xmlns:a16="http://schemas.microsoft.com/office/drawing/2014/main" id="{013BEC8C-C1CA-C2D3-FF5E-C98BC69B31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21">
                      <a:extLst>
                        <a:ext uri="{FF2B5EF4-FFF2-40B4-BE49-F238E27FC236}">
                          <a16:creationId xmlns:a16="http://schemas.microsoft.com/office/drawing/2014/main" id="{4B255217-C50A-A418-2F62-FE602C69F9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2">
                      <a:extLst>
                        <a:ext uri="{FF2B5EF4-FFF2-40B4-BE49-F238E27FC236}">
                          <a16:creationId xmlns:a16="http://schemas.microsoft.com/office/drawing/2014/main" id="{73A5F71A-1F3E-0246-96DD-409856D529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3">
                      <a:extLst>
                        <a:ext uri="{FF2B5EF4-FFF2-40B4-BE49-F238E27FC236}">
                          <a16:creationId xmlns:a16="http://schemas.microsoft.com/office/drawing/2014/main" id="{D1D949C6-02DE-C594-ABBB-23F6613E8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4">
                      <a:extLst>
                        <a:ext uri="{FF2B5EF4-FFF2-40B4-BE49-F238E27FC236}">
                          <a16:creationId xmlns:a16="http://schemas.microsoft.com/office/drawing/2014/main" id="{F002B6F3-36CD-CBA5-5D95-D662EF8222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5">
                      <a:extLst>
                        <a:ext uri="{FF2B5EF4-FFF2-40B4-BE49-F238E27FC236}">
                          <a16:creationId xmlns:a16="http://schemas.microsoft.com/office/drawing/2014/main" id="{C295F003-0D32-73DD-1BE7-1FD6AC30DD5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6">
                      <a:extLst>
                        <a:ext uri="{FF2B5EF4-FFF2-40B4-BE49-F238E27FC236}">
                          <a16:creationId xmlns:a16="http://schemas.microsoft.com/office/drawing/2014/main" id="{49824E8F-398D-CF04-FCA3-189B333F6E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7">
                      <a:extLst>
                        <a:ext uri="{FF2B5EF4-FFF2-40B4-BE49-F238E27FC236}">
                          <a16:creationId xmlns:a16="http://schemas.microsoft.com/office/drawing/2014/main" id="{9E678151-12C8-6E43-0E2E-D6330D741C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8">
                      <a:extLst>
                        <a:ext uri="{FF2B5EF4-FFF2-40B4-BE49-F238E27FC236}">
                          <a16:creationId xmlns:a16="http://schemas.microsoft.com/office/drawing/2014/main" id="{ED86EAF5-0F77-930E-6F1A-7A70ACE31A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9">
                      <a:extLst>
                        <a:ext uri="{FF2B5EF4-FFF2-40B4-BE49-F238E27FC236}">
                          <a16:creationId xmlns:a16="http://schemas.microsoft.com/office/drawing/2014/main" id="{3FD1408B-1076-D5DA-EC50-527DE24D147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30">
                      <a:extLst>
                        <a:ext uri="{FF2B5EF4-FFF2-40B4-BE49-F238E27FC236}">
                          <a16:creationId xmlns:a16="http://schemas.microsoft.com/office/drawing/2014/main" id="{42A35FA2-55B1-9EB9-2CFD-BF9C6640AD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31">
                      <a:extLst>
                        <a:ext uri="{FF2B5EF4-FFF2-40B4-BE49-F238E27FC236}">
                          <a16:creationId xmlns:a16="http://schemas.microsoft.com/office/drawing/2014/main" id="{B0136230-8E8D-D582-B63D-FB16CC2D54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2">
                      <a:extLst>
                        <a:ext uri="{FF2B5EF4-FFF2-40B4-BE49-F238E27FC236}">
                          <a16:creationId xmlns:a16="http://schemas.microsoft.com/office/drawing/2014/main" id="{A55A1859-3F39-B2AA-30AF-C610BC58C1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3">
                      <a:extLst>
                        <a:ext uri="{FF2B5EF4-FFF2-40B4-BE49-F238E27FC236}">
                          <a16:creationId xmlns:a16="http://schemas.microsoft.com/office/drawing/2014/main" id="{43D89501-CE52-8790-1124-3AD89A545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4">
                      <a:extLst>
                        <a:ext uri="{FF2B5EF4-FFF2-40B4-BE49-F238E27FC236}">
                          <a16:creationId xmlns:a16="http://schemas.microsoft.com/office/drawing/2014/main" id="{602B8E5E-C3F7-9698-EF00-2E2688E17EC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5">
                      <a:extLst>
                        <a:ext uri="{FF2B5EF4-FFF2-40B4-BE49-F238E27FC236}">
                          <a16:creationId xmlns:a16="http://schemas.microsoft.com/office/drawing/2014/main" id="{A1C98CEA-B361-F78D-C5D3-9C9DE9D521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6">
                      <a:extLst>
                        <a:ext uri="{FF2B5EF4-FFF2-40B4-BE49-F238E27FC236}">
                          <a16:creationId xmlns:a16="http://schemas.microsoft.com/office/drawing/2014/main" id="{9D942D14-C9DB-1293-6E62-88A686F8F3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7">
                      <a:extLst>
                        <a:ext uri="{FF2B5EF4-FFF2-40B4-BE49-F238E27FC236}">
                          <a16:creationId xmlns:a16="http://schemas.microsoft.com/office/drawing/2014/main" id="{393DB79A-5519-EF9D-D83A-B2F450F600E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8">
                      <a:extLst>
                        <a:ext uri="{FF2B5EF4-FFF2-40B4-BE49-F238E27FC236}">
                          <a16:creationId xmlns:a16="http://schemas.microsoft.com/office/drawing/2014/main" id="{04777D6C-C3C1-35B9-B299-7A218ABBB7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1" name="Line 39">
                  <a:extLst>
                    <a:ext uri="{FF2B5EF4-FFF2-40B4-BE49-F238E27FC236}">
                      <a16:creationId xmlns:a16="http://schemas.microsoft.com/office/drawing/2014/main" id="{0BD0F0EA-EB39-5DB3-0289-267AA47DF5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" name="Text Box 40">
                  <a:extLst>
                    <a:ext uri="{FF2B5EF4-FFF2-40B4-BE49-F238E27FC236}">
                      <a16:creationId xmlns:a16="http://schemas.microsoft.com/office/drawing/2014/main" id="{081A0C5E-5E1C-7FB7-6179-123DA712AD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4" name="Text Box 41">
                  <a:extLst>
                    <a:ext uri="{FF2B5EF4-FFF2-40B4-BE49-F238E27FC236}">
                      <a16:creationId xmlns:a16="http://schemas.microsoft.com/office/drawing/2014/main" id="{A4D48CA5-084F-A1EA-3146-4C936E31AA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5" name="Line 42">
                  <a:extLst>
                    <a:ext uri="{FF2B5EF4-FFF2-40B4-BE49-F238E27FC236}">
                      <a16:creationId xmlns:a16="http://schemas.microsoft.com/office/drawing/2014/main" id="{499DAF8D-1B88-FEA4-EE3C-5BFF91B683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" name="Line 43">
                  <a:extLst>
                    <a:ext uri="{FF2B5EF4-FFF2-40B4-BE49-F238E27FC236}">
                      <a16:creationId xmlns:a16="http://schemas.microsoft.com/office/drawing/2014/main" id="{826CDF3F-5BE2-B08F-2343-71573A32C5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" name="Line 44">
                  <a:extLst>
                    <a:ext uri="{FF2B5EF4-FFF2-40B4-BE49-F238E27FC236}">
                      <a16:creationId xmlns:a16="http://schemas.microsoft.com/office/drawing/2014/main" id="{F17E3DF9-41E1-97D3-5B77-8ECA50786C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Text Box 45">
                  <a:extLst>
                    <a:ext uri="{FF2B5EF4-FFF2-40B4-BE49-F238E27FC236}">
                      <a16:creationId xmlns:a16="http://schemas.microsoft.com/office/drawing/2014/main" id="{C5928549-782E-3ABD-2920-295A642764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9" name="Text Box 46">
                  <a:extLst>
                    <a:ext uri="{FF2B5EF4-FFF2-40B4-BE49-F238E27FC236}">
                      <a16:creationId xmlns:a16="http://schemas.microsoft.com/office/drawing/2014/main" id="{1F063378-2FB9-7658-2C16-F2EF18E4F3F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0" name="Text Box 47">
                  <a:extLst>
                    <a:ext uri="{FF2B5EF4-FFF2-40B4-BE49-F238E27FC236}">
                      <a16:creationId xmlns:a16="http://schemas.microsoft.com/office/drawing/2014/main" id="{B0F48947-60FF-0ADD-C185-E7D2200A31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1" name="Text Box 48">
                  <a:extLst>
                    <a:ext uri="{FF2B5EF4-FFF2-40B4-BE49-F238E27FC236}">
                      <a16:creationId xmlns:a16="http://schemas.microsoft.com/office/drawing/2014/main" id="{B359BF1D-4A51-6E87-73D3-9E4FF2987A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2" name="Text Box 49">
                  <a:extLst>
                    <a:ext uri="{FF2B5EF4-FFF2-40B4-BE49-F238E27FC236}">
                      <a16:creationId xmlns:a16="http://schemas.microsoft.com/office/drawing/2014/main" id="{FF1AC8A4-9ECE-CD4F-0EA6-E6DA3FC528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3" name="Text Box 50">
                  <a:extLst>
                    <a:ext uri="{FF2B5EF4-FFF2-40B4-BE49-F238E27FC236}">
                      <a16:creationId xmlns:a16="http://schemas.microsoft.com/office/drawing/2014/main" id="{B5422FDF-903A-F81B-4F47-EA793262AF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4" name="Text Box 51">
                  <a:extLst>
                    <a:ext uri="{FF2B5EF4-FFF2-40B4-BE49-F238E27FC236}">
                      <a16:creationId xmlns:a16="http://schemas.microsoft.com/office/drawing/2014/main" id="{114331B9-81DA-20BB-5839-CA81886BC3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5" name="Text Box 52">
                  <a:extLst>
                    <a:ext uri="{FF2B5EF4-FFF2-40B4-BE49-F238E27FC236}">
                      <a16:creationId xmlns:a16="http://schemas.microsoft.com/office/drawing/2014/main" id="{8D31094D-1460-6935-1853-50CDD7CCABA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6" name="Text Box 53">
                  <a:extLst>
                    <a:ext uri="{FF2B5EF4-FFF2-40B4-BE49-F238E27FC236}">
                      <a16:creationId xmlns:a16="http://schemas.microsoft.com/office/drawing/2014/main" id="{B45F7799-83B7-A58E-A4BB-41AB135C49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7" name="Line 153">
                  <a:extLst>
                    <a:ext uri="{FF2B5EF4-FFF2-40B4-BE49-F238E27FC236}">
                      <a16:creationId xmlns:a16="http://schemas.microsoft.com/office/drawing/2014/main" id="{3D1EDC26-F874-594B-B78E-1C3913B94F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154">
                  <a:extLst>
                    <a:ext uri="{FF2B5EF4-FFF2-40B4-BE49-F238E27FC236}">
                      <a16:creationId xmlns:a16="http://schemas.microsoft.com/office/drawing/2014/main" id="{A8572C32-4B5C-2DF1-2A0C-7B534A367A3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6" name="Text Box 41">
              <a:extLst>
                <a:ext uri="{FF2B5EF4-FFF2-40B4-BE49-F238E27FC236}">
                  <a16:creationId xmlns:a16="http://schemas.microsoft.com/office/drawing/2014/main" id="{3C6EB0B5-2B92-9C70-B1A3-864831398C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Line 11">
              <a:extLst>
                <a:ext uri="{FF2B5EF4-FFF2-40B4-BE49-F238E27FC236}">
                  <a16:creationId xmlns:a16="http://schemas.microsoft.com/office/drawing/2014/main" id="{A33CC048-258F-74DF-7BC6-803906672E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D383FBA3-8BB0-6F5D-F1C3-87BBAD5567D7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EC33DF81-D029-1F10-75E6-AF31EC6B6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4" name="Group 5">
              <a:extLst>
                <a:ext uri="{FF2B5EF4-FFF2-40B4-BE49-F238E27FC236}">
                  <a16:creationId xmlns:a16="http://schemas.microsoft.com/office/drawing/2014/main" id="{93FB7B24-4CE1-9D93-25E5-74AB33DD8C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37" name="Rectangle 6">
                <a:extLst>
                  <a:ext uri="{FF2B5EF4-FFF2-40B4-BE49-F238E27FC236}">
                    <a16:creationId xmlns:a16="http://schemas.microsoft.com/office/drawing/2014/main" id="{262FF929-B10C-DEB9-52CE-FBC74889D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38" name="Group 7">
                <a:extLst>
                  <a:ext uri="{FF2B5EF4-FFF2-40B4-BE49-F238E27FC236}">
                    <a16:creationId xmlns:a16="http://schemas.microsoft.com/office/drawing/2014/main" id="{F833BA53-F7C4-C0A6-8D4D-493DDE28BB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39" name="Line 9">
                  <a:extLst>
                    <a:ext uri="{FF2B5EF4-FFF2-40B4-BE49-F238E27FC236}">
                      <a16:creationId xmlns:a16="http://schemas.microsoft.com/office/drawing/2014/main" id="{42379E3F-0BC1-6B7F-CC73-DAA194DF4B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0" name="Line 10">
                  <a:extLst>
                    <a:ext uri="{FF2B5EF4-FFF2-40B4-BE49-F238E27FC236}">
                      <a16:creationId xmlns:a16="http://schemas.microsoft.com/office/drawing/2014/main" id="{29A88527-9E37-954A-929C-E53958E4F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1" name="Line 11">
                  <a:extLst>
                    <a:ext uri="{FF2B5EF4-FFF2-40B4-BE49-F238E27FC236}">
                      <a16:creationId xmlns:a16="http://schemas.microsoft.com/office/drawing/2014/main" id="{91A49E91-DD78-392B-C09F-BC701F752B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2" name="Line 12">
                  <a:extLst>
                    <a:ext uri="{FF2B5EF4-FFF2-40B4-BE49-F238E27FC236}">
                      <a16:creationId xmlns:a16="http://schemas.microsoft.com/office/drawing/2014/main" id="{A3E456B3-C41A-BF3D-9350-12D2E3B60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3" name="Line 13">
                  <a:extLst>
                    <a:ext uri="{FF2B5EF4-FFF2-40B4-BE49-F238E27FC236}">
                      <a16:creationId xmlns:a16="http://schemas.microsoft.com/office/drawing/2014/main" id="{86093E72-A8C6-1CD0-65D9-2F4A4E5752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4" name="Line 14">
                  <a:extLst>
                    <a:ext uri="{FF2B5EF4-FFF2-40B4-BE49-F238E27FC236}">
                      <a16:creationId xmlns:a16="http://schemas.microsoft.com/office/drawing/2014/main" id="{A5306481-C074-63F9-9031-874D159FF9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5" name="Line 15">
                  <a:extLst>
                    <a:ext uri="{FF2B5EF4-FFF2-40B4-BE49-F238E27FC236}">
                      <a16:creationId xmlns:a16="http://schemas.microsoft.com/office/drawing/2014/main" id="{E03EE960-C0DA-E8D5-6EEF-9DE5FEF58D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6" name="Line 16">
                  <a:extLst>
                    <a:ext uri="{FF2B5EF4-FFF2-40B4-BE49-F238E27FC236}">
                      <a16:creationId xmlns:a16="http://schemas.microsoft.com/office/drawing/2014/main" id="{C8FC1374-342E-7911-089E-E3FACB603C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7" name="Line 17">
                  <a:extLst>
                    <a:ext uri="{FF2B5EF4-FFF2-40B4-BE49-F238E27FC236}">
                      <a16:creationId xmlns:a16="http://schemas.microsoft.com/office/drawing/2014/main" id="{0D6E579D-D003-DC1A-33AA-149BE94D6A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Line 18">
                  <a:extLst>
                    <a:ext uri="{FF2B5EF4-FFF2-40B4-BE49-F238E27FC236}">
                      <a16:creationId xmlns:a16="http://schemas.microsoft.com/office/drawing/2014/main" id="{BB708F06-5396-07A4-C4EE-AD88AA813E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Line 19">
                  <a:extLst>
                    <a:ext uri="{FF2B5EF4-FFF2-40B4-BE49-F238E27FC236}">
                      <a16:creationId xmlns:a16="http://schemas.microsoft.com/office/drawing/2014/main" id="{64F409BA-CEF8-0C52-C4AD-F02AD352A1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0" name="Line 20">
                  <a:extLst>
                    <a:ext uri="{FF2B5EF4-FFF2-40B4-BE49-F238E27FC236}">
                      <a16:creationId xmlns:a16="http://schemas.microsoft.com/office/drawing/2014/main" id="{A7C44AF3-AA91-5145-07A3-14EDEECD75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1" name="Line 21">
                  <a:extLst>
                    <a:ext uri="{FF2B5EF4-FFF2-40B4-BE49-F238E27FC236}">
                      <a16:creationId xmlns:a16="http://schemas.microsoft.com/office/drawing/2014/main" id="{1EC6DD36-A3C3-A54A-A4CB-AAF226F40C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2" name="Line 22">
                  <a:extLst>
                    <a:ext uri="{FF2B5EF4-FFF2-40B4-BE49-F238E27FC236}">
                      <a16:creationId xmlns:a16="http://schemas.microsoft.com/office/drawing/2014/main" id="{110D9DA6-2C98-EF87-21CF-A47E88E4D4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3" name="Line 23">
                  <a:extLst>
                    <a:ext uri="{FF2B5EF4-FFF2-40B4-BE49-F238E27FC236}">
                      <a16:creationId xmlns:a16="http://schemas.microsoft.com/office/drawing/2014/main" id="{E1F7E67F-E3BC-9BBE-56E4-9048709923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4" name="Line 24">
                  <a:extLst>
                    <a:ext uri="{FF2B5EF4-FFF2-40B4-BE49-F238E27FC236}">
                      <a16:creationId xmlns:a16="http://schemas.microsoft.com/office/drawing/2014/main" id="{D7C8E022-6A88-F318-4838-15028F08493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5" name="Line 25">
                  <a:extLst>
                    <a:ext uri="{FF2B5EF4-FFF2-40B4-BE49-F238E27FC236}">
                      <a16:creationId xmlns:a16="http://schemas.microsoft.com/office/drawing/2014/main" id="{17D764F2-33EF-108F-9DD7-09AF1FCF0E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6" name="Line 26">
                  <a:extLst>
                    <a:ext uri="{FF2B5EF4-FFF2-40B4-BE49-F238E27FC236}">
                      <a16:creationId xmlns:a16="http://schemas.microsoft.com/office/drawing/2014/main" id="{56DCCF8C-CB22-5250-C385-8F40256CB2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Line 27">
                  <a:extLst>
                    <a:ext uri="{FF2B5EF4-FFF2-40B4-BE49-F238E27FC236}">
                      <a16:creationId xmlns:a16="http://schemas.microsoft.com/office/drawing/2014/main" id="{BF94CDD1-4F94-889B-5DFE-F9839FA7C0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9" name="Line 28">
                  <a:extLst>
                    <a:ext uri="{FF2B5EF4-FFF2-40B4-BE49-F238E27FC236}">
                      <a16:creationId xmlns:a16="http://schemas.microsoft.com/office/drawing/2014/main" id="{6C83C124-AA8E-CE71-0854-AC766C4C41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0" name="Line 29">
                  <a:extLst>
                    <a:ext uri="{FF2B5EF4-FFF2-40B4-BE49-F238E27FC236}">
                      <a16:creationId xmlns:a16="http://schemas.microsoft.com/office/drawing/2014/main" id="{A51A6F42-EB30-177E-1D43-F3AFE59E38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6" name="Line 30">
                  <a:extLst>
                    <a:ext uri="{FF2B5EF4-FFF2-40B4-BE49-F238E27FC236}">
                      <a16:creationId xmlns:a16="http://schemas.microsoft.com/office/drawing/2014/main" id="{1630E2E3-B947-6526-3936-15197E7B17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3" name="Line 31">
                  <a:extLst>
                    <a:ext uri="{FF2B5EF4-FFF2-40B4-BE49-F238E27FC236}">
                      <a16:creationId xmlns:a16="http://schemas.microsoft.com/office/drawing/2014/main" id="{85B3D0FE-1FF7-52D7-5B58-967E41D2CE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5" name="Line 32">
                  <a:extLst>
                    <a:ext uri="{FF2B5EF4-FFF2-40B4-BE49-F238E27FC236}">
                      <a16:creationId xmlns:a16="http://schemas.microsoft.com/office/drawing/2014/main" id="{56C03F87-7913-D3EC-4961-D16207E434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6" name="Line 33">
                  <a:extLst>
                    <a:ext uri="{FF2B5EF4-FFF2-40B4-BE49-F238E27FC236}">
                      <a16:creationId xmlns:a16="http://schemas.microsoft.com/office/drawing/2014/main" id="{51F31E00-19D0-4764-37FF-A537FC6A51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7" name="Line 34">
                  <a:extLst>
                    <a:ext uri="{FF2B5EF4-FFF2-40B4-BE49-F238E27FC236}">
                      <a16:creationId xmlns:a16="http://schemas.microsoft.com/office/drawing/2014/main" id="{7665AFB8-1B02-3CEA-D904-C0FA36D829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8" name="Line 35">
                  <a:extLst>
                    <a:ext uri="{FF2B5EF4-FFF2-40B4-BE49-F238E27FC236}">
                      <a16:creationId xmlns:a16="http://schemas.microsoft.com/office/drawing/2014/main" id="{6D4894A2-0693-A760-DA6C-9E46AE2C4F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9" name="Line 36">
                  <a:extLst>
                    <a:ext uri="{FF2B5EF4-FFF2-40B4-BE49-F238E27FC236}">
                      <a16:creationId xmlns:a16="http://schemas.microsoft.com/office/drawing/2014/main" id="{F9A09301-F829-B166-0B4D-0F38FF9461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0" name="Line 37">
                  <a:extLst>
                    <a:ext uri="{FF2B5EF4-FFF2-40B4-BE49-F238E27FC236}">
                      <a16:creationId xmlns:a16="http://schemas.microsoft.com/office/drawing/2014/main" id="{BDB71E70-06B9-C7A3-4196-AF42CD1F14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1" name="Line 38">
                  <a:extLst>
                    <a:ext uri="{FF2B5EF4-FFF2-40B4-BE49-F238E27FC236}">
                      <a16:creationId xmlns:a16="http://schemas.microsoft.com/office/drawing/2014/main" id="{1C5E98E2-A2E6-F51C-0C6E-2502AAF50F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15" name="Line 39">
              <a:extLst>
                <a:ext uri="{FF2B5EF4-FFF2-40B4-BE49-F238E27FC236}">
                  <a16:creationId xmlns:a16="http://schemas.microsoft.com/office/drawing/2014/main" id="{ED52FAC9-CFFC-E881-EE24-CFAD1489D1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Text Box 40">
              <a:extLst>
                <a:ext uri="{FF2B5EF4-FFF2-40B4-BE49-F238E27FC236}">
                  <a16:creationId xmlns:a16="http://schemas.microsoft.com/office/drawing/2014/main" id="{18FBA83D-619E-D1B8-FDC5-8D90A1A3BF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17" name="Text Box 41">
              <a:extLst>
                <a:ext uri="{FF2B5EF4-FFF2-40B4-BE49-F238E27FC236}">
                  <a16:creationId xmlns:a16="http://schemas.microsoft.com/office/drawing/2014/main" id="{9C3B83E8-74FF-DBDE-C92C-D57C707202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19" name="Line 42">
              <a:extLst>
                <a:ext uri="{FF2B5EF4-FFF2-40B4-BE49-F238E27FC236}">
                  <a16:creationId xmlns:a16="http://schemas.microsoft.com/office/drawing/2014/main" id="{11F2D12E-29E6-0EDD-3F68-D38CD5385A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" name="Line 43">
              <a:extLst>
                <a:ext uri="{FF2B5EF4-FFF2-40B4-BE49-F238E27FC236}">
                  <a16:creationId xmlns:a16="http://schemas.microsoft.com/office/drawing/2014/main" id="{F8A7C27D-A2C9-736D-C374-DE7C79A805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Line 44">
              <a:extLst>
                <a:ext uri="{FF2B5EF4-FFF2-40B4-BE49-F238E27FC236}">
                  <a16:creationId xmlns:a16="http://schemas.microsoft.com/office/drawing/2014/main" id="{23BD6700-3D59-13C7-4FFF-89F859812F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Text Box 45">
              <a:extLst>
                <a:ext uri="{FF2B5EF4-FFF2-40B4-BE49-F238E27FC236}">
                  <a16:creationId xmlns:a16="http://schemas.microsoft.com/office/drawing/2014/main" id="{C42AA959-C97F-4E4D-E186-1D353F0470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25" name="Text Box 46">
              <a:extLst>
                <a:ext uri="{FF2B5EF4-FFF2-40B4-BE49-F238E27FC236}">
                  <a16:creationId xmlns:a16="http://schemas.microsoft.com/office/drawing/2014/main" id="{E2CA236E-B059-74B2-529B-AC002FE72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Text Box 47">
              <a:extLst>
                <a:ext uri="{FF2B5EF4-FFF2-40B4-BE49-F238E27FC236}">
                  <a16:creationId xmlns:a16="http://schemas.microsoft.com/office/drawing/2014/main" id="{F1768791-42FD-E5E6-510A-E50C28C746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Text Box 48">
              <a:extLst>
                <a:ext uri="{FF2B5EF4-FFF2-40B4-BE49-F238E27FC236}">
                  <a16:creationId xmlns:a16="http://schemas.microsoft.com/office/drawing/2014/main" id="{BE71A275-D4B3-65EB-3E76-8887CD236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30" name="Text Box 49">
              <a:extLst>
                <a:ext uri="{FF2B5EF4-FFF2-40B4-BE49-F238E27FC236}">
                  <a16:creationId xmlns:a16="http://schemas.microsoft.com/office/drawing/2014/main" id="{EE52AB43-275F-B0FE-45DA-E2A734CF07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31" name="Text Box 50">
              <a:extLst>
                <a:ext uri="{FF2B5EF4-FFF2-40B4-BE49-F238E27FC236}">
                  <a16:creationId xmlns:a16="http://schemas.microsoft.com/office/drawing/2014/main" id="{FE06BA21-522A-A150-634C-59FE5508A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32" name="Text Box 51">
              <a:extLst>
                <a:ext uri="{FF2B5EF4-FFF2-40B4-BE49-F238E27FC236}">
                  <a16:creationId xmlns:a16="http://schemas.microsoft.com/office/drawing/2014/main" id="{1F7EF288-C65E-19DB-90E6-7572197E2B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33" name="Text Box 52">
              <a:extLst>
                <a:ext uri="{FF2B5EF4-FFF2-40B4-BE49-F238E27FC236}">
                  <a16:creationId xmlns:a16="http://schemas.microsoft.com/office/drawing/2014/main" id="{EBE14A1B-89CA-7A04-6860-D2AAA58F02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34" name="Text Box 53">
              <a:extLst>
                <a:ext uri="{FF2B5EF4-FFF2-40B4-BE49-F238E27FC236}">
                  <a16:creationId xmlns:a16="http://schemas.microsoft.com/office/drawing/2014/main" id="{22AA141D-10F5-AFC2-1E64-CFF8F4D70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35" name="Line 153">
              <a:extLst>
                <a:ext uri="{FF2B5EF4-FFF2-40B4-BE49-F238E27FC236}">
                  <a16:creationId xmlns:a16="http://schemas.microsoft.com/office/drawing/2014/main" id="{38B8E4D4-B459-3DFA-D92A-38E568FD71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Text Box 154">
              <a:extLst>
                <a:ext uri="{FF2B5EF4-FFF2-40B4-BE49-F238E27FC236}">
                  <a16:creationId xmlns:a16="http://schemas.microsoft.com/office/drawing/2014/main" id="{52D599B5-CBE9-968F-BE42-C7514D9583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D6DA4DC5-7044-C94C-8704-5CBD429AD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Line 11">
              <a:extLst>
                <a:ext uri="{FF2B5EF4-FFF2-40B4-BE49-F238E27FC236}">
                  <a16:creationId xmlns:a16="http://schemas.microsoft.com/office/drawing/2014/main" id="{69D43C3C-EB8F-11E7-E9EB-D9EC38C20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81DD51E6-237D-5E2D-58A1-7DDC49302BC4}"/>
                </a:ext>
              </a:extLst>
            </p:cNvPr>
            <p:cNvSpPr/>
            <p:nvPr/>
          </p:nvSpPr>
          <p:spPr>
            <a:xfrm>
              <a:off x="2814236" y="1202660"/>
              <a:ext cx="1973788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177" name="Grupo 176">
            <a:extLst>
              <a:ext uri="{FF2B5EF4-FFF2-40B4-BE49-F238E27FC236}">
                <a16:creationId xmlns:a16="http://schemas.microsoft.com/office/drawing/2014/main" id="{97AEF6B6-D946-49FF-C4B9-AF67CFDF8056}"/>
              </a:ext>
            </a:extLst>
          </p:cNvPr>
          <p:cNvGrpSpPr/>
          <p:nvPr/>
        </p:nvGrpSpPr>
        <p:grpSpPr>
          <a:xfrm>
            <a:off x="2629257" y="5017061"/>
            <a:ext cx="5781064" cy="1216189"/>
            <a:chOff x="2629257" y="5017061"/>
            <a:chExt cx="5781064" cy="1216189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ABB5899-1ADD-1C44-EDDB-D235ACA105DD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3" name="Rectangle 10">
                <a:extLst>
                  <a:ext uri="{FF2B5EF4-FFF2-40B4-BE49-F238E27FC236}">
                    <a16:creationId xmlns:a16="http://schemas.microsoft.com/office/drawing/2014/main" id="{796FEA9E-3B38-BA75-E9CB-CAD0CD3D5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F672C0E2-AD1C-9B47-0F6F-590BAE2264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70" name="Rectangle 6">
                  <a:extLst>
                    <a:ext uri="{FF2B5EF4-FFF2-40B4-BE49-F238E27FC236}">
                      <a16:creationId xmlns:a16="http://schemas.microsoft.com/office/drawing/2014/main" id="{D342C095-66B8-5C24-2334-87B0A445A2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71" name="Group 7">
                  <a:extLst>
                    <a:ext uri="{FF2B5EF4-FFF2-40B4-BE49-F238E27FC236}">
                      <a16:creationId xmlns:a16="http://schemas.microsoft.com/office/drawing/2014/main" id="{08E12290-A268-CDCF-BD96-AD63A4548B2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72" name="Line 9">
                    <a:extLst>
                      <a:ext uri="{FF2B5EF4-FFF2-40B4-BE49-F238E27FC236}">
                        <a16:creationId xmlns:a16="http://schemas.microsoft.com/office/drawing/2014/main" id="{15665CAD-571A-4B8B-4187-8250CB83A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3" name="Line 10">
                    <a:extLst>
                      <a:ext uri="{FF2B5EF4-FFF2-40B4-BE49-F238E27FC236}">
                        <a16:creationId xmlns:a16="http://schemas.microsoft.com/office/drawing/2014/main" id="{549648B5-86AA-283D-314C-FBB2B05FC98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4" name="Line 11">
                    <a:extLst>
                      <a:ext uri="{FF2B5EF4-FFF2-40B4-BE49-F238E27FC236}">
                        <a16:creationId xmlns:a16="http://schemas.microsoft.com/office/drawing/2014/main" id="{07EA6A54-4C65-BA77-6A6F-66F0AE0315B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5" name="Line 12">
                    <a:extLst>
                      <a:ext uri="{FF2B5EF4-FFF2-40B4-BE49-F238E27FC236}">
                        <a16:creationId xmlns:a16="http://schemas.microsoft.com/office/drawing/2014/main" id="{756A9D0D-B4DA-DF29-54D1-D9A668323F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7" name="Line 13">
                    <a:extLst>
                      <a:ext uri="{FF2B5EF4-FFF2-40B4-BE49-F238E27FC236}">
                        <a16:creationId xmlns:a16="http://schemas.microsoft.com/office/drawing/2014/main" id="{7FE799FD-7AB3-A71C-E636-F6DD40400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8" name="Line 14">
                    <a:extLst>
                      <a:ext uri="{FF2B5EF4-FFF2-40B4-BE49-F238E27FC236}">
                        <a16:creationId xmlns:a16="http://schemas.microsoft.com/office/drawing/2014/main" id="{0A16A477-4EF2-5E6C-8B66-E3562EEBBA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9" name="Line 15">
                    <a:extLst>
                      <a:ext uri="{FF2B5EF4-FFF2-40B4-BE49-F238E27FC236}">
                        <a16:creationId xmlns:a16="http://schemas.microsoft.com/office/drawing/2014/main" id="{A953F16C-2503-2496-B123-8F7599A2513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0" name="Line 16">
                    <a:extLst>
                      <a:ext uri="{FF2B5EF4-FFF2-40B4-BE49-F238E27FC236}">
                        <a16:creationId xmlns:a16="http://schemas.microsoft.com/office/drawing/2014/main" id="{63409EF4-D98A-1D82-2512-A4B13CB32E6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1" name="Line 17">
                    <a:extLst>
                      <a:ext uri="{FF2B5EF4-FFF2-40B4-BE49-F238E27FC236}">
                        <a16:creationId xmlns:a16="http://schemas.microsoft.com/office/drawing/2014/main" id="{7B44E9A8-AD13-A832-1615-D5CDF10183D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2" name="Line 18">
                    <a:extLst>
                      <a:ext uri="{FF2B5EF4-FFF2-40B4-BE49-F238E27FC236}">
                        <a16:creationId xmlns:a16="http://schemas.microsoft.com/office/drawing/2014/main" id="{FF5BDBF7-548F-790E-9ADE-21D9ED3308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3" name="Line 19">
                    <a:extLst>
                      <a:ext uri="{FF2B5EF4-FFF2-40B4-BE49-F238E27FC236}">
                        <a16:creationId xmlns:a16="http://schemas.microsoft.com/office/drawing/2014/main" id="{E99CBB56-013C-7782-890A-B717F6929D9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4" name="Line 20">
                    <a:extLst>
                      <a:ext uri="{FF2B5EF4-FFF2-40B4-BE49-F238E27FC236}">
                        <a16:creationId xmlns:a16="http://schemas.microsoft.com/office/drawing/2014/main" id="{6C20F741-AADA-66F0-EF9D-849E0D733B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5" name="Line 21">
                    <a:extLst>
                      <a:ext uri="{FF2B5EF4-FFF2-40B4-BE49-F238E27FC236}">
                        <a16:creationId xmlns:a16="http://schemas.microsoft.com/office/drawing/2014/main" id="{FCB613EC-AE80-6094-7979-C11E8478003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6" name="Line 22">
                    <a:extLst>
                      <a:ext uri="{FF2B5EF4-FFF2-40B4-BE49-F238E27FC236}">
                        <a16:creationId xmlns:a16="http://schemas.microsoft.com/office/drawing/2014/main" id="{9E6B4CFC-1AFE-3D22-B9DE-168B667FB62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Line 23">
                    <a:extLst>
                      <a:ext uri="{FF2B5EF4-FFF2-40B4-BE49-F238E27FC236}">
                        <a16:creationId xmlns:a16="http://schemas.microsoft.com/office/drawing/2014/main" id="{61A89225-E7E0-8117-0FEB-AF869846FF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8" name="Line 24">
                    <a:extLst>
                      <a:ext uri="{FF2B5EF4-FFF2-40B4-BE49-F238E27FC236}">
                        <a16:creationId xmlns:a16="http://schemas.microsoft.com/office/drawing/2014/main" id="{E7095BA3-0EC5-B4CD-1CA8-EF4B87007E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9" name="Line 25">
                    <a:extLst>
                      <a:ext uri="{FF2B5EF4-FFF2-40B4-BE49-F238E27FC236}">
                        <a16:creationId xmlns:a16="http://schemas.microsoft.com/office/drawing/2014/main" id="{727FCD67-4511-2F64-DA0A-9C5D4319CD6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0" name="Line 26">
                    <a:extLst>
                      <a:ext uri="{FF2B5EF4-FFF2-40B4-BE49-F238E27FC236}">
                        <a16:creationId xmlns:a16="http://schemas.microsoft.com/office/drawing/2014/main" id="{E813686F-89BE-4FF2-D63F-C4B069C2D8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1" name="Line 27">
                    <a:extLst>
                      <a:ext uri="{FF2B5EF4-FFF2-40B4-BE49-F238E27FC236}">
                        <a16:creationId xmlns:a16="http://schemas.microsoft.com/office/drawing/2014/main" id="{91CABE5C-CA5D-E94F-551E-1913A6D3E9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2" name="Line 28">
                    <a:extLst>
                      <a:ext uri="{FF2B5EF4-FFF2-40B4-BE49-F238E27FC236}">
                        <a16:creationId xmlns:a16="http://schemas.microsoft.com/office/drawing/2014/main" id="{4BB42499-6DBC-2213-BFC8-D4903E638C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94" name="Line 29">
                    <a:extLst>
                      <a:ext uri="{FF2B5EF4-FFF2-40B4-BE49-F238E27FC236}">
                        <a16:creationId xmlns:a16="http://schemas.microsoft.com/office/drawing/2014/main" id="{C472CEA6-CA99-116B-C9A2-711D76D8A5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3" name="Line 30">
                    <a:extLst>
                      <a:ext uri="{FF2B5EF4-FFF2-40B4-BE49-F238E27FC236}">
                        <a16:creationId xmlns:a16="http://schemas.microsoft.com/office/drawing/2014/main" id="{4E5D6974-D280-18AC-3BEB-6175FE29DE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4" name="Line 31">
                    <a:extLst>
                      <a:ext uri="{FF2B5EF4-FFF2-40B4-BE49-F238E27FC236}">
                        <a16:creationId xmlns:a16="http://schemas.microsoft.com/office/drawing/2014/main" id="{BA1D1399-1003-03CA-249D-1B88AE05ACB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5" name="Line 32">
                    <a:extLst>
                      <a:ext uri="{FF2B5EF4-FFF2-40B4-BE49-F238E27FC236}">
                        <a16:creationId xmlns:a16="http://schemas.microsoft.com/office/drawing/2014/main" id="{E493FDF1-8325-9734-4AF3-95749CE520D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6" name="Line 33">
                    <a:extLst>
                      <a:ext uri="{FF2B5EF4-FFF2-40B4-BE49-F238E27FC236}">
                        <a16:creationId xmlns:a16="http://schemas.microsoft.com/office/drawing/2014/main" id="{7B82B009-6280-DF2C-5073-6B7ADF58FED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09" name="Line 34">
                    <a:extLst>
                      <a:ext uri="{FF2B5EF4-FFF2-40B4-BE49-F238E27FC236}">
                        <a16:creationId xmlns:a16="http://schemas.microsoft.com/office/drawing/2014/main" id="{B660C4EF-C02E-5A7A-BEAE-F59766AA4BD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0" name="Line 35">
                    <a:extLst>
                      <a:ext uri="{FF2B5EF4-FFF2-40B4-BE49-F238E27FC236}">
                        <a16:creationId xmlns:a16="http://schemas.microsoft.com/office/drawing/2014/main" id="{04D0C4EE-B241-2750-32EE-BEFB8E294C3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1" name="Line 36">
                    <a:extLst>
                      <a:ext uri="{FF2B5EF4-FFF2-40B4-BE49-F238E27FC236}">
                        <a16:creationId xmlns:a16="http://schemas.microsoft.com/office/drawing/2014/main" id="{1C594EC8-F854-1B38-6F21-B69D520E541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2" name="Line 37">
                    <a:extLst>
                      <a:ext uri="{FF2B5EF4-FFF2-40B4-BE49-F238E27FC236}">
                        <a16:creationId xmlns:a16="http://schemas.microsoft.com/office/drawing/2014/main" id="{39A7253C-ABCD-1882-517B-D84D2286F6F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Line 38">
                    <a:extLst>
                      <a:ext uri="{FF2B5EF4-FFF2-40B4-BE49-F238E27FC236}">
                        <a16:creationId xmlns:a16="http://schemas.microsoft.com/office/drawing/2014/main" id="{96B463CF-6763-9FF9-162F-44AC7AC1762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" name="Text Box 40">
                <a:extLst>
                  <a:ext uri="{FF2B5EF4-FFF2-40B4-BE49-F238E27FC236}">
                    <a16:creationId xmlns:a16="http://schemas.microsoft.com/office/drawing/2014/main" id="{30496FA9-1003-7F39-C23B-4837D2ACB1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6" name="Text Box 41">
                <a:extLst>
                  <a:ext uri="{FF2B5EF4-FFF2-40B4-BE49-F238E27FC236}">
                    <a16:creationId xmlns:a16="http://schemas.microsoft.com/office/drawing/2014/main" id="{8D454AD2-E58A-563B-C16C-AAA3546D3B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7" name="Line 42">
                <a:extLst>
                  <a:ext uri="{FF2B5EF4-FFF2-40B4-BE49-F238E27FC236}">
                    <a16:creationId xmlns:a16="http://schemas.microsoft.com/office/drawing/2014/main" id="{ED65F1DF-5978-80A9-B0D0-FF92C36E26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57" name="Line 43">
                <a:extLst>
                  <a:ext uri="{FF2B5EF4-FFF2-40B4-BE49-F238E27FC236}">
                    <a16:creationId xmlns:a16="http://schemas.microsoft.com/office/drawing/2014/main" id="{64F61AEB-93FE-06E6-25E7-6911CF8B0A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1" name="Line 44">
                <a:extLst>
                  <a:ext uri="{FF2B5EF4-FFF2-40B4-BE49-F238E27FC236}">
                    <a16:creationId xmlns:a16="http://schemas.microsoft.com/office/drawing/2014/main" id="{C3565724-4A2A-11B6-072C-E0C6D928EB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62" name="Text Box 46">
                <a:extLst>
                  <a:ext uri="{FF2B5EF4-FFF2-40B4-BE49-F238E27FC236}">
                    <a16:creationId xmlns:a16="http://schemas.microsoft.com/office/drawing/2014/main" id="{B0721C7A-FFF4-AD9B-2AB0-01049E5D9F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63" name="Text Box 47">
                <a:extLst>
                  <a:ext uri="{FF2B5EF4-FFF2-40B4-BE49-F238E27FC236}">
                    <a16:creationId xmlns:a16="http://schemas.microsoft.com/office/drawing/2014/main" id="{E4E7AE0E-DD34-59CA-0CBC-9F0173C350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9" name="Line 153">
                <a:extLst>
                  <a:ext uri="{FF2B5EF4-FFF2-40B4-BE49-F238E27FC236}">
                    <a16:creationId xmlns:a16="http://schemas.microsoft.com/office/drawing/2014/main" id="{54E27CCE-2ACE-DDC0-0B79-1814B89A76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C2A351E0-F5B0-5F5D-60FD-9CAB689CE3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02" name="Text Box 48">
              <a:extLst>
                <a:ext uri="{FF2B5EF4-FFF2-40B4-BE49-F238E27FC236}">
                  <a16:creationId xmlns:a16="http://schemas.microsoft.com/office/drawing/2014/main" id="{6A86CE46-4ADC-CA1A-FCF2-7B2A994811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7" name="Text Box 49">
              <a:extLst>
                <a:ext uri="{FF2B5EF4-FFF2-40B4-BE49-F238E27FC236}">
                  <a16:creationId xmlns:a16="http://schemas.microsoft.com/office/drawing/2014/main" id="{133989A9-BD46-FFDA-7BA7-DBC97C60E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08" name="Text Box 50">
              <a:extLst>
                <a:ext uri="{FF2B5EF4-FFF2-40B4-BE49-F238E27FC236}">
                  <a16:creationId xmlns:a16="http://schemas.microsoft.com/office/drawing/2014/main" id="{BC7ED86B-23A0-B4C7-7B34-6178A25C3A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2" name="Text Box 51">
              <a:extLst>
                <a:ext uri="{FF2B5EF4-FFF2-40B4-BE49-F238E27FC236}">
                  <a16:creationId xmlns:a16="http://schemas.microsoft.com/office/drawing/2014/main" id="{0C8B58AD-5DDD-C64A-B791-E7732ADA30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73" name="Text Box 52">
              <a:extLst>
                <a:ext uri="{FF2B5EF4-FFF2-40B4-BE49-F238E27FC236}">
                  <a16:creationId xmlns:a16="http://schemas.microsoft.com/office/drawing/2014/main" id="{B74CFA02-DFEF-61BB-8BEB-2F1415585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74" name="Text Box 53">
              <a:extLst>
                <a:ext uri="{FF2B5EF4-FFF2-40B4-BE49-F238E27FC236}">
                  <a16:creationId xmlns:a16="http://schemas.microsoft.com/office/drawing/2014/main" id="{2F6B4A77-6E3E-AF9C-6689-E8B86337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75" name="Text Box 154">
              <a:extLst>
                <a:ext uri="{FF2B5EF4-FFF2-40B4-BE49-F238E27FC236}">
                  <a16:creationId xmlns:a16="http://schemas.microsoft.com/office/drawing/2014/main" id="{0363ADE2-F3C8-73A7-0A24-D64232B3C2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76" name="Line 11">
              <a:extLst>
                <a:ext uri="{FF2B5EF4-FFF2-40B4-BE49-F238E27FC236}">
                  <a16:creationId xmlns:a16="http://schemas.microsoft.com/office/drawing/2014/main" id="{74A1BE6D-C3BB-862F-2C33-3348AB542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0">
            <a:extLst>
              <a:ext uri="{FF2B5EF4-FFF2-40B4-BE49-F238E27FC236}">
                <a16:creationId xmlns:a16="http://schemas.microsoft.com/office/drawing/2014/main" id="{7002844F-FFA4-C77F-AC72-CB64A4EBE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0296" y="1048913"/>
            <a:ext cx="5764068" cy="118008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77" name="Group 5">
            <a:extLst>
              <a:ext uri="{FF2B5EF4-FFF2-40B4-BE49-F238E27FC236}">
                <a16:creationId xmlns:a16="http://schemas.microsoft.com/office/drawing/2014/main" id="{3F937520-881C-EC1C-D10C-585FF78BFD1F}"/>
              </a:ext>
            </a:extLst>
          </p:cNvPr>
          <p:cNvGrpSpPr>
            <a:grpSpLocks/>
          </p:cNvGrpSpPr>
          <p:nvPr/>
        </p:nvGrpSpPr>
        <p:grpSpPr bwMode="auto">
          <a:xfrm>
            <a:off x="2799516" y="1200562"/>
            <a:ext cx="5359032" cy="538085"/>
            <a:chOff x="982" y="1296"/>
            <a:chExt cx="3050" cy="336"/>
          </a:xfrm>
        </p:grpSpPr>
        <p:sp>
          <p:nvSpPr>
            <p:cNvPr id="198" name="Rectangle 6">
              <a:extLst>
                <a:ext uri="{FF2B5EF4-FFF2-40B4-BE49-F238E27FC236}">
                  <a16:creationId xmlns:a16="http://schemas.microsoft.com/office/drawing/2014/main" id="{084A2DF0-D0A1-2FC4-9D27-522F42498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" y="1296"/>
              <a:ext cx="3050" cy="336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b="1" noProof="0" dirty="0">
                <a:solidFill>
                  <a:srgbClr val="4F271C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199" name="Group 7">
              <a:extLst>
                <a:ext uri="{FF2B5EF4-FFF2-40B4-BE49-F238E27FC236}">
                  <a16:creationId xmlns:a16="http://schemas.microsoft.com/office/drawing/2014/main" id="{28346F00-9825-2750-85F9-28F10E4F25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52" y="1536"/>
              <a:ext cx="2784" cy="96"/>
              <a:chOff x="1152" y="1536"/>
              <a:chExt cx="2784" cy="96"/>
            </a:xfrm>
          </p:grpSpPr>
          <p:sp>
            <p:nvSpPr>
              <p:cNvPr id="200" name="Line 9">
                <a:extLst>
                  <a:ext uri="{FF2B5EF4-FFF2-40B4-BE49-F238E27FC236}">
                    <a16:creationId xmlns:a16="http://schemas.microsoft.com/office/drawing/2014/main" id="{AC475B00-37B0-930A-B1CF-2DE3C21B7E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1" name="Line 10">
                <a:extLst>
                  <a:ext uri="{FF2B5EF4-FFF2-40B4-BE49-F238E27FC236}">
                    <a16:creationId xmlns:a16="http://schemas.microsoft.com/office/drawing/2014/main" id="{846BBBBD-9370-2ACC-2E1C-5F35D31476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2" name="Line 11">
                <a:extLst>
                  <a:ext uri="{FF2B5EF4-FFF2-40B4-BE49-F238E27FC236}">
                    <a16:creationId xmlns:a16="http://schemas.microsoft.com/office/drawing/2014/main" id="{85B34AAD-CD81-D5C1-FB5B-839BF632C1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3" name="Line 12">
                <a:extLst>
                  <a:ext uri="{FF2B5EF4-FFF2-40B4-BE49-F238E27FC236}">
                    <a16:creationId xmlns:a16="http://schemas.microsoft.com/office/drawing/2014/main" id="{CE2EEC7D-BD1B-748C-DE9E-B48A9BC92F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4" name="Line 13">
                <a:extLst>
                  <a:ext uri="{FF2B5EF4-FFF2-40B4-BE49-F238E27FC236}">
                    <a16:creationId xmlns:a16="http://schemas.microsoft.com/office/drawing/2014/main" id="{0B816809-6969-DBE0-15B5-3EBAE39106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5" name="Line 14">
                <a:extLst>
                  <a:ext uri="{FF2B5EF4-FFF2-40B4-BE49-F238E27FC236}">
                    <a16:creationId xmlns:a16="http://schemas.microsoft.com/office/drawing/2014/main" id="{3F2E7AC8-7C16-B192-020A-5D591018B9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6" name="Line 15">
                <a:extLst>
                  <a:ext uri="{FF2B5EF4-FFF2-40B4-BE49-F238E27FC236}">
                    <a16:creationId xmlns:a16="http://schemas.microsoft.com/office/drawing/2014/main" id="{3DC29A58-C02D-9C0D-3C0C-011C9736AE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7" name="Line 16">
                <a:extLst>
                  <a:ext uri="{FF2B5EF4-FFF2-40B4-BE49-F238E27FC236}">
                    <a16:creationId xmlns:a16="http://schemas.microsoft.com/office/drawing/2014/main" id="{EC06D06C-BAFA-3367-F7AB-BED4C741AD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8" name="Line 17">
                <a:extLst>
                  <a:ext uri="{FF2B5EF4-FFF2-40B4-BE49-F238E27FC236}">
                    <a16:creationId xmlns:a16="http://schemas.microsoft.com/office/drawing/2014/main" id="{2690F935-EAC9-E5D5-5AFF-22ED5752D3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9" name="Line 18">
                <a:extLst>
                  <a:ext uri="{FF2B5EF4-FFF2-40B4-BE49-F238E27FC236}">
                    <a16:creationId xmlns:a16="http://schemas.microsoft.com/office/drawing/2014/main" id="{6351398C-89ED-60C6-B355-1F1666D54A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0" name="Line 19">
                <a:extLst>
                  <a:ext uri="{FF2B5EF4-FFF2-40B4-BE49-F238E27FC236}">
                    <a16:creationId xmlns:a16="http://schemas.microsoft.com/office/drawing/2014/main" id="{76B36575-CCEF-D615-4FD9-269CA98E69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1" name="Line 20">
                <a:extLst>
                  <a:ext uri="{FF2B5EF4-FFF2-40B4-BE49-F238E27FC236}">
                    <a16:creationId xmlns:a16="http://schemas.microsoft.com/office/drawing/2014/main" id="{32080DC9-162A-3DAC-6A81-EC9991C900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2" name="Line 21">
                <a:extLst>
                  <a:ext uri="{FF2B5EF4-FFF2-40B4-BE49-F238E27FC236}">
                    <a16:creationId xmlns:a16="http://schemas.microsoft.com/office/drawing/2014/main" id="{DA90C690-BA07-3765-BE54-3BB479DBF3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3" name="Line 22">
                <a:extLst>
                  <a:ext uri="{FF2B5EF4-FFF2-40B4-BE49-F238E27FC236}">
                    <a16:creationId xmlns:a16="http://schemas.microsoft.com/office/drawing/2014/main" id="{F3C4EFE5-8212-C7B0-81C0-6C4C865D6B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4" name="Line 23">
                <a:extLst>
                  <a:ext uri="{FF2B5EF4-FFF2-40B4-BE49-F238E27FC236}">
                    <a16:creationId xmlns:a16="http://schemas.microsoft.com/office/drawing/2014/main" id="{D5A4FFB4-A049-8615-E05E-84BDF57EFF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5" name="Line 24">
                <a:extLst>
                  <a:ext uri="{FF2B5EF4-FFF2-40B4-BE49-F238E27FC236}">
                    <a16:creationId xmlns:a16="http://schemas.microsoft.com/office/drawing/2014/main" id="{0517959E-303E-1DFA-F535-4DDF79FDA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6" name="Line 25">
                <a:extLst>
                  <a:ext uri="{FF2B5EF4-FFF2-40B4-BE49-F238E27FC236}">
                    <a16:creationId xmlns:a16="http://schemas.microsoft.com/office/drawing/2014/main" id="{592A2C8F-8804-6EB6-9130-39A6D24804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8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7" name="Line 26">
                <a:extLst>
                  <a:ext uri="{FF2B5EF4-FFF2-40B4-BE49-F238E27FC236}">
                    <a16:creationId xmlns:a16="http://schemas.microsoft.com/office/drawing/2014/main" id="{FE25DF63-9F32-82BA-3750-33DBCCBA22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8" name="Line 27">
                <a:extLst>
                  <a:ext uri="{FF2B5EF4-FFF2-40B4-BE49-F238E27FC236}">
                    <a16:creationId xmlns:a16="http://schemas.microsoft.com/office/drawing/2014/main" id="{92E63001-65E0-0925-35F3-F73DCB4987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8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19" name="Line 28">
                <a:extLst>
                  <a:ext uri="{FF2B5EF4-FFF2-40B4-BE49-F238E27FC236}">
                    <a16:creationId xmlns:a16="http://schemas.microsoft.com/office/drawing/2014/main" id="{8C8FF5EF-7DAC-80F3-131D-7C0762F2D3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0" name="Line 29">
                <a:extLst>
                  <a:ext uri="{FF2B5EF4-FFF2-40B4-BE49-F238E27FC236}">
                    <a16:creationId xmlns:a16="http://schemas.microsoft.com/office/drawing/2014/main" id="{A1FFA161-634E-C9B8-BD23-989240A4D9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7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1" name="Line 30">
                <a:extLst>
                  <a:ext uri="{FF2B5EF4-FFF2-40B4-BE49-F238E27FC236}">
                    <a16:creationId xmlns:a16="http://schemas.microsoft.com/office/drawing/2014/main" id="{B4126DD8-5C73-3276-8C62-64B54B8C5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2" name="Line 31">
                <a:extLst>
                  <a:ext uri="{FF2B5EF4-FFF2-40B4-BE49-F238E27FC236}">
                    <a16:creationId xmlns:a16="http://schemas.microsoft.com/office/drawing/2014/main" id="{F19532CC-5681-17C9-11F7-4F6CA0EB23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6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3" name="Line 32">
                <a:extLst>
                  <a:ext uri="{FF2B5EF4-FFF2-40B4-BE49-F238E27FC236}">
                    <a16:creationId xmlns:a16="http://schemas.microsoft.com/office/drawing/2014/main" id="{DE3776E4-0BEE-D359-A632-E7CC270703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4" name="Line 33">
                <a:extLst>
                  <a:ext uri="{FF2B5EF4-FFF2-40B4-BE49-F238E27FC236}">
                    <a16:creationId xmlns:a16="http://schemas.microsoft.com/office/drawing/2014/main" id="{919AB5EA-AE64-EC07-7294-EDBD33062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5" name="Line 34">
                <a:extLst>
                  <a:ext uri="{FF2B5EF4-FFF2-40B4-BE49-F238E27FC236}">
                    <a16:creationId xmlns:a16="http://schemas.microsoft.com/office/drawing/2014/main" id="{A482BCDA-852B-CCE3-F51D-8B9C44F5F7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6" name="Line 35">
                <a:extLst>
                  <a:ext uri="{FF2B5EF4-FFF2-40B4-BE49-F238E27FC236}">
                    <a16:creationId xmlns:a16="http://schemas.microsoft.com/office/drawing/2014/main" id="{650EF068-7ADE-134C-66F2-E4F71DF5F9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48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7" name="Line 36">
                <a:extLst>
                  <a:ext uri="{FF2B5EF4-FFF2-40B4-BE49-F238E27FC236}">
                    <a16:creationId xmlns:a16="http://schemas.microsoft.com/office/drawing/2014/main" id="{E9472232-B77E-E16A-CC70-8420B15E92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44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8" name="Line 37">
                <a:extLst>
                  <a:ext uri="{FF2B5EF4-FFF2-40B4-BE49-F238E27FC236}">
                    <a16:creationId xmlns:a16="http://schemas.microsoft.com/office/drawing/2014/main" id="{029446AC-58CB-859A-E427-2E3FB9694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0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29" name="Line 38">
                <a:extLst>
                  <a:ext uri="{FF2B5EF4-FFF2-40B4-BE49-F238E27FC236}">
                    <a16:creationId xmlns:a16="http://schemas.microsoft.com/office/drawing/2014/main" id="{54694812-3644-685F-4C70-AC2D5F8378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36" y="1536"/>
                <a:ext cx="0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sp>
        <p:nvSpPr>
          <p:cNvPr id="178" name="Line 39">
            <a:extLst>
              <a:ext uri="{FF2B5EF4-FFF2-40B4-BE49-F238E27FC236}">
                <a16:creationId xmlns:a16="http://schemas.microsoft.com/office/drawing/2014/main" id="{33E9C989-C33F-66DB-B6C9-56B74D1D64E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41605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9" name="Text Box 40">
            <a:extLst>
              <a:ext uri="{FF2B5EF4-FFF2-40B4-BE49-F238E27FC236}">
                <a16:creationId xmlns:a16="http://schemas.microsoft.com/office/drawing/2014/main" id="{F5DCA46B-6B84-C5DB-896E-86512BA94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7369" y="1271025"/>
            <a:ext cx="989225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80" name="Text Box 41">
            <a:extLst>
              <a:ext uri="{FF2B5EF4-FFF2-40B4-BE49-F238E27FC236}">
                <a16:creationId xmlns:a16="http://schemas.microsoft.com/office/drawing/2014/main" id="{2C4F58E1-1B02-A6CD-020B-01D24C0E4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1721" y="1271025"/>
            <a:ext cx="95408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1" name="Line 42">
            <a:extLst>
              <a:ext uri="{FF2B5EF4-FFF2-40B4-BE49-F238E27FC236}">
                <a16:creationId xmlns:a16="http://schemas.microsoft.com/office/drawing/2014/main" id="{87CE8EA7-5420-FB8E-E266-D0CC52D7E1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2022" y="119415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2" name="Line 43">
            <a:extLst>
              <a:ext uri="{FF2B5EF4-FFF2-40B4-BE49-F238E27FC236}">
                <a16:creationId xmlns:a16="http://schemas.microsoft.com/office/drawing/2014/main" id="{2C9BE6A4-4342-B605-27E7-DC6ACE13E5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8382" y="1216576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3" name="Line 44">
            <a:extLst>
              <a:ext uri="{FF2B5EF4-FFF2-40B4-BE49-F238E27FC236}">
                <a16:creationId xmlns:a16="http://schemas.microsoft.com/office/drawing/2014/main" id="{E4E3E145-C45E-8D6D-2A65-3C1DE1C27D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83075" y="1197359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4" name="Text Box 45">
            <a:extLst>
              <a:ext uri="{FF2B5EF4-FFF2-40B4-BE49-F238E27FC236}">
                <a16:creationId xmlns:a16="http://schemas.microsoft.com/office/drawing/2014/main" id="{9AD7A5C5-1279-6937-AF7B-C22B874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0260" y="1271025"/>
            <a:ext cx="792434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185" name="Text Box 46">
            <a:extLst>
              <a:ext uri="{FF2B5EF4-FFF2-40B4-BE49-F238E27FC236}">
                <a16:creationId xmlns:a16="http://schemas.microsoft.com/office/drawing/2014/main" id="{ED28BABE-8B79-FB0C-7C99-A634A3329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2304" y="1271025"/>
            <a:ext cx="701067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186" name="Text Box 47">
            <a:extLst>
              <a:ext uri="{FF2B5EF4-FFF2-40B4-BE49-F238E27FC236}">
                <a16:creationId xmlns:a16="http://schemas.microsoft.com/office/drawing/2014/main" id="{6D76DCAA-A437-AB71-138D-DBE7794189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5374" y="1271025"/>
            <a:ext cx="1163173" cy="26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7" name="Text Box 48">
            <a:extLst>
              <a:ext uri="{FF2B5EF4-FFF2-40B4-BE49-F238E27FC236}">
                <a16:creationId xmlns:a16="http://schemas.microsoft.com/office/drawing/2014/main" id="{A6635B25-80C6-644D-4035-B853E40EF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0296" y="1682596"/>
            <a:ext cx="513061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</a:p>
        </p:txBody>
      </p:sp>
      <p:sp>
        <p:nvSpPr>
          <p:cNvPr id="188" name="Text Box 49">
            <a:extLst>
              <a:ext uri="{FF2B5EF4-FFF2-40B4-BE49-F238E27FC236}">
                <a16:creationId xmlns:a16="http://schemas.microsoft.com/office/drawing/2014/main" id="{F68018F5-3143-A4F1-F60F-5E4AA4CF4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6831" y="1684198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</a:p>
        </p:txBody>
      </p:sp>
      <p:sp>
        <p:nvSpPr>
          <p:cNvPr id="189" name="Text Box 50">
            <a:extLst>
              <a:ext uri="{FF2B5EF4-FFF2-40B4-BE49-F238E27FC236}">
                <a16:creationId xmlns:a16="http://schemas.microsoft.com/office/drawing/2014/main" id="{7E74D215-C7E2-131F-76B0-1CB15B6BB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649" y="1687401"/>
            <a:ext cx="354926" cy="26263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</p:txBody>
      </p:sp>
      <p:sp>
        <p:nvSpPr>
          <p:cNvPr id="190" name="Text Box 51">
            <a:extLst>
              <a:ext uri="{FF2B5EF4-FFF2-40B4-BE49-F238E27FC236}">
                <a16:creationId xmlns:a16="http://schemas.microsoft.com/office/drawing/2014/main" id="{9324C16D-263D-CB35-07D0-24BDC8BEE7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8337" y="1687401"/>
            <a:ext cx="354926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</p:txBody>
      </p:sp>
      <p:sp>
        <p:nvSpPr>
          <p:cNvPr id="191" name="Text Box 52">
            <a:extLst>
              <a:ext uri="{FF2B5EF4-FFF2-40B4-BE49-F238E27FC236}">
                <a16:creationId xmlns:a16="http://schemas.microsoft.com/office/drawing/2014/main" id="{BDEF3641-7F4C-3607-E384-94032266A6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6414" y="1682596"/>
            <a:ext cx="43926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</a:t>
            </a:r>
          </a:p>
        </p:txBody>
      </p:sp>
      <p:sp>
        <p:nvSpPr>
          <p:cNvPr id="192" name="Text Box 53">
            <a:extLst>
              <a:ext uri="{FF2B5EF4-FFF2-40B4-BE49-F238E27FC236}">
                <a16:creationId xmlns:a16="http://schemas.microsoft.com/office/drawing/2014/main" id="{00A93FBC-E769-0329-F1FB-B29B75EF8A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729" y="1690604"/>
            <a:ext cx="268830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93" name="Line 153">
            <a:extLst>
              <a:ext uri="{FF2B5EF4-FFF2-40B4-BE49-F238E27FC236}">
                <a16:creationId xmlns:a16="http://schemas.microsoft.com/office/drawing/2014/main" id="{26B08CD0-6E27-3525-28C7-C4E585DCD5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30901" y="1179743"/>
            <a:ext cx="0" cy="5380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4" name="Text Box 154">
            <a:extLst>
              <a:ext uri="{FF2B5EF4-FFF2-40B4-BE49-F238E27FC236}">
                <a16:creationId xmlns:a16="http://schemas.microsoft.com/office/drawing/2014/main" id="{33C86F06-79F7-5416-BF89-3F64D274F7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2179" y="1685799"/>
            <a:ext cx="708095" cy="26103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b="1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95" name="Text Box 41">
            <a:extLst>
              <a:ext uri="{FF2B5EF4-FFF2-40B4-BE49-F238E27FC236}">
                <a16:creationId xmlns:a16="http://schemas.microsoft.com/office/drawing/2014/main" id="{363A3C08-B924-2006-0A84-C24AC3B5C1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0292" y="1244221"/>
            <a:ext cx="660987" cy="261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1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6" name="Line 11">
            <a:extLst>
              <a:ext uri="{FF2B5EF4-FFF2-40B4-BE49-F238E27FC236}">
                <a16:creationId xmlns:a16="http://schemas.microsoft.com/office/drawing/2014/main" id="{A900B010-5705-186A-C363-DBB3E00F07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56770" y="1580689"/>
            <a:ext cx="0" cy="15313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02661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205724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238" name="Grupo 237">
            <a:extLst>
              <a:ext uri="{FF2B5EF4-FFF2-40B4-BE49-F238E27FC236}">
                <a16:creationId xmlns:a16="http://schemas.microsoft.com/office/drawing/2014/main" id="{A55A3EBE-3DA8-56AF-DBD9-53AA11A9DCE2}"/>
              </a:ext>
            </a:extLst>
          </p:cNvPr>
          <p:cNvGrpSpPr/>
          <p:nvPr/>
        </p:nvGrpSpPr>
        <p:grpSpPr>
          <a:xfrm>
            <a:off x="2629256" y="5013629"/>
            <a:ext cx="5759169" cy="1215450"/>
            <a:chOff x="2629256" y="5013629"/>
            <a:chExt cx="5759169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8CE3CE9-5C8A-8560-4560-6D4C25CA763F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55126D68-D648-E3DA-E4DC-6BA9637AA9E6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1988E5AE-1089-09D4-CE6A-BD2E4D8CD95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11FE606B-8E05-A45D-4417-0BE75B3BB4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E0E501E2-D9C1-7006-3C30-6C77C24DF43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1D9C3381-99E0-30BB-7CD6-2A2E6CEE506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3AE42DC7-8963-380C-A7D5-95C70CA61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E658922E-B881-A18B-3062-8B19ED27111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58620539-96B5-99AE-F10A-A3015A933D4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DB00D7F6-BBC5-CB4A-566B-7E90A6A62F2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722E1A7-5B8D-B4F7-7B20-AD41D1F04B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AAAF882C-2D1B-AA2F-B2D7-C4F13CB3AB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3F370808-C987-5F29-2869-83BE8384E08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8B73C14B-06A5-F455-371C-5BA62813881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350D0622-A3F6-B40F-3C17-F115941455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2B31B8D6-CDD1-FE54-89F2-8EF366DA241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E02445B2-51E0-E6F6-9CE3-A40B20EB6B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DC2CF297-8385-2A3F-73FB-E10ED773DFE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8BA179A9-A8EF-322B-768D-98F40EC845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A178A65B-7CF8-8E14-D1B8-625F68A90B8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ED9A8849-20AF-BAEB-403E-270E3F3C04F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BC84749C-10D5-7B0A-B437-A91C3909F8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BD4E5999-B1D8-1255-6A20-CEFD465BF04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E093B2DD-664B-5479-3F19-9B7EE66B3E8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7A15B1E3-544E-FCEA-D0AA-69C9FD9273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5D78AB85-E4E7-7A55-ECBE-C724DABB8AF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067DDB13-7B24-015E-4494-DA89AE7A74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1DC876F7-D9CA-2A1E-CABD-14D06749CC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578F3C98-40F5-FBAB-C43A-EADA7CD811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0354832A-1114-887D-9926-1DE1C1CFBA3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25476C2A-DC3D-2A47-CA39-2C8CF8C0A9D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B00D9424-AF08-5551-B964-21C15A0DD4F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132B40D2-51C3-5BBE-E839-25C323545D3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175FBE75-3F44-16FA-FD02-759F6B66D23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83185AFC-C2E2-7028-3A43-ED2590E1CC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EDF4610F-6D91-EFAF-25BD-FADE94C8A4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E2975AC6-217C-E41F-35A1-2E8FFADAC43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AD61D5B-42D3-1D6A-9189-0506A8A5075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8E4BA076-5E19-020D-35B2-F754454BCDD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6D214688-D450-A858-E132-7662B372EDB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E21B8B8C-025A-BDC1-0E44-73F3859DF64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8A72ED6F-24C4-6A39-90CE-CA2142EA2A5B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0B704779-BDC4-EC4A-60D8-3C086B539C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08180575-6E14-130D-C74E-16ED3D272B4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467A6EF9-9E53-BEE0-2490-27CA750109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D7C52C59-F464-696E-9D66-418F37106CAE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2E571A0D-4741-F4FB-3F3D-B1571FFACDA4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C2B1AEAC-0BCD-D17C-D444-9F9C52D49CF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884218F9-FB87-1F92-11A5-A134729D3C5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30E6BD45-3E67-27C5-18EF-4E045B7EDB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30" name="Text Box 48">
              <a:extLst>
                <a:ext uri="{FF2B5EF4-FFF2-40B4-BE49-F238E27FC236}">
                  <a16:creationId xmlns:a16="http://schemas.microsoft.com/office/drawing/2014/main" id="{94A45E7A-120F-4F5C-C2B1-A081F506B4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25673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231" name="Text Box 49">
              <a:extLst>
                <a:ext uri="{FF2B5EF4-FFF2-40B4-BE49-F238E27FC236}">
                  <a16:creationId xmlns:a16="http://schemas.microsoft.com/office/drawing/2014/main" id="{F2561F82-8C82-E308-BC1C-25E65DA94C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27275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232" name="Text Box 50">
              <a:extLst>
                <a:ext uri="{FF2B5EF4-FFF2-40B4-BE49-F238E27FC236}">
                  <a16:creationId xmlns:a16="http://schemas.microsoft.com/office/drawing/2014/main" id="{74489358-2DDA-9DFD-8D55-C5B9581ED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30478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233" name="Text Box 51">
              <a:extLst>
                <a:ext uri="{FF2B5EF4-FFF2-40B4-BE49-F238E27FC236}">
                  <a16:creationId xmlns:a16="http://schemas.microsoft.com/office/drawing/2014/main" id="{681532C1-3D08-6D4B-C1B5-15F153FF5E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3047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234" name="Text Box 52">
              <a:extLst>
                <a:ext uri="{FF2B5EF4-FFF2-40B4-BE49-F238E27FC236}">
                  <a16:creationId xmlns:a16="http://schemas.microsoft.com/office/drawing/2014/main" id="{9F92F392-6E22-34D9-D895-A52C25D812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25673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235" name="Text Box 53">
              <a:extLst>
                <a:ext uri="{FF2B5EF4-FFF2-40B4-BE49-F238E27FC236}">
                  <a16:creationId xmlns:a16="http://schemas.microsoft.com/office/drawing/2014/main" id="{871C36D2-F40F-DE84-303F-FA599E103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33681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236" name="Text Box 154">
              <a:extLst>
                <a:ext uri="{FF2B5EF4-FFF2-40B4-BE49-F238E27FC236}">
                  <a16:creationId xmlns:a16="http://schemas.microsoft.com/office/drawing/2014/main" id="{752842CC-C9D6-F4A8-80FD-B2CD0BAFA0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28876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E56469FC-DBD2-6398-5A8B-6CA5AF949500}"/>
              </a:ext>
            </a:extLst>
          </p:cNvPr>
          <p:cNvGrpSpPr/>
          <p:nvPr/>
        </p:nvGrpSpPr>
        <p:grpSpPr>
          <a:xfrm>
            <a:off x="2620296" y="1048913"/>
            <a:ext cx="5764068" cy="1180085"/>
            <a:chOff x="2620296" y="1048913"/>
            <a:chExt cx="5764068" cy="1180085"/>
          </a:xfrm>
        </p:grpSpPr>
        <p:sp>
          <p:nvSpPr>
            <p:cNvPr id="17" name="Rectangle 10">
              <a:extLst>
                <a:ext uri="{FF2B5EF4-FFF2-40B4-BE49-F238E27FC236}">
                  <a16:creationId xmlns:a16="http://schemas.microsoft.com/office/drawing/2014/main" id="{90CFDB2E-559A-B531-CBDE-0627EF50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0296" y="1048913"/>
              <a:ext cx="5764068" cy="1180085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C595D098-AD72-1879-6D1A-BCBC208FC9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99516" y="1200562"/>
              <a:ext cx="5359032" cy="538085"/>
              <a:chOff x="982" y="1296"/>
              <a:chExt cx="3050" cy="336"/>
            </a:xfrm>
          </p:grpSpPr>
          <p:sp>
            <p:nvSpPr>
              <p:cNvPr id="74" name="Rectangle 6">
                <a:extLst>
                  <a:ext uri="{FF2B5EF4-FFF2-40B4-BE49-F238E27FC236}">
                    <a16:creationId xmlns:a16="http://schemas.microsoft.com/office/drawing/2014/main" id="{F847A698-91C1-2D98-438B-2AF8A5DE6B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296"/>
                <a:ext cx="3050" cy="33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b="1" noProof="0" dirty="0">
                  <a:solidFill>
                    <a:srgbClr val="4F271C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75" name="Group 7">
                <a:extLst>
                  <a:ext uri="{FF2B5EF4-FFF2-40B4-BE49-F238E27FC236}">
                    <a16:creationId xmlns:a16="http://schemas.microsoft.com/office/drawing/2014/main" id="{4DD92EC5-992B-343F-5C0D-6366F5391A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7" name="Line 9">
                  <a:extLst>
                    <a:ext uri="{FF2B5EF4-FFF2-40B4-BE49-F238E27FC236}">
                      <a16:creationId xmlns:a16="http://schemas.microsoft.com/office/drawing/2014/main" id="{E5458E3B-F83A-0E1A-928B-786DE123A9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8" name="Line 10">
                  <a:extLst>
                    <a:ext uri="{FF2B5EF4-FFF2-40B4-BE49-F238E27FC236}">
                      <a16:creationId xmlns:a16="http://schemas.microsoft.com/office/drawing/2014/main" id="{BCC023E9-FF66-B086-5858-8D8FB598B6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Line 11">
                  <a:extLst>
                    <a:ext uri="{FF2B5EF4-FFF2-40B4-BE49-F238E27FC236}">
                      <a16:creationId xmlns:a16="http://schemas.microsoft.com/office/drawing/2014/main" id="{69D7EDD3-B990-673B-41B0-C98612A531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0" name="Line 12">
                  <a:extLst>
                    <a:ext uri="{FF2B5EF4-FFF2-40B4-BE49-F238E27FC236}">
                      <a16:creationId xmlns:a16="http://schemas.microsoft.com/office/drawing/2014/main" id="{A6F589D3-8488-EB66-534E-7FD8425AAC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1" name="Line 13">
                  <a:extLst>
                    <a:ext uri="{FF2B5EF4-FFF2-40B4-BE49-F238E27FC236}">
                      <a16:creationId xmlns:a16="http://schemas.microsoft.com/office/drawing/2014/main" id="{6CB5D46C-B784-6A27-7EA9-38817D0FB9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2" name="Line 14">
                  <a:extLst>
                    <a:ext uri="{FF2B5EF4-FFF2-40B4-BE49-F238E27FC236}">
                      <a16:creationId xmlns:a16="http://schemas.microsoft.com/office/drawing/2014/main" id="{56708C27-BCE2-CDC9-DE6C-0758F1FCD6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3" name="Line 15">
                  <a:extLst>
                    <a:ext uri="{FF2B5EF4-FFF2-40B4-BE49-F238E27FC236}">
                      <a16:creationId xmlns:a16="http://schemas.microsoft.com/office/drawing/2014/main" id="{75984E42-BB4E-4DFE-8FB7-480EAC70CC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Line 16">
                  <a:extLst>
                    <a:ext uri="{FF2B5EF4-FFF2-40B4-BE49-F238E27FC236}">
                      <a16:creationId xmlns:a16="http://schemas.microsoft.com/office/drawing/2014/main" id="{B38A164C-C462-D7F2-195F-5EBC99868C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5" name="Line 17">
                  <a:extLst>
                    <a:ext uri="{FF2B5EF4-FFF2-40B4-BE49-F238E27FC236}">
                      <a16:creationId xmlns:a16="http://schemas.microsoft.com/office/drawing/2014/main" id="{679F738C-3E03-3F69-50A5-AAF014D8BD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Line 18">
                  <a:extLst>
                    <a:ext uri="{FF2B5EF4-FFF2-40B4-BE49-F238E27FC236}">
                      <a16:creationId xmlns:a16="http://schemas.microsoft.com/office/drawing/2014/main" id="{E52B9DD3-0594-553A-D9AA-79750F7707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7" name="Line 19">
                  <a:extLst>
                    <a:ext uri="{FF2B5EF4-FFF2-40B4-BE49-F238E27FC236}">
                      <a16:creationId xmlns:a16="http://schemas.microsoft.com/office/drawing/2014/main" id="{2552A89B-1700-9124-5115-F0C30A5048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8" name="Line 20">
                  <a:extLst>
                    <a:ext uri="{FF2B5EF4-FFF2-40B4-BE49-F238E27FC236}">
                      <a16:creationId xmlns:a16="http://schemas.microsoft.com/office/drawing/2014/main" id="{7E35F9FF-C03C-F2AC-6E1C-6092A5F970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9" name="Line 21">
                  <a:extLst>
                    <a:ext uri="{FF2B5EF4-FFF2-40B4-BE49-F238E27FC236}">
                      <a16:creationId xmlns:a16="http://schemas.microsoft.com/office/drawing/2014/main" id="{D001D5CE-0DD0-4062-A952-CCAF5F982A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0" name="Line 22">
                  <a:extLst>
                    <a:ext uri="{FF2B5EF4-FFF2-40B4-BE49-F238E27FC236}">
                      <a16:creationId xmlns:a16="http://schemas.microsoft.com/office/drawing/2014/main" id="{827B9F9A-4B73-078C-CDFA-7B34D71C19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1" name="Line 23">
                  <a:extLst>
                    <a:ext uri="{FF2B5EF4-FFF2-40B4-BE49-F238E27FC236}">
                      <a16:creationId xmlns:a16="http://schemas.microsoft.com/office/drawing/2014/main" id="{045BB82B-8599-9EDD-8404-8E4FA399FD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2" name="Line 24">
                  <a:extLst>
                    <a:ext uri="{FF2B5EF4-FFF2-40B4-BE49-F238E27FC236}">
                      <a16:creationId xmlns:a16="http://schemas.microsoft.com/office/drawing/2014/main" id="{AC81B814-FE97-32AB-6C5B-5C33B88FE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94" name="Line 25">
                  <a:extLst>
                    <a:ext uri="{FF2B5EF4-FFF2-40B4-BE49-F238E27FC236}">
                      <a16:creationId xmlns:a16="http://schemas.microsoft.com/office/drawing/2014/main" id="{28E65ACE-31F8-0A5B-6442-D700250767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3" name="Line 26">
                  <a:extLst>
                    <a:ext uri="{FF2B5EF4-FFF2-40B4-BE49-F238E27FC236}">
                      <a16:creationId xmlns:a16="http://schemas.microsoft.com/office/drawing/2014/main" id="{8334DE11-E6B7-EDF6-5914-CACB90BEF5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4" name="Line 27">
                  <a:extLst>
                    <a:ext uri="{FF2B5EF4-FFF2-40B4-BE49-F238E27FC236}">
                      <a16:creationId xmlns:a16="http://schemas.microsoft.com/office/drawing/2014/main" id="{CD2B12BA-70E4-A301-CE8A-8BBB5FBAC9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5" name="Line 28">
                  <a:extLst>
                    <a:ext uri="{FF2B5EF4-FFF2-40B4-BE49-F238E27FC236}">
                      <a16:creationId xmlns:a16="http://schemas.microsoft.com/office/drawing/2014/main" id="{895B7F1E-7DEA-DF4E-C297-9F22FFB5F6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6" name="Line 29">
                  <a:extLst>
                    <a:ext uri="{FF2B5EF4-FFF2-40B4-BE49-F238E27FC236}">
                      <a16:creationId xmlns:a16="http://schemas.microsoft.com/office/drawing/2014/main" id="{0D77A06A-26BC-4839-F211-B29716E0BB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09" name="Line 30">
                  <a:extLst>
                    <a:ext uri="{FF2B5EF4-FFF2-40B4-BE49-F238E27FC236}">
                      <a16:creationId xmlns:a16="http://schemas.microsoft.com/office/drawing/2014/main" id="{FCBD82DD-BC2E-8820-2A2F-3AF8AA9C75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0" name="Line 31">
                  <a:extLst>
                    <a:ext uri="{FF2B5EF4-FFF2-40B4-BE49-F238E27FC236}">
                      <a16:creationId xmlns:a16="http://schemas.microsoft.com/office/drawing/2014/main" id="{BF07717E-DDB4-A0BA-6FB7-00E6CCB7EC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1" name="Line 32">
                  <a:extLst>
                    <a:ext uri="{FF2B5EF4-FFF2-40B4-BE49-F238E27FC236}">
                      <a16:creationId xmlns:a16="http://schemas.microsoft.com/office/drawing/2014/main" id="{2BE9E85F-0662-8DBC-3E9D-DE2AA62034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2" name="Line 33">
                  <a:extLst>
                    <a:ext uri="{FF2B5EF4-FFF2-40B4-BE49-F238E27FC236}">
                      <a16:creationId xmlns:a16="http://schemas.microsoft.com/office/drawing/2014/main" id="{6D8992C0-0565-B87B-55A4-C82BDBFE1D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13" name="Line 34">
                  <a:extLst>
                    <a:ext uri="{FF2B5EF4-FFF2-40B4-BE49-F238E27FC236}">
                      <a16:creationId xmlns:a16="http://schemas.microsoft.com/office/drawing/2014/main" id="{CC698E45-BA7F-7519-5816-72F03C70F6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4" name="Line 35">
                  <a:extLst>
                    <a:ext uri="{FF2B5EF4-FFF2-40B4-BE49-F238E27FC236}">
                      <a16:creationId xmlns:a16="http://schemas.microsoft.com/office/drawing/2014/main" id="{23FC6752-63FE-22C0-38E4-D03BF69E51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Line 36">
                  <a:extLst>
                    <a:ext uri="{FF2B5EF4-FFF2-40B4-BE49-F238E27FC236}">
                      <a16:creationId xmlns:a16="http://schemas.microsoft.com/office/drawing/2014/main" id="{F357A41C-19E7-861B-D7CF-91D99523E4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6" name="Line 37">
                  <a:extLst>
                    <a:ext uri="{FF2B5EF4-FFF2-40B4-BE49-F238E27FC236}">
                      <a16:creationId xmlns:a16="http://schemas.microsoft.com/office/drawing/2014/main" id="{1AECBCD4-592B-AABB-A177-607F102D9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7" name="Line 38">
                  <a:extLst>
                    <a:ext uri="{FF2B5EF4-FFF2-40B4-BE49-F238E27FC236}">
                      <a16:creationId xmlns:a16="http://schemas.microsoft.com/office/drawing/2014/main" id="{E5DB1DDD-E3D6-7F09-B6E4-567B7CE290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</p:grpSp>
        <p:sp>
          <p:nvSpPr>
            <p:cNvPr id="21" name="Line 39">
              <a:extLst>
                <a:ext uri="{FF2B5EF4-FFF2-40B4-BE49-F238E27FC236}">
                  <a16:creationId xmlns:a16="http://schemas.microsoft.com/office/drawing/2014/main" id="{2722DC90-9F57-D327-5BD0-878FE0A913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41605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Text Box 40">
              <a:extLst>
                <a:ext uri="{FF2B5EF4-FFF2-40B4-BE49-F238E27FC236}">
                  <a16:creationId xmlns:a16="http://schemas.microsoft.com/office/drawing/2014/main" id="{E1961EA4-1A60-D363-D3FB-124E5E41B6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369" y="1271025"/>
              <a:ext cx="989225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funct7</a:t>
              </a:r>
            </a:p>
          </p:txBody>
        </p:sp>
        <p:sp>
          <p:nvSpPr>
            <p:cNvPr id="27" name="Text Box 41">
              <a:extLst>
                <a:ext uri="{FF2B5EF4-FFF2-40B4-BE49-F238E27FC236}">
                  <a16:creationId xmlns:a16="http://schemas.microsoft.com/office/drawing/2014/main" id="{AF50C727-FF6D-0748-AB00-439ABDAA43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1721" y="1271025"/>
              <a:ext cx="95408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57" name="Line 42">
              <a:extLst>
                <a:ext uri="{FF2B5EF4-FFF2-40B4-BE49-F238E27FC236}">
                  <a16:creationId xmlns:a16="http://schemas.microsoft.com/office/drawing/2014/main" id="{E0187030-B688-1535-4118-DFBBDE9212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022" y="119415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564CFF6-9A1C-D825-ABC3-FEA40BBA77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8382" y="1216576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5983AF95-7AC2-3624-DF48-A5DC5C136E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075" y="1197359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Text Box 45">
              <a:extLst>
                <a:ext uri="{FF2B5EF4-FFF2-40B4-BE49-F238E27FC236}">
                  <a16:creationId xmlns:a16="http://schemas.microsoft.com/office/drawing/2014/main" id="{E08D6D92-BECE-5595-EF2F-9920DBE7D8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260" y="1271025"/>
              <a:ext cx="792434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3932468E-8104-CC38-B785-686F622CBA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2304" y="1271025"/>
              <a:ext cx="701067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5" name="Text Box 47">
              <a:extLst>
                <a:ext uri="{FF2B5EF4-FFF2-40B4-BE49-F238E27FC236}">
                  <a16:creationId xmlns:a16="http://schemas.microsoft.com/office/drawing/2014/main" id="{0F6EAF50-BA50-F88B-952B-DA4B163C5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5374" y="1271025"/>
              <a:ext cx="1163173" cy="2610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EA1E4EBF-6E9B-EB99-C932-5D905D9E0A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0296" y="1682596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67" name="Text Box 49">
              <a:extLst>
                <a:ext uri="{FF2B5EF4-FFF2-40B4-BE49-F238E27FC236}">
                  <a16:creationId xmlns:a16="http://schemas.microsoft.com/office/drawing/2014/main" id="{BC44AA9B-8A84-B0CD-1DF2-77F298D63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831" y="168419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68" name="Text Box 50">
              <a:extLst>
                <a:ext uri="{FF2B5EF4-FFF2-40B4-BE49-F238E27FC236}">
                  <a16:creationId xmlns:a16="http://schemas.microsoft.com/office/drawing/2014/main" id="{2536684F-B9FD-C8FF-4B6B-F0E0C8014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649" y="1687401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69" name="Text Box 51">
              <a:extLst>
                <a:ext uri="{FF2B5EF4-FFF2-40B4-BE49-F238E27FC236}">
                  <a16:creationId xmlns:a16="http://schemas.microsoft.com/office/drawing/2014/main" id="{F9CC5F7F-DA5A-C313-E5D6-8DC85A5D3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8337" y="1687401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70" name="Text Box 52">
              <a:extLst>
                <a:ext uri="{FF2B5EF4-FFF2-40B4-BE49-F238E27FC236}">
                  <a16:creationId xmlns:a16="http://schemas.microsoft.com/office/drawing/2014/main" id="{C4E0DA93-1F2E-6041-438E-94F6FB9603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56414" y="1682596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71" name="Text Box 53">
              <a:extLst>
                <a:ext uri="{FF2B5EF4-FFF2-40B4-BE49-F238E27FC236}">
                  <a16:creationId xmlns:a16="http://schemas.microsoft.com/office/drawing/2014/main" id="{67058798-E339-C4F4-B606-EB76AE925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4729" y="1690604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72" name="Line 153">
              <a:extLst>
                <a:ext uri="{FF2B5EF4-FFF2-40B4-BE49-F238E27FC236}">
                  <a16:creationId xmlns:a16="http://schemas.microsoft.com/office/drawing/2014/main" id="{79035EA4-F532-3F0C-602F-FEF1837FD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0901" y="1179743"/>
              <a:ext cx="0" cy="5380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3" name="Text Box 154">
              <a:extLst>
                <a:ext uri="{FF2B5EF4-FFF2-40B4-BE49-F238E27FC236}">
                  <a16:creationId xmlns:a16="http://schemas.microsoft.com/office/drawing/2014/main" id="{AE484409-B3F9-4D9C-3A76-536A450C3A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02179" y="1685799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" name="Text Box 41">
              <a:extLst>
                <a:ext uri="{FF2B5EF4-FFF2-40B4-BE49-F238E27FC236}">
                  <a16:creationId xmlns:a16="http://schemas.microsoft.com/office/drawing/2014/main" id="{8EB5BD8F-C57D-336A-30B9-60E41A292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0292" y="1244221"/>
              <a:ext cx="660987" cy="2616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B0D460B-3078-960D-58E5-0AD624C50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6770" y="1580689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B206BDB1-1E15-0257-E55F-1A250D0CE3DC}"/>
                </a:ext>
              </a:extLst>
            </p:cNvPr>
            <p:cNvSpPr/>
            <p:nvPr/>
          </p:nvSpPr>
          <p:spPr>
            <a:xfrm>
              <a:off x="2805271" y="1211623"/>
              <a:ext cx="1131429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4BBE14-36DE-00F8-025C-F31084393D33}"/>
                </a:ext>
              </a:extLst>
            </p:cNvPr>
            <p:cNvSpPr/>
            <p:nvPr/>
          </p:nvSpPr>
          <p:spPr>
            <a:xfrm>
              <a:off x="6150594" y="1196753"/>
              <a:ext cx="818276" cy="530674"/>
            </a:xfrm>
            <a:prstGeom prst="rect">
              <a:avLst/>
            </a:prstGeom>
            <a:solidFill>
              <a:schemeClr val="bg1">
                <a:lumMod val="85000"/>
                <a:alpha val="79247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grpSp>
        <p:nvGrpSpPr>
          <p:cNvPr id="186" name="Grupo 185">
            <a:extLst>
              <a:ext uri="{FF2B5EF4-FFF2-40B4-BE49-F238E27FC236}">
                <a16:creationId xmlns:a16="http://schemas.microsoft.com/office/drawing/2014/main" id="{D55E77BC-0B86-9FB3-979B-BD60B8F55334}"/>
              </a:ext>
            </a:extLst>
          </p:cNvPr>
          <p:cNvGrpSpPr/>
          <p:nvPr/>
        </p:nvGrpSpPr>
        <p:grpSpPr>
          <a:xfrm>
            <a:off x="2629258" y="5013629"/>
            <a:ext cx="5759167" cy="1215450"/>
            <a:chOff x="2629258" y="5013629"/>
            <a:chExt cx="5759167" cy="121545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A71F8000-5610-D6D4-EED5-3643862BE2A5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792EADC6-7DFF-ABB5-3D55-69BFAA4327C5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" name="Group 9">
                  <a:extLst>
                    <a:ext uri="{FF2B5EF4-FFF2-40B4-BE49-F238E27FC236}">
                      <a16:creationId xmlns:a16="http://schemas.microsoft.com/office/drawing/2014/main" id="{97B91B3C-D5A9-8377-167D-5A76C3D37C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6" name="Rectangle 10">
                    <a:extLst>
                      <a:ext uri="{FF2B5EF4-FFF2-40B4-BE49-F238E27FC236}">
                        <a16:creationId xmlns:a16="http://schemas.microsoft.com/office/drawing/2014/main" id="{985C61E2-026D-1654-5654-0F2A995C28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9" name="Group 155">
                    <a:extLst>
                      <a:ext uri="{FF2B5EF4-FFF2-40B4-BE49-F238E27FC236}">
                        <a16:creationId xmlns:a16="http://schemas.microsoft.com/office/drawing/2014/main" id="{C26D852F-BAA5-654E-90A8-8FE3E035359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F72BC211-7560-CFCF-5DA2-06D4DAD8F3A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42" name="Rectangle 6">
                        <a:extLst>
                          <a:ext uri="{FF2B5EF4-FFF2-40B4-BE49-F238E27FC236}">
                            <a16:creationId xmlns:a16="http://schemas.microsoft.com/office/drawing/2014/main" id="{4F7F3816-6A56-4ACD-910C-B72B10A6DF5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43" name="Group 7">
                        <a:extLst>
                          <a:ext uri="{FF2B5EF4-FFF2-40B4-BE49-F238E27FC236}">
                            <a16:creationId xmlns:a16="http://schemas.microsoft.com/office/drawing/2014/main" id="{731989A6-356F-1CC0-003C-B5FD4D4A8AF7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44" name="Line 9">
                          <a:extLst>
                            <a:ext uri="{FF2B5EF4-FFF2-40B4-BE49-F238E27FC236}">
                              <a16:creationId xmlns:a16="http://schemas.microsoft.com/office/drawing/2014/main" id="{48A1ABF6-9AB4-2BCE-2E01-9C90C88103E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0">
                          <a:extLst>
                            <a:ext uri="{FF2B5EF4-FFF2-40B4-BE49-F238E27FC236}">
                              <a16:creationId xmlns:a16="http://schemas.microsoft.com/office/drawing/2014/main" id="{A1A40885-2786-7A88-1832-2D595B68E3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11">
                          <a:extLst>
                            <a:ext uri="{FF2B5EF4-FFF2-40B4-BE49-F238E27FC236}">
                              <a16:creationId xmlns:a16="http://schemas.microsoft.com/office/drawing/2014/main" id="{E3418687-EB6B-CAE8-6D9F-EEA1157174D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12">
                          <a:extLst>
                            <a:ext uri="{FF2B5EF4-FFF2-40B4-BE49-F238E27FC236}">
                              <a16:creationId xmlns:a16="http://schemas.microsoft.com/office/drawing/2014/main" id="{3627A7F8-C9C3-1F89-2F93-2D8366B020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13">
                          <a:extLst>
                            <a:ext uri="{FF2B5EF4-FFF2-40B4-BE49-F238E27FC236}">
                              <a16:creationId xmlns:a16="http://schemas.microsoft.com/office/drawing/2014/main" id="{06196045-6641-3372-F78C-C661C6EC59D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14">
                          <a:extLst>
                            <a:ext uri="{FF2B5EF4-FFF2-40B4-BE49-F238E27FC236}">
                              <a16:creationId xmlns:a16="http://schemas.microsoft.com/office/drawing/2014/main" id="{EA391022-783C-6EED-B2DA-4E1E60247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15">
                          <a:extLst>
                            <a:ext uri="{FF2B5EF4-FFF2-40B4-BE49-F238E27FC236}">
                              <a16:creationId xmlns:a16="http://schemas.microsoft.com/office/drawing/2014/main" id="{09E9296C-33B2-D98A-2E84-D0660A778A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16">
                          <a:extLst>
                            <a:ext uri="{FF2B5EF4-FFF2-40B4-BE49-F238E27FC236}">
                              <a16:creationId xmlns:a16="http://schemas.microsoft.com/office/drawing/2014/main" id="{CC74B919-BD81-D6CF-A243-F855AAFFC5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17">
                          <a:extLst>
                            <a:ext uri="{FF2B5EF4-FFF2-40B4-BE49-F238E27FC236}">
                              <a16:creationId xmlns:a16="http://schemas.microsoft.com/office/drawing/2014/main" id="{C8C62F32-1959-7A5B-140E-6A42FD4547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18">
                          <a:extLst>
                            <a:ext uri="{FF2B5EF4-FFF2-40B4-BE49-F238E27FC236}">
                              <a16:creationId xmlns:a16="http://schemas.microsoft.com/office/drawing/2014/main" id="{2EAF5439-0C30-405C-C3CF-3242062C78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19">
                          <a:extLst>
                            <a:ext uri="{FF2B5EF4-FFF2-40B4-BE49-F238E27FC236}">
                              <a16:creationId xmlns:a16="http://schemas.microsoft.com/office/drawing/2014/main" id="{A35D010C-F274-CFE8-56B1-43CA8363CB5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0">
                          <a:extLst>
                            <a:ext uri="{FF2B5EF4-FFF2-40B4-BE49-F238E27FC236}">
                              <a16:creationId xmlns:a16="http://schemas.microsoft.com/office/drawing/2014/main" id="{CA5EC524-A4E5-D61E-CB4B-A4CA8B32A2C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21">
                          <a:extLst>
                            <a:ext uri="{FF2B5EF4-FFF2-40B4-BE49-F238E27FC236}">
                              <a16:creationId xmlns:a16="http://schemas.microsoft.com/office/drawing/2014/main" id="{6B1C5309-9714-EA21-6107-9C6C867C12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22">
                          <a:extLst>
                            <a:ext uri="{FF2B5EF4-FFF2-40B4-BE49-F238E27FC236}">
                              <a16:creationId xmlns:a16="http://schemas.microsoft.com/office/drawing/2014/main" id="{8E167C52-DBCF-D5CA-FC31-0A3705AA06A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23">
                          <a:extLst>
                            <a:ext uri="{FF2B5EF4-FFF2-40B4-BE49-F238E27FC236}">
                              <a16:creationId xmlns:a16="http://schemas.microsoft.com/office/drawing/2014/main" id="{FAADFE2E-EF76-08A6-1A3A-359AC3687C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24">
                          <a:extLst>
                            <a:ext uri="{FF2B5EF4-FFF2-40B4-BE49-F238E27FC236}">
                              <a16:creationId xmlns:a16="http://schemas.microsoft.com/office/drawing/2014/main" id="{FD19DC84-B7CF-E6C3-3BA8-386DE77575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76" name="Line 25">
                          <a:extLst>
                            <a:ext uri="{FF2B5EF4-FFF2-40B4-BE49-F238E27FC236}">
                              <a16:creationId xmlns:a16="http://schemas.microsoft.com/office/drawing/2014/main" id="{45DAC92C-F797-781A-F713-6CC5F5F70C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3" name="Line 26">
                          <a:extLst>
                            <a:ext uri="{FF2B5EF4-FFF2-40B4-BE49-F238E27FC236}">
                              <a16:creationId xmlns:a16="http://schemas.microsoft.com/office/drawing/2014/main" id="{3B345E22-2008-CE4A-C183-252152559F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5" name="Line 27">
                          <a:extLst>
                            <a:ext uri="{FF2B5EF4-FFF2-40B4-BE49-F238E27FC236}">
                              <a16:creationId xmlns:a16="http://schemas.microsoft.com/office/drawing/2014/main" id="{88753F2A-B140-0399-38FE-C02C064AC2F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6" name="Line 28">
                          <a:extLst>
                            <a:ext uri="{FF2B5EF4-FFF2-40B4-BE49-F238E27FC236}">
                              <a16:creationId xmlns:a16="http://schemas.microsoft.com/office/drawing/2014/main" id="{CC82DD9C-4554-07D6-17CD-5D1EAB4E6C4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7" name="Line 29">
                          <a:extLst>
                            <a:ext uri="{FF2B5EF4-FFF2-40B4-BE49-F238E27FC236}">
                              <a16:creationId xmlns:a16="http://schemas.microsoft.com/office/drawing/2014/main" id="{B9FB3923-4AC3-C67C-6DA6-7BD12BB8E5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8" name="Line 30">
                          <a:extLst>
                            <a:ext uri="{FF2B5EF4-FFF2-40B4-BE49-F238E27FC236}">
                              <a16:creationId xmlns:a16="http://schemas.microsoft.com/office/drawing/2014/main" id="{263B7EFC-A82D-2B61-D2CF-C54AFEF2FD5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99" name="Line 31">
                          <a:extLst>
                            <a:ext uri="{FF2B5EF4-FFF2-40B4-BE49-F238E27FC236}">
                              <a16:creationId xmlns:a16="http://schemas.microsoft.com/office/drawing/2014/main" id="{FAEA80FB-C482-6681-2C80-D463155CCEF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0" name="Line 32">
                          <a:extLst>
                            <a:ext uri="{FF2B5EF4-FFF2-40B4-BE49-F238E27FC236}">
                              <a16:creationId xmlns:a16="http://schemas.microsoft.com/office/drawing/2014/main" id="{A5C8A7DD-514F-75E0-9137-D4ADF1B944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1" name="Line 33">
                          <a:extLst>
                            <a:ext uri="{FF2B5EF4-FFF2-40B4-BE49-F238E27FC236}">
                              <a16:creationId xmlns:a16="http://schemas.microsoft.com/office/drawing/2014/main" id="{E6B807FC-BF11-6D3E-8F1B-95DD6618F5D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2" name="Line 34">
                          <a:extLst>
                            <a:ext uri="{FF2B5EF4-FFF2-40B4-BE49-F238E27FC236}">
                              <a16:creationId xmlns:a16="http://schemas.microsoft.com/office/drawing/2014/main" id="{66B3CC9F-BC22-8752-A8BE-8A0E47E8CBA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7" name="Line 35">
                          <a:extLst>
                            <a:ext uri="{FF2B5EF4-FFF2-40B4-BE49-F238E27FC236}">
                              <a16:creationId xmlns:a16="http://schemas.microsoft.com/office/drawing/2014/main" id="{A32AE676-97E1-4C2F-E961-8887110DA44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08" name="Line 36">
                          <a:extLst>
                            <a:ext uri="{FF2B5EF4-FFF2-40B4-BE49-F238E27FC236}">
                              <a16:creationId xmlns:a16="http://schemas.microsoft.com/office/drawing/2014/main" id="{B15CA4C0-371A-5188-4A3B-D31B9BFAD8C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2" name="Line 37">
                          <a:extLst>
                            <a:ext uri="{FF2B5EF4-FFF2-40B4-BE49-F238E27FC236}">
                              <a16:creationId xmlns:a16="http://schemas.microsoft.com/office/drawing/2014/main" id="{4DB7AEF9-DA34-7623-3376-A1BB6301ED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73" name="Line 38">
                          <a:extLst>
                            <a:ext uri="{FF2B5EF4-FFF2-40B4-BE49-F238E27FC236}">
                              <a16:creationId xmlns:a16="http://schemas.microsoft.com/office/drawing/2014/main" id="{957D38C9-36BC-98C8-E009-0DBC249F03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EAF244BF-B667-7AF0-64F7-FCB7122ECBD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D5290B57-5A84-53B7-1F4F-ABF8CEEE426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B9286976-7D00-027C-01B0-1F9D18A22D1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8" name="Line 42">
                      <a:extLst>
                        <a:ext uri="{FF2B5EF4-FFF2-40B4-BE49-F238E27FC236}">
                          <a16:creationId xmlns:a16="http://schemas.microsoft.com/office/drawing/2014/main" id="{CA4C42C0-1A65-5E42-29AA-692A67D7B6E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Line 43">
                      <a:extLst>
                        <a:ext uri="{FF2B5EF4-FFF2-40B4-BE49-F238E27FC236}">
                          <a16:creationId xmlns:a16="http://schemas.microsoft.com/office/drawing/2014/main" id="{BE822007-463B-7025-13B9-2F5EBD7363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0" name="Line 44">
                      <a:extLst>
                        <a:ext uri="{FF2B5EF4-FFF2-40B4-BE49-F238E27FC236}">
                          <a16:creationId xmlns:a16="http://schemas.microsoft.com/office/drawing/2014/main" id="{3892619D-E641-F8A8-40A1-52E4E43E05B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31" name="Text Box 45">
                      <a:extLst>
                        <a:ext uri="{FF2B5EF4-FFF2-40B4-BE49-F238E27FC236}">
                          <a16:creationId xmlns:a16="http://schemas.microsoft.com/office/drawing/2014/main" id="{63299B49-8185-00F0-1F61-16A46830A52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Text Box 46">
                      <a:extLst>
                        <a:ext uri="{FF2B5EF4-FFF2-40B4-BE49-F238E27FC236}">
                          <a16:creationId xmlns:a16="http://schemas.microsoft.com/office/drawing/2014/main" id="{CB6FE4C8-2450-2042-3D86-BBC160104E42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3" name="Text Box 47">
                      <a:extLst>
                        <a:ext uri="{FF2B5EF4-FFF2-40B4-BE49-F238E27FC236}">
                          <a16:creationId xmlns:a16="http://schemas.microsoft.com/office/drawing/2014/main" id="{9507B19F-BE53-2B54-AF8B-365EF261544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53">
                      <a:extLst>
                        <a:ext uri="{FF2B5EF4-FFF2-40B4-BE49-F238E27FC236}">
                          <a16:creationId xmlns:a16="http://schemas.microsoft.com/office/drawing/2014/main" id="{69A18B24-C677-EC8B-9F63-4182ED31D8C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5" name="Text Box 41">
                  <a:extLst>
                    <a:ext uri="{FF2B5EF4-FFF2-40B4-BE49-F238E27FC236}">
                      <a16:creationId xmlns:a16="http://schemas.microsoft.com/office/drawing/2014/main" id="{1580FC3C-AC65-DD24-E4A7-6705989B1FBF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1" name="Line 11">
                <a:extLst>
                  <a:ext uri="{FF2B5EF4-FFF2-40B4-BE49-F238E27FC236}">
                    <a16:creationId xmlns:a16="http://schemas.microsoft.com/office/drawing/2014/main" id="{2EA5D751-DD0A-5B28-C429-08368F32E2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78" name="Text Box 48">
              <a:extLst>
                <a:ext uri="{FF2B5EF4-FFF2-40B4-BE49-F238E27FC236}">
                  <a16:creationId xmlns:a16="http://schemas.microsoft.com/office/drawing/2014/main" id="{F95D2493-0152-0244-484A-D102CD51F1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9" name="Text Box 49">
              <a:extLst>
                <a:ext uri="{FF2B5EF4-FFF2-40B4-BE49-F238E27FC236}">
                  <a16:creationId xmlns:a16="http://schemas.microsoft.com/office/drawing/2014/main" id="{DF593A7D-8D6A-1F39-D2F6-E1328A1B77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80" name="Text Box 50">
              <a:extLst>
                <a:ext uri="{FF2B5EF4-FFF2-40B4-BE49-F238E27FC236}">
                  <a16:creationId xmlns:a16="http://schemas.microsoft.com/office/drawing/2014/main" id="{47331D86-3BBB-7BEA-78E8-AE57C9D8F9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81" name="Text Box 51">
              <a:extLst>
                <a:ext uri="{FF2B5EF4-FFF2-40B4-BE49-F238E27FC236}">
                  <a16:creationId xmlns:a16="http://schemas.microsoft.com/office/drawing/2014/main" id="{01CF1860-D557-D94E-9258-27FA7D2E8A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2" name="Text Box 52">
              <a:extLst>
                <a:ext uri="{FF2B5EF4-FFF2-40B4-BE49-F238E27FC236}">
                  <a16:creationId xmlns:a16="http://schemas.microsoft.com/office/drawing/2014/main" id="{9436165B-E9C3-05FC-3D2F-48A681224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3" name="Text Box 53">
              <a:extLst>
                <a:ext uri="{FF2B5EF4-FFF2-40B4-BE49-F238E27FC236}">
                  <a16:creationId xmlns:a16="http://schemas.microsoft.com/office/drawing/2014/main" id="{F96C5771-73B3-CE51-9FC4-1F8B0404CB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4" name="Text Box 154">
              <a:extLst>
                <a:ext uri="{FF2B5EF4-FFF2-40B4-BE49-F238E27FC236}">
                  <a16:creationId xmlns:a16="http://schemas.microsoft.com/office/drawing/2014/main" id="{73256063-2D0B-C348-8147-686D3C7C1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descodificación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53FDAF3A-3480-8578-6988-316F4A8DC050}"/>
              </a:ext>
            </a:extLst>
          </p:cNvPr>
          <p:cNvGrpSpPr/>
          <p:nvPr/>
        </p:nvGrpSpPr>
        <p:grpSpPr>
          <a:xfrm>
            <a:off x="2611327" y="5545978"/>
            <a:ext cx="5781064" cy="1216189"/>
            <a:chOff x="2629257" y="5017061"/>
            <a:chExt cx="5781064" cy="1216189"/>
          </a:xfrm>
        </p:grpSpPr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DB38BBE3-2E27-C4D5-486E-11C02F8A694E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23" name="Rectangle 10">
                <a:extLst>
                  <a:ext uri="{FF2B5EF4-FFF2-40B4-BE49-F238E27FC236}">
                    <a16:creationId xmlns:a16="http://schemas.microsoft.com/office/drawing/2014/main" id="{73954BD6-A34A-8FAC-B5D2-EC2256A7A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24" name="Group 5">
                <a:extLst>
                  <a:ext uri="{FF2B5EF4-FFF2-40B4-BE49-F238E27FC236}">
                    <a16:creationId xmlns:a16="http://schemas.microsoft.com/office/drawing/2014/main" id="{235F6C55-7DAB-AA19-4D7E-BBADB5E5B2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135" name="Rectangle 6">
                  <a:extLst>
                    <a:ext uri="{FF2B5EF4-FFF2-40B4-BE49-F238E27FC236}">
                      <a16:creationId xmlns:a16="http://schemas.microsoft.com/office/drawing/2014/main" id="{89FE0564-4B78-038F-63BE-49522DE52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136" name="Group 7">
                  <a:extLst>
                    <a:ext uri="{FF2B5EF4-FFF2-40B4-BE49-F238E27FC236}">
                      <a16:creationId xmlns:a16="http://schemas.microsoft.com/office/drawing/2014/main" id="{1E2C2ACA-6CEE-0D97-BB71-4937FA9D883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137" name="Line 9">
                    <a:extLst>
                      <a:ext uri="{FF2B5EF4-FFF2-40B4-BE49-F238E27FC236}">
                        <a16:creationId xmlns:a16="http://schemas.microsoft.com/office/drawing/2014/main" id="{578F1BE3-27EB-D910-D9AB-A737C1008D4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8" name="Line 10">
                    <a:extLst>
                      <a:ext uri="{FF2B5EF4-FFF2-40B4-BE49-F238E27FC236}">
                        <a16:creationId xmlns:a16="http://schemas.microsoft.com/office/drawing/2014/main" id="{F2F44A81-317C-8466-4D32-EDC0A9069C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39" name="Line 11">
                    <a:extLst>
                      <a:ext uri="{FF2B5EF4-FFF2-40B4-BE49-F238E27FC236}">
                        <a16:creationId xmlns:a16="http://schemas.microsoft.com/office/drawing/2014/main" id="{E717E194-8EF7-F065-E26C-503F62794D2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0" name="Line 12">
                    <a:extLst>
                      <a:ext uri="{FF2B5EF4-FFF2-40B4-BE49-F238E27FC236}">
                        <a16:creationId xmlns:a16="http://schemas.microsoft.com/office/drawing/2014/main" id="{28CB216A-5A6C-1E69-220F-0085281121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1" name="Line 13">
                    <a:extLst>
                      <a:ext uri="{FF2B5EF4-FFF2-40B4-BE49-F238E27FC236}">
                        <a16:creationId xmlns:a16="http://schemas.microsoft.com/office/drawing/2014/main" id="{2D012109-4B35-623B-74A9-817BD2C238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2" name="Line 14">
                    <a:extLst>
                      <a:ext uri="{FF2B5EF4-FFF2-40B4-BE49-F238E27FC236}">
                        <a16:creationId xmlns:a16="http://schemas.microsoft.com/office/drawing/2014/main" id="{D0582368-A605-2671-8224-17402B06D1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3" name="Line 15">
                    <a:extLst>
                      <a:ext uri="{FF2B5EF4-FFF2-40B4-BE49-F238E27FC236}">
                        <a16:creationId xmlns:a16="http://schemas.microsoft.com/office/drawing/2014/main" id="{F9D23F03-C006-1209-0842-2B34AD5430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Line 16">
                    <a:extLst>
                      <a:ext uri="{FF2B5EF4-FFF2-40B4-BE49-F238E27FC236}">
                        <a16:creationId xmlns:a16="http://schemas.microsoft.com/office/drawing/2014/main" id="{6976B2F4-C6E1-E03B-B719-9229CD04E04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5" name="Line 17">
                    <a:extLst>
                      <a:ext uri="{FF2B5EF4-FFF2-40B4-BE49-F238E27FC236}">
                        <a16:creationId xmlns:a16="http://schemas.microsoft.com/office/drawing/2014/main" id="{3B9B375B-D7CF-FCA1-1285-743A8F3D3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6" name="Line 18">
                    <a:extLst>
                      <a:ext uri="{FF2B5EF4-FFF2-40B4-BE49-F238E27FC236}">
                        <a16:creationId xmlns:a16="http://schemas.microsoft.com/office/drawing/2014/main" id="{67AF8145-E0C5-4CCF-409E-D40C42E2EC3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19">
                    <a:extLst>
                      <a:ext uri="{FF2B5EF4-FFF2-40B4-BE49-F238E27FC236}">
                        <a16:creationId xmlns:a16="http://schemas.microsoft.com/office/drawing/2014/main" id="{63C9FF30-BA4E-EAB5-5F54-BDBB801E63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20">
                    <a:extLst>
                      <a:ext uri="{FF2B5EF4-FFF2-40B4-BE49-F238E27FC236}">
                        <a16:creationId xmlns:a16="http://schemas.microsoft.com/office/drawing/2014/main" id="{709AF277-C4F5-CDE5-8EAF-A2C73EE6112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Line 21">
                    <a:extLst>
                      <a:ext uri="{FF2B5EF4-FFF2-40B4-BE49-F238E27FC236}">
                        <a16:creationId xmlns:a16="http://schemas.microsoft.com/office/drawing/2014/main" id="{2E0B536B-A42E-951B-C88F-82E6DDD936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0" name="Line 22">
                    <a:extLst>
                      <a:ext uri="{FF2B5EF4-FFF2-40B4-BE49-F238E27FC236}">
                        <a16:creationId xmlns:a16="http://schemas.microsoft.com/office/drawing/2014/main" id="{159AF684-D644-4D73-3946-8E8E031F24D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1" name="Line 23">
                    <a:extLst>
                      <a:ext uri="{FF2B5EF4-FFF2-40B4-BE49-F238E27FC236}">
                        <a16:creationId xmlns:a16="http://schemas.microsoft.com/office/drawing/2014/main" id="{EB3EF8A9-BC9B-09BE-20B6-22A6B2FA1D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2" name="Line 24">
                    <a:extLst>
                      <a:ext uri="{FF2B5EF4-FFF2-40B4-BE49-F238E27FC236}">
                        <a16:creationId xmlns:a16="http://schemas.microsoft.com/office/drawing/2014/main" id="{8CC278E5-C2DD-21C6-BCB8-6EB93B7300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3" name="Line 25">
                    <a:extLst>
                      <a:ext uri="{FF2B5EF4-FFF2-40B4-BE49-F238E27FC236}">
                        <a16:creationId xmlns:a16="http://schemas.microsoft.com/office/drawing/2014/main" id="{83605499-3389-9E78-7B79-93D3D6D7367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4" name="Line 26">
                    <a:extLst>
                      <a:ext uri="{FF2B5EF4-FFF2-40B4-BE49-F238E27FC236}">
                        <a16:creationId xmlns:a16="http://schemas.microsoft.com/office/drawing/2014/main" id="{07C23DF3-A18B-DF50-B78C-3F337C13E3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5" name="Line 27">
                    <a:extLst>
                      <a:ext uri="{FF2B5EF4-FFF2-40B4-BE49-F238E27FC236}">
                        <a16:creationId xmlns:a16="http://schemas.microsoft.com/office/drawing/2014/main" id="{9A745A55-58CC-6450-FB17-EA567DFE1E2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6" name="Line 28">
                    <a:extLst>
                      <a:ext uri="{FF2B5EF4-FFF2-40B4-BE49-F238E27FC236}">
                        <a16:creationId xmlns:a16="http://schemas.microsoft.com/office/drawing/2014/main" id="{374470A8-ECA7-2631-5768-165F7EF878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7" name="Line 29">
                    <a:extLst>
                      <a:ext uri="{FF2B5EF4-FFF2-40B4-BE49-F238E27FC236}">
                        <a16:creationId xmlns:a16="http://schemas.microsoft.com/office/drawing/2014/main" id="{1CD60F88-832E-1464-EA7A-DC46EE92BC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8" name="Line 30">
                    <a:extLst>
                      <a:ext uri="{FF2B5EF4-FFF2-40B4-BE49-F238E27FC236}">
                        <a16:creationId xmlns:a16="http://schemas.microsoft.com/office/drawing/2014/main" id="{26E44596-DBB6-E606-90FE-82CD6156AFE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Line 31">
                    <a:extLst>
                      <a:ext uri="{FF2B5EF4-FFF2-40B4-BE49-F238E27FC236}">
                        <a16:creationId xmlns:a16="http://schemas.microsoft.com/office/drawing/2014/main" id="{52386CCD-A4A2-1025-A66C-DD521954BB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0" name="Line 32">
                    <a:extLst>
                      <a:ext uri="{FF2B5EF4-FFF2-40B4-BE49-F238E27FC236}">
                        <a16:creationId xmlns:a16="http://schemas.microsoft.com/office/drawing/2014/main" id="{6F385EF2-A277-7F67-4C82-0B7D197D87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1" name="Line 33">
                    <a:extLst>
                      <a:ext uri="{FF2B5EF4-FFF2-40B4-BE49-F238E27FC236}">
                        <a16:creationId xmlns:a16="http://schemas.microsoft.com/office/drawing/2014/main" id="{277D721A-0810-DE2F-BA4D-E84DE865A88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2" name="Line 34">
                    <a:extLst>
                      <a:ext uri="{FF2B5EF4-FFF2-40B4-BE49-F238E27FC236}">
                        <a16:creationId xmlns:a16="http://schemas.microsoft.com/office/drawing/2014/main" id="{7DA29C92-761A-6C2D-D898-6265E3256A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3" name="Line 35">
                    <a:extLst>
                      <a:ext uri="{FF2B5EF4-FFF2-40B4-BE49-F238E27FC236}">
                        <a16:creationId xmlns:a16="http://schemas.microsoft.com/office/drawing/2014/main" id="{B3363323-E478-7599-ABF7-EBD6E2AC147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4" name="Line 36">
                    <a:extLst>
                      <a:ext uri="{FF2B5EF4-FFF2-40B4-BE49-F238E27FC236}">
                        <a16:creationId xmlns:a16="http://schemas.microsoft.com/office/drawing/2014/main" id="{FC28EB5D-7180-31AB-C8AE-9BAA15971D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5" name="Line 37">
                    <a:extLst>
                      <a:ext uri="{FF2B5EF4-FFF2-40B4-BE49-F238E27FC236}">
                        <a16:creationId xmlns:a16="http://schemas.microsoft.com/office/drawing/2014/main" id="{4581208D-EC00-7452-D67C-CEAD76CCF3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66" name="Line 38">
                    <a:extLst>
                      <a:ext uri="{FF2B5EF4-FFF2-40B4-BE49-F238E27FC236}">
                        <a16:creationId xmlns:a16="http://schemas.microsoft.com/office/drawing/2014/main" id="{D1662346-0012-8C40-848E-3A5E234AFC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5" name="Text Box 40">
                <a:extLst>
                  <a:ext uri="{FF2B5EF4-FFF2-40B4-BE49-F238E27FC236}">
                    <a16:creationId xmlns:a16="http://schemas.microsoft.com/office/drawing/2014/main" id="{CAFC53BF-22A2-9049-46C8-5521FF4538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126" name="Text Box 41">
                <a:extLst>
                  <a:ext uri="{FF2B5EF4-FFF2-40B4-BE49-F238E27FC236}">
                    <a16:creationId xmlns:a16="http://schemas.microsoft.com/office/drawing/2014/main" id="{423816AD-8003-02C1-DA08-2B9ACFF676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127" name="Line 42">
                <a:extLst>
                  <a:ext uri="{FF2B5EF4-FFF2-40B4-BE49-F238E27FC236}">
                    <a16:creationId xmlns:a16="http://schemas.microsoft.com/office/drawing/2014/main" id="{2CFF1518-5931-7D41-11E8-2C93A81E6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8" name="Line 43">
                <a:extLst>
                  <a:ext uri="{FF2B5EF4-FFF2-40B4-BE49-F238E27FC236}">
                    <a16:creationId xmlns:a16="http://schemas.microsoft.com/office/drawing/2014/main" id="{B9DE9A33-9327-FB92-3FEB-42C961029C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9" name="Line 44">
                <a:extLst>
                  <a:ext uri="{FF2B5EF4-FFF2-40B4-BE49-F238E27FC236}">
                    <a16:creationId xmlns:a16="http://schemas.microsoft.com/office/drawing/2014/main" id="{AE8A89C6-F7B4-4304-47C4-BC33F69839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EA379990-17EB-D90E-5AA2-CC6DE8057D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131" name="Text Box 47">
                <a:extLst>
                  <a:ext uri="{FF2B5EF4-FFF2-40B4-BE49-F238E27FC236}">
                    <a16:creationId xmlns:a16="http://schemas.microsoft.com/office/drawing/2014/main" id="{CA44BA58-B604-058D-03C6-6C0E9F2FA7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2" name="Line 153">
                <a:extLst>
                  <a:ext uri="{FF2B5EF4-FFF2-40B4-BE49-F238E27FC236}">
                    <a16:creationId xmlns:a16="http://schemas.microsoft.com/office/drawing/2014/main" id="{8F32A795-26E1-FC6C-4E9B-2844043799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3" name="Line 11">
                <a:extLst>
                  <a:ext uri="{FF2B5EF4-FFF2-40B4-BE49-F238E27FC236}">
                    <a16:creationId xmlns:a16="http://schemas.microsoft.com/office/drawing/2014/main" id="{5A00B44C-BE9F-4EF1-DBA7-EC02F4836F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34" name="Text Box 41">
                <a:extLst>
                  <a:ext uri="{FF2B5EF4-FFF2-40B4-BE49-F238E27FC236}">
                    <a16:creationId xmlns:a16="http://schemas.microsoft.com/office/drawing/2014/main" id="{D44AE1D7-D38C-A8D8-8758-1F231F98F4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5" name="Text Box 48">
              <a:extLst>
                <a:ext uri="{FF2B5EF4-FFF2-40B4-BE49-F238E27FC236}">
                  <a16:creationId xmlns:a16="http://schemas.microsoft.com/office/drawing/2014/main" id="{C9F58DF7-3975-322A-BE17-EAC9687557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16" name="Text Box 49">
              <a:extLst>
                <a:ext uri="{FF2B5EF4-FFF2-40B4-BE49-F238E27FC236}">
                  <a16:creationId xmlns:a16="http://schemas.microsoft.com/office/drawing/2014/main" id="{FE185BB1-A115-A053-C84C-155136250B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7" name="Text Box 50">
              <a:extLst>
                <a:ext uri="{FF2B5EF4-FFF2-40B4-BE49-F238E27FC236}">
                  <a16:creationId xmlns:a16="http://schemas.microsoft.com/office/drawing/2014/main" id="{43F0D8AE-896C-07E2-6A48-52FCCCA60F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18" name="Text Box 51">
              <a:extLst>
                <a:ext uri="{FF2B5EF4-FFF2-40B4-BE49-F238E27FC236}">
                  <a16:creationId xmlns:a16="http://schemas.microsoft.com/office/drawing/2014/main" id="{3657B4A1-524F-91FB-74E7-49116265C0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19" name="Text Box 52">
              <a:extLst>
                <a:ext uri="{FF2B5EF4-FFF2-40B4-BE49-F238E27FC236}">
                  <a16:creationId xmlns:a16="http://schemas.microsoft.com/office/drawing/2014/main" id="{A21E1B7C-715F-830F-BD48-9EAE72E83B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20" name="Text Box 53">
              <a:extLst>
                <a:ext uri="{FF2B5EF4-FFF2-40B4-BE49-F238E27FC236}">
                  <a16:creationId xmlns:a16="http://schemas.microsoft.com/office/drawing/2014/main" id="{C2A84CB7-4774-38D0-C9A9-AC8875760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21" name="Text Box 154">
              <a:extLst>
                <a:ext uri="{FF2B5EF4-FFF2-40B4-BE49-F238E27FC236}">
                  <a16:creationId xmlns:a16="http://schemas.microsoft.com/office/drawing/2014/main" id="{278EE9DE-174F-9FF0-1FBE-0AE16C77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22" name="Line 11">
              <a:extLst>
                <a:ext uri="{FF2B5EF4-FFF2-40B4-BE49-F238E27FC236}">
                  <a16:creationId xmlns:a16="http://schemas.microsoft.com/office/drawing/2014/main" id="{8388FD6A-DBFE-08F7-9722-948DBE316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D01F34A7-0EC3-375C-C2AB-D1589120E10A}"/>
              </a:ext>
            </a:extLst>
          </p:cNvPr>
          <p:cNvGrpSpPr/>
          <p:nvPr/>
        </p:nvGrpSpPr>
        <p:grpSpPr>
          <a:xfrm>
            <a:off x="2629258" y="4188865"/>
            <a:ext cx="5759167" cy="1215450"/>
            <a:chOff x="2629258" y="5013629"/>
            <a:chExt cx="5759167" cy="1215450"/>
          </a:xfrm>
        </p:grpSpPr>
        <p:grpSp>
          <p:nvGrpSpPr>
            <p:cNvPr id="168" name="Grupo 167">
              <a:extLst>
                <a:ext uri="{FF2B5EF4-FFF2-40B4-BE49-F238E27FC236}">
                  <a16:creationId xmlns:a16="http://schemas.microsoft.com/office/drawing/2014/main" id="{487A4E4F-B57A-D05B-2F91-EF04F45FD462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83" name="Grupo 182">
                <a:extLst>
                  <a:ext uri="{FF2B5EF4-FFF2-40B4-BE49-F238E27FC236}">
                    <a16:creationId xmlns:a16="http://schemas.microsoft.com/office/drawing/2014/main" id="{9CEB271F-7874-C215-5D57-7041915D7A4E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5" name="Group 9">
                  <a:extLst>
                    <a:ext uri="{FF2B5EF4-FFF2-40B4-BE49-F238E27FC236}">
                      <a16:creationId xmlns:a16="http://schemas.microsoft.com/office/drawing/2014/main" id="{9F7AF05B-88D9-41DD-FFDD-9E817BE925B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87" name="Rectangle 10">
                    <a:extLst>
                      <a:ext uri="{FF2B5EF4-FFF2-40B4-BE49-F238E27FC236}">
                        <a16:creationId xmlns:a16="http://schemas.microsoft.com/office/drawing/2014/main" id="{DACCDA69-B9AB-A902-9382-6F561865D52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88" name="Group 155">
                    <a:extLst>
                      <a:ext uri="{FF2B5EF4-FFF2-40B4-BE49-F238E27FC236}">
                        <a16:creationId xmlns:a16="http://schemas.microsoft.com/office/drawing/2014/main" id="{041BE6C4-B8BF-5829-C946-2471476E019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89" name="Group 5">
                      <a:extLst>
                        <a:ext uri="{FF2B5EF4-FFF2-40B4-BE49-F238E27FC236}">
                          <a16:creationId xmlns:a16="http://schemas.microsoft.com/office/drawing/2014/main" id="{9F7ADBBB-AAFE-1C26-61EB-4CA859BA04D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200" name="Rectangle 6">
                        <a:extLst>
                          <a:ext uri="{FF2B5EF4-FFF2-40B4-BE49-F238E27FC236}">
                            <a16:creationId xmlns:a16="http://schemas.microsoft.com/office/drawing/2014/main" id="{B00013B0-6887-0B91-855C-68B3451D7A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201" name="Group 7">
                        <a:extLst>
                          <a:ext uri="{FF2B5EF4-FFF2-40B4-BE49-F238E27FC236}">
                            <a16:creationId xmlns:a16="http://schemas.microsoft.com/office/drawing/2014/main" id="{03DAA287-05A7-BD38-9444-D0ADC4A30B15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202" name="Line 9">
                          <a:extLst>
                            <a:ext uri="{FF2B5EF4-FFF2-40B4-BE49-F238E27FC236}">
                              <a16:creationId xmlns:a16="http://schemas.microsoft.com/office/drawing/2014/main" id="{E491F508-23F8-7590-288F-A3E17719577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3" name="Line 10">
                          <a:extLst>
                            <a:ext uri="{FF2B5EF4-FFF2-40B4-BE49-F238E27FC236}">
                              <a16:creationId xmlns:a16="http://schemas.microsoft.com/office/drawing/2014/main" id="{0496DD71-46FC-BCCB-DCD6-D3F8D62DB42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4" name="Line 11">
                          <a:extLst>
                            <a:ext uri="{FF2B5EF4-FFF2-40B4-BE49-F238E27FC236}">
                              <a16:creationId xmlns:a16="http://schemas.microsoft.com/office/drawing/2014/main" id="{6CB27F5D-41B8-0A4D-044F-D83F69058C3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5" name="Line 12">
                          <a:extLst>
                            <a:ext uri="{FF2B5EF4-FFF2-40B4-BE49-F238E27FC236}">
                              <a16:creationId xmlns:a16="http://schemas.microsoft.com/office/drawing/2014/main" id="{7D00FC9F-BB32-21D1-6260-354156DCBC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6" name="Line 13">
                          <a:extLst>
                            <a:ext uri="{FF2B5EF4-FFF2-40B4-BE49-F238E27FC236}">
                              <a16:creationId xmlns:a16="http://schemas.microsoft.com/office/drawing/2014/main" id="{1AB541D6-270D-46E0-AF22-DBA2138E24B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7" name="Line 14">
                          <a:extLst>
                            <a:ext uri="{FF2B5EF4-FFF2-40B4-BE49-F238E27FC236}">
                              <a16:creationId xmlns:a16="http://schemas.microsoft.com/office/drawing/2014/main" id="{ECA49F21-F2A0-E2FD-5BC5-EEC647D162B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8" name="Line 15">
                          <a:extLst>
                            <a:ext uri="{FF2B5EF4-FFF2-40B4-BE49-F238E27FC236}">
                              <a16:creationId xmlns:a16="http://schemas.microsoft.com/office/drawing/2014/main" id="{048772E7-F03E-5E6F-0C45-B42D1046745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09" name="Line 16">
                          <a:extLst>
                            <a:ext uri="{FF2B5EF4-FFF2-40B4-BE49-F238E27FC236}">
                              <a16:creationId xmlns:a16="http://schemas.microsoft.com/office/drawing/2014/main" id="{A507159F-2BEB-49FF-B398-08837513F86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0" name="Line 17">
                          <a:extLst>
                            <a:ext uri="{FF2B5EF4-FFF2-40B4-BE49-F238E27FC236}">
                              <a16:creationId xmlns:a16="http://schemas.microsoft.com/office/drawing/2014/main" id="{CE6FE93D-0FCE-DD36-23AD-53EEA7F0AC2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1" name="Line 18">
                          <a:extLst>
                            <a:ext uri="{FF2B5EF4-FFF2-40B4-BE49-F238E27FC236}">
                              <a16:creationId xmlns:a16="http://schemas.microsoft.com/office/drawing/2014/main" id="{397B681B-0611-6C29-0757-794FCFBC76F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2" name="Line 19">
                          <a:extLst>
                            <a:ext uri="{FF2B5EF4-FFF2-40B4-BE49-F238E27FC236}">
                              <a16:creationId xmlns:a16="http://schemas.microsoft.com/office/drawing/2014/main" id="{D5C00A73-136C-A2F0-F169-B422CDE1643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3" name="Line 20">
                          <a:extLst>
                            <a:ext uri="{FF2B5EF4-FFF2-40B4-BE49-F238E27FC236}">
                              <a16:creationId xmlns:a16="http://schemas.microsoft.com/office/drawing/2014/main" id="{E0B09267-BCBA-DDB3-38BC-45C9A508570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4" name="Line 21">
                          <a:extLst>
                            <a:ext uri="{FF2B5EF4-FFF2-40B4-BE49-F238E27FC236}">
                              <a16:creationId xmlns:a16="http://schemas.microsoft.com/office/drawing/2014/main" id="{FAA948B6-89EA-5FD9-6D74-54ACF4D18ED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5" name="Line 22">
                          <a:extLst>
                            <a:ext uri="{FF2B5EF4-FFF2-40B4-BE49-F238E27FC236}">
                              <a16:creationId xmlns:a16="http://schemas.microsoft.com/office/drawing/2014/main" id="{4098AEC2-B336-0BB4-B306-2B652A24E5C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6" name="Line 23">
                          <a:extLst>
                            <a:ext uri="{FF2B5EF4-FFF2-40B4-BE49-F238E27FC236}">
                              <a16:creationId xmlns:a16="http://schemas.microsoft.com/office/drawing/2014/main" id="{B16C6B64-5FCD-CF2B-E67A-2AB4153154F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7" name="Line 24">
                          <a:extLst>
                            <a:ext uri="{FF2B5EF4-FFF2-40B4-BE49-F238E27FC236}">
                              <a16:creationId xmlns:a16="http://schemas.microsoft.com/office/drawing/2014/main" id="{35286C7E-60B9-3756-A5CB-09736E84D90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8" name="Line 25">
                          <a:extLst>
                            <a:ext uri="{FF2B5EF4-FFF2-40B4-BE49-F238E27FC236}">
                              <a16:creationId xmlns:a16="http://schemas.microsoft.com/office/drawing/2014/main" id="{6CCF56E6-477C-BB76-C42E-6B270CE4920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19" name="Line 26">
                          <a:extLst>
                            <a:ext uri="{FF2B5EF4-FFF2-40B4-BE49-F238E27FC236}">
                              <a16:creationId xmlns:a16="http://schemas.microsoft.com/office/drawing/2014/main" id="{33D81357-3754-64E7-42D0-58C66737F7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0" name="Line 27">
                          <a:extLst>
                            <a:ext uri="{FF2B5EF4-FFF2-40B4-BE49-F238E27FC236}">
                              <a16:creationId xmlns:a16="http://schemas.microsoft.com/office/drawing/2014/main" id="{DCD57035-044D-3CC2-42DE-C21C0DA09D3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1" name="Line 28">
                          <a:extLst>
                            <a:ext uri="{FF2B5EF4-FFF2-40B4-BE49-F238E27FC236}">
                              <a16:creationId xmlns:a16="http://schemas.microsoft.com/office/drawing/2014/main" id="{E3A0D155-65B6-9A4E-708C-1630816D6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2" name="Line 29">
                          <a:extLst>
                            <a:ext uri="{FF2B5EF4-FFF2-40B4-BE49-F238E27FC236}">
                              <a16:creationId xmlns:a16="http://schemas.microsoft.com/office/drawing/2014/main" id="{81861249-B497-1CBB-7BC9-80D4788D30D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3" name="Line 30">
                          <a:extLst>
                            <a:ext uri="{FF2B5EF4-FFF2-40B4-BE49-F238E27FC236}">
                              <a16:creationId xmlns:a16="http://schemas.microsoft.com/office/drawing/2014/main" id="{8F861927-A51F-6D8F-5007-984DCBEF6D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4" name="Line 31">
                          <a:extLst>
                            <a:ext uri="{FF2B5EF4-FFF2-40B4-BE49-F238E27FC236}">
                              <a16:creationId xmlns:a16="http://schemas.microsoft.com/office/drawing/2014/main" id="{07AFAE09-ECDB-1F0B-7E75-1DE1FD460B3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5" name="Line 32">
                          <a:extLst>
                            <a:ext uri="{FF2B5EF4-FFF2-40B4-BE49-F238E27FC236}">
                              <a16:creationId xmlns:a16="http://schemas.microsoft.com/office/drawing/2014/main" id="{F9FD75EC-104D-43F6-B3D6-F51325C3EB8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6" name="Line 33">
                          <a:extLst>
                            <a:ext uri="{FF2B5EF4-FFF2-40B4-BE49-F238E27FC236}">
                              <a16:creationId xmlns:a16="http://schemas.microsoft.com/office/drawing/2014/main" id="{FD469452-F02C-A60D-715D-BAD0305E0BD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7" name="Line 34">
                          <a:extLst>
                            <a:ext uri="{FF2B5EF4-FFF2-40B4-BE49-F238E27FC236}">
                              <a16:creationId xmlns:a16="http://schemas.microsoft.com/office/drawing/2014/main" id="{759AA555-69D1-C305-7DFB-686B34A83CF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8" name="Line 35">
                          <a:extLst>
                            <a:ext uri="{FF2B5EF4-FFF2-40B4-BE49-F238E27FC236}">
                              <a16:creationId xmlns:a16="http://schemas.microsoft.com/office/drawing/2014/main" id="{57E444D6-605E-5CEC-91FA-0067C0934C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29" name="Line 36">
                          <a:extLst>
                            <a:ext uri="{FF2B5EF4-FFF2-40B4-BE49-F238E27FC236}">
                              <a16:creationId xmlns:a16="http://schemas.microsoft.com/office/drawing/2014/main" id="{85E54B1A-A675-9B1E-BC79-437A11F314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0" name="Line 37">
                          <a:extLst>
                            <a:ext uri="{FF2B5EF4-FFF2-40B4-BE49-F238E27FC236}">
                              <a16:creationId xmlns:a16="http://schemas.microsoft.com/office/drawing/2014/main" id="{32ECD823-58DC-252A-6725-7AFEB74619C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231" name="Line 38">
                          <a:extLst>
                            <a:ext uri="{FF2B5EF4-FFF2-40B4-BE49-F238E27FC236}">
                              <a16:creationId xmlns:a16="http://schemas.microsoft.com/office/drawing/2014/main" id="{A691BE4E-897F-B356-6AFE-5D47907949A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90" name="Line 39">
                      <a:extLst>
                        <a:ext uri="{FF2B5EF4-FFF2-40B4-BE49-F238E27FC236}">
                          <a16:creationId xmlns:a16="http://schemas.microsoft.com/office/drawing/2014/main" id="{A296E477-6F61-FAAE-63D1-2D1DB4E0B9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1" name="Text Box 40">
                      <a:extLst>
                        <a:ext uri="{FF2B5EF4-FFF2-40B4-BE49-F238E27FC236}">
                          <a16:creationId xmlns:a16="http://schemas.microsoft.com/office/drawing/2014/main" id="{2D6A7016-10AF-66C8-5A2D-6534BF4CC63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92" name="Text Box 41">
                      <a:extLst>
                        <a:ext uri="{FF2B5EF4-FFF2-40B4-BE49-F238E27FC236}">
                          <a16:creationId xmlns:a16="http://schemas.microsoft.com/office/drawing/2014/main" id="{B756E809-72D3-01EC-1BE0-B725910F1B2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93" name="Line 42">
                      <a:extLst>
                        <a:ext uri="{FF2B5EF4-FFF2-40B4-BE49-F238E27FC236}">
                          <a16:creationId xmlns:a16="http://schemas.microsoft.com/office/drawing/2014/main" id="{5B174F2A-453B-7545-9A8F-33AC3B193BB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4" name="Line 43">
                      <a:extLst>
                        <a:ext uri="{FF2B5EF4-FFF2-40B4-BE49-F238E27FC236}">
                          <a16:creationId xmlns:a16="http://schemas.microsoft.com/office/drawing/2014/main" id="{F181E54F-4DDF-ECD1-75AB-BCC15D38D1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5" name="Line 44">
                      <a:extLst>
                        <a:ext uri="{FF2B5EF4-FFF2-40B4-BE49-F238E27FC236}">
                          <a16:creationId xmlns:a16="http://schemas.microsoft.com/office/drawing/2014/main" id="{A3C549A4-FD37-B78E-62F7-9149742EB4B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96" name="Text Box 45">
                      <a:extLst>
                        <a:ext uri="{FF2B5EF4-FFF2-40B4-BE49-F238E27FC236}">
                          <a16:creationId xmlns:a16="http://schemas.microsoft.com/office/drawing/2014/main" id="{E5853216-A471-D03C-1FB9-3106B1463ED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Text Box 46">
                      <a:extLst>
                        <a:ext uri="{FF2B5EF4-FFF2-40B4-BE49-F238E27FC236}">
                          <a16:creationId xmlns:a16="http://schemas.microsoft.com/office/drawing/2014/main" id="{E665F823-2E15-19C6-EBB1-D277AB77AAAF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98" name="Text Box 47">
                      <a:extLst>
                        <a:ext uri="{FF2B5EF4-FFF2-40B4-BE49-F238E27FC236}">
                          <a16:creationId xmlns:a16="http://schemas.microsoft.com/office/drawing/2014/main" id="{86E5AAF9-EE3A-946C-BF3F-51723436C4A7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3">
                      <a:extLst>
                        <a:ext uri="{FF2B5EF4-FFF2-40B4-BE49-F238E27FC236}">
                          <a16:creationId xmlns:a16="http://schemas.microsoft.com/office/drawing/2014/main" id="{23A43CE4-C35C-CA7A-4BA8-79B4EA3950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86" name="Text Box 41">
                  <a:extLst>
                    <a:ext uri="{FF2B5EF4-FFF2-40B4-BE49-F238E27FC236}">
                      <a16:creationId xmlns:a16="http://schemas.microsoft.com/office/drawing/2014/main" id="{1E1D8CB7-117D-C20E-E929-3F385BE8309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84" name="Line 11">
                <a:extLst>
                  <a:ext uri="{FF2B5EF4-FFF2-40B4-BE49-F238E27FC236}">
                    <a16:creationId xmlns:a16="http://schemas.microsoft.com/office/drawing/2014/main" id="{D69D2EAA-7882-337A-7A9B-357E28D13C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69" name="Text Box 48">
              <a:extLst>
                <a:ext uri="{FF2B5EF4-FFF2-40B4-BE49-F238E27FC236}">
                  <a16:creationId xmlns:a16="http://schemas.microsoft.com/office/drawing/2014/main" id="{3FACA3CD-95A9-D71B-59C0-92A1978CC0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70" name="Text Box 49">
              <a:extLst>
                <a:ext uri="{FF2B5EF4-FFF2-40B4-BE49-F238E27FC236}">
                  <a16:creationId xmlns:a16="http://schemas.microsoft.com/office/drawing/2014/main" id="{D952422A-B559-48E0-EBFB-B33639ABA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71" name="Text Box 50">
              <a:extLst>
                <a:ext uri="{FF2B5EF4-FFF2-40B4-BE49-F238E27FC236}">
                  <a16:creationId xmlns:a16="http://schemas.microsoft.com/office/drawing/2014/main" id="{7171D2C9-B25E-DA87-3D5B-0938FADB3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79" name="Text Box 51">
              <a:extLst>
                <a:ext uri="{FF2B5EF4-FFF2-40B4-BE49-F238E27FC236}">
                  <a16:creationId xmlns:a16="http://schemas.microsoft.com/office/drawing/2014/main" id="{BB1FD559-9914-7787-86C7-FA45969D6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80" name="Text Box 52">
              <a:extLst>
                <a:ext uri="{FF2B5EF4-FFF2-40B4-BE49-F238E27FC236}">
                  <a16:creationId xmlns:a16="http://schemas.microsoft.com/office/drawing/2014/main" id="{2C368FF4-2900-2A22-3227-4843AA3480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81" name="Text Box 53">
              <a:extLst>
                <a:ext uri="{FF2B5EF4-FFF2-40B4-BE49-F238E27FC236}">
                  <a16:creationId xmlns:a16="http://schemas.microsoft.com/office/drawing/2014/main" id="{48EF9970-4145-3D2E-90DC-F4A973F97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82" name="Text Box 154">
              <a:extLst>
                <a:ext uri="{FF2B5EF4-FFF2-40B4-BE49-F238E27FC236}">
                  <a16:creationId xmlns:a16="http://schemas.microsoft.com/office/drawing/2014/main" id="{22B434C7-AE3F-0985-4815-803DA64FFD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descodificadores,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3C6-1EEB-4457-E7F8-CADC7075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A9F8C9B2-7AAB-6AB3-2B74-23960FE16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0188320"/>
              </p:ext>
            </p:extLst>
          </p:nvPr>
        </p:nvGraphicFramePr>
        <p:xfrm>
          <a:off x="1055167" y="1022863"/>
          <a:ext cx="7765304" cy="1916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24274266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B4144BDB-D1B2-CDCB-21F9-98024F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5AD8C51D-3ED2-7365-D9BD-739C4814954C}"/>
              </a:ext>
            </a:extLst>
          </p:cNvPr>
          <p:cNvGrpSpPr/>
          <p:nvPr/>
        </p:nvGrpSpPr>
        <p:grpSpPr>
          <a:xfrm>
            <a:off x="1687969" y="3729354"/>
            <a:ext cx="5764068" cy="1180085"/>
            <a:chOff x="975305" y="4921594"/>
            <a:chExt cx="3345284" cy="753875"/>
          </a:xfrm>
        </p:grpSpPr>
        <p:grpSp>
          <p:nvGrpSpPr>
            <p:cNvPr id="8" name="Group 9">
              <a:extLst>
                <a:ext uri="{FF2B5EF4-FFF2-40B4-BE49-F238E27FC236}">
                  <a16:creationId xmlns:a16="http://schemas.microsoft.com/office/drawing/2014/main" id="{96742453-8291-02F6-8FE5-6035EC1197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97BC719-F6D3-CA28-F1DB-B74864CE98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" name="Group 155">
                <a:extLst>
                  <a:ext uri="{FF2B5EF4-FFF2-40B4-BE49-F238E27FC236}">
                    <a16:creationId xmlns:a16="http://schemas.microsoft.com/office/drawing/2014/main" id="{66CDB2A3-4AF1-C138-5799-BB540D809A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13" name="Group 5">
                  <a:extLst>
                    <a:ext uri="{FF2B5EF4-FFF2-40B4-BE49-F238E27FC236}">
                      <a16:creationId xmlns:a16="http://schemas.microsoft.com/office/drawing/2014/main" id="{6573F1D8-891D-EB9F-C03A-948F893822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1" name="Rectangle 6">
                    <a:extLst>
                      <a:ext uri="{FF2B5EF4-FFF2-40B4-BE49-F238E27FC236}">
                        <a16:creationId xmlns:a16="http://schemas.microsoft.com/office/drawing/2014/main" id="{A033FC57-680A-2F4D-3F04-CAAC1EE5ED0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2" name="Group 7">
                    <a:extLst>
                      <a:ext uri="{FF2B5EF4-FFF2-40B4-BE49-F238E27FC236}">
                        <a16:creationId xmlns:a16="http://schemas.microsoft.com/office/drawing/2014/main" id="{02046002-2315-72CA-D133-599E380C606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3" name="Line 9">
                      <a:extLst>
                        <a:ext uri="{FF2B5EF4-FFF2-40B4-BE49-F238E27FC236}">
                          <a16:creationId xmlns:a16="http://schemas.microsoft.com/office/drawing/2014/main" id="{94B8619B-273B-32F9-42AE-20E80DE8A8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4" name="Line 10">
                      <a:extLst>
                        <a:ext uri="{FF2B5EF4-FFF2-40B4-BE49-F238E27FC236}">
                          <a16:creationId xmlns:a16="http://schemas.microsoft.com/office/drawing/2014/main" id="{75A7645B-2698-B892-A04A-305BE22203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5" name="Line 11">
                      <a:extLst>
                        <a:ext uri="{FF2B5EF4-FFF2-40B4-BE49-F238E27FC236}">
                          <a16:creationId xmlns:a16="http://schemas.microsoft.com/office/drawing/2014/main" id="{264D85E0-4504-C506-C385-E1985F624A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6" name="Line 12">
                      <a:extLst>
                        <a:ext uri="{FF2B5EF4-FFF2-40B4-BE49-F238E27FC236}">
                          <a16:creationId xmlns:a16="http://schemas.microsoft.com/office/drawing/2014/main" id="{BC35A574-B0C6-22C1-99E0-7CF40364152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7" name="Line 13">
                      <a:extLst>
                        <a:ext uri="{FF2B5EF4-FFF2-40B4-BE49-F238E27FC236}">
                          <a16:creationId xmlns:a16="http://schemas.microsoft.com/office/drawing/2014/main" id="{93409F72-096D-7BB4-86DD-253D96F5D7E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8" name="Line 14">
                      <a:extLst>
                        <a:ext uri="{FF2B5EF4-FFF2-40B4-BE49-F238E27FC236}">
                          <a16:creationId xmlns:a16="http://schemas.microsoft.com/office/drawing/2014/main" id="{C8DB1242-573E-540C-2442-7152734EC8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5">
                      <a:extLst>
                        <a:ext uri="{FF2B5EF4-FFF2-40B4-BE49-F238E27FC236}">
                          <a16:creationId xmlns:a16="http://schemas.microsoft.com/office/drawing/2014/main" id="{CA42EA5A-5622-5944-083F-637CD5813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6">
                      <a:extLst>
                        <a:ext uri="{FF2B5EF4-FFF2-40B4-BE49-F238E27FC236}">
                          <a16:creationId xmlns:a16="http://schemas.microsoft.com/office/drawing/2014/main" id="{5BA56E0B-025B-E2A4-61E3-A3BBA91763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7">
                      <a:extLst>
                        <a:ext uri="{FF2B5EF4-FFF2-40B4-BE49-F238E27FC236}">
                          <a16:creationId xmlns:a16="http://schemas.microsoft.com/office/drawing/2014/main" id="{3E8626CF-4A7B-DFEE-7B41-0476110450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8">
                      <a:extLst>
                        <a:ext uri="{FF2B5EF4-FFF2-40B4-BE49-F238E27FC236}">
                          <a16:creationId xmlns:a16="http://schemas.microsoft.com/office/drawing/2014/main" id="{A844CA92-C252-2EF5-C0BB-7225EAE606E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9">
                      <a:extLst>
                        <a:ext uri="{FF2B5EF4-FFF2-40B4-BE49-F238E27FC236}">
                          <a16:creationId xmlns:a16="http://schemas.microsoft.com/office/drawing/2014/main" id="{AF6EF86F-44AA-A3AE-3794-4D1C1C6145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20">
                      <a:extLst>
                        <a:ext uri="{FF2B5EF4-FFF2-40B4-BE49-F238E27FC236}">
                          <a16:creationId xmlns:a16="http://schemas.microsoft.com/office/drawing/2014/main" id="{D20576FB-640E-CB6E-4157-DE2E759F13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21">
                      <a:extLst>
                        <a:ext uri="{FF2B5EF4-FFF2-40B4-BE49-F238E27FC236}">
                          <a16:creationId xmlns:a16="http://schemas.microsoft.com/office/drawing/2014/main" id="{8E168D0C-E843-9C85-C9BC-9057CED0A2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22">
                      <a:extLst>
                        <a:ext uri="{FF2B5EF4-FFF2-40B4-BE49-F238E27FC236}">
                          <a16:creationId xmlns:a16="http://schemas.microsoft.com/office/drawing/2014/main" id="{34544D58-9B49-F566-4B7C-C4B27B717E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23">
                      <a:extLst>
                        <a:ext uri="{FF2B5EF4-FFF2-40B4-BE49-F238E27FC236}">
                          <a16:creationId xmlns:a16="http://schemas.microsoft.com/office/drawing/2014/main" id="{4BB2A09A-AAAD-7BFE-3DBB-D69623B51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24">
                      <a:extLst>
                        <a:ext uri="{FF2B5EF4-FFF2-40B4-BE49-F238E27FC236}">
                          <a16:creationId xmlns:a16="http://schemas.microsoft.com/office/drawing/2014/main" id="{44E8448E-9E37-25C5-E9B9-A86070C21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5">
                      <a:extLst>
                        <a:ext uri="{FF2B5EF4-FFF2-40B4-BE49-F238E27FC236}">
                          <a16:creationId xmlns:a16="http://schemas.microsoft.com/office/drawing/2014/main" id="{0844B2D9-A9B1-3626-F18F-CAFFBAAD11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6">
                      <a:extLst>
                        <a:ext uri="{FF2B5EF4-FFF2-40B4-BE49-F238E27FC236}">
                          <a16:creationId xmlns:a16="http://schemas.microsoft.com/office/drawing/2014/main" id="{73A431F9-E489-8604-81CF-6703C8B607F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7">
                      <a:extLst>
                        <a:ext uri="{FF2B5EF4-FFF2-40B4-BE49-F238E27FC236}">
                          <a16:creationId xmlns:a16="http://schemas.microsoft.com/office/drawing/2014/main" id="{6257E5F7-3A02-433E-9A73-E5527A2417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8">
                      <a:extLst>
                        <a:ext uri="{FF2B5EF4-FFF2-40B4-BE49-F238E27FC236}">
                          <a16:creationId xmlns:a16="http://schemas.microsoft.com/office/drawing/2014/main" id="{251A4A07-184A-0DD0-B43B-B7EB8C644D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9">
                      <a:extLst>
                        <a:ext uri="{FF2B5EF4-FFF2-40B4-BE49-F238E27FC236}">
                          <a16:creationId xmlns:a16="http://schemas.microsoft.com/office/drawing/2014/main" id="{D3CC6E5F-4CC9-D1E8-E679-5F6EC44B559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30">
                      <a:extLst>
                        <a:ext uri="{FF2B5EF4-FFF2-40B4-BE49-F238E27FC236}">
                          <a16:creationId xmlns:a16="http://schemas.microsoft.com/office/drawing/2014/main" id="{D4844A29-9601-A08E-FE85-A28C6C46892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31">
                      <a:extLst>
                        <a:ext uri="{FF2B5EF4-FFF2-40B4-BE49-F238E27FC236}">
                          <a16:creationId xmlns:a16="http://schemas.microsoft.com/office/drawing/2014/main" id="{3DF33435-F4B1-1683-C56B-96A8FA5FBB2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32">
                      <a:extLst>
                        <a:ext uri="{FF2B5EF4-FFF2-40B4-BE49-F238E27FC236}">
                          <a16:creationId xmlns:a16="http://schemas.microsoft.com/office/drawing/2014/main" id="{8B749F8C-5704-0139-AC8A-5648B7EC03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33">
                      <a:extLst>
                        <a:ext uri="{FF2B5EF4-FFF2-40B4-BE49-F238E27FC236}">
                          <a16:creationId xmlns:a16="http://schemas.microsoft.com/office/drawing/2014/main" id="{0DA2C5D2-FF53-C405-6E29-E7638B966A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34">
                      <a:extLst>
                        <a:ext uri="{FF2B5EF4-FFF2-40B4-BE49-F238E27FC236}">
                          <a16:creationId xmlns:a16="http://schemas.microsoft.com/office/drawing/2014/main" id="{988C1AF1-B292-80EA-6148-FD2EECA7E8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5">
                      <a:extLst>
                        <a:ext uri="{FF2B5EF4-FFF2-40B4-BE49-F238E27FC236}">
                          <a16:creationId xmlns:a16="http://schemas.microsoft.com/office/drawing/2014/main" id="{9BC72B8B-4712-6B2B-AE1D-AF5115D6D30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6">
                      <a:extLst>
                        <a:ext uri="{FF2B5EF4-FFF2-40B4-BE49-F238E27FC236}">
                          <a16:creationId xmlns:a16="http://schemas.microsoft.com/office/drawing/2014/main" id="{633844C0-D90B-267A-58CA-337C9E68A5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7">
                      <a:extLst>
                        <a:ext uri="{FF2B5EF4-FFF2-40B4-BE49-F238E27FC236}">
                          <a16:creationId xmlns:a16="http://schemas.microsoft.com/office/drawing/2014/main" id="{BFA78D16-66E3-B4B4-B05A-AA41A0F288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8">
                      <a:extLst>
                        <a:ext uri="{FF2B5EF4-FFF2-40B4-BE49-F238E27FC236}">
                          <a16:creationId xmlns:a16="http://schemas.microsoft.com/office/drawing/2014/main" id="{549C9E4F-4F2C-E646-3165-E152C24959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4" name="Line 39">
                  <a:extLst>
                    <a:ext uri="{FF2B5EF4-FFF2-40B4-BE49-F238E27FC236}">
                      <a16:creationId xmlns:a16="http://schemas.microsoft.com/office/drawing/2014/main" id="{55272936-034A-E256-1891-F405004367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5" name="Text Box 40">
                  <a:extLst>
                    <a:ext uri="{FF2B5EF4-FFF2-40B4-BE49-F238E27FC236}">
                      <a16:creationId xmlns:a16="http://schemas.microsoft.com/office/drawing/2014/main" id="{89F8D198-9116-89CA-0837-10D65645502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" name="Text Box 41">
                  <a:extLst>
                    <a:ext uri="{FF2B5EF4-FFF2-40B4-BE49-F238E27FC236}">
                      <a16:creationId xmlns:a16="http://schemas.microsoft.com/office/drawing/2014/main" id="{1C9B26EE-8A5E-AC76-E1B8-372525C6B7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7" name="Line 42">
                  <a:extLst>
                    <a:ext uri="{FF2B5EF4-FFF2-40B4-BE49-F238E27FC236}">
                      <a16:creationId xmlns:a16="http://schemas.microsoft.com/office/drawing/2014/main" id="{9E08F473-67CE-8FA6-E551-03FB1273F7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" name="Line 43">
                  <a:extLst>
                    <a:ext uri="{FF2B5EF4-FFF2-40B4-BE49-F238E27FC236}">
                      <a16:creationId xmlns:a16="http://schemas.microsoft.com/office/drawing/2014/main" id="{04247127-8C98-92ED-86A8-073F4848CE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9" name="Line 44">
                  <a:extLst>
                    <a:ext uri="{FF2B5EF4-FFF2-40B4-BE49-F238E27FC236}">
                      <a16:creationId xmlns:a16="http://schemas.microsoft.com/office/drawing/2014/main" id="{A29289CB-62A7-0B42-DC1F-87A38D7871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5">
                  <a:extLst>
                    <a:ext uri="{FF2B5EF4-FFF2-40B4-BE49-F238E27FC236}">
                      <a16:creationId xmlns:a16="http://schemas.microsoft.com/office/drawing/2014/main" id="{BE0AB8AE-5607-E4C4-28FB-A1456FC1FCD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1" name="Text Box 46">
                  <a:extLst>
                    <a:ext uri="{FF2B5EF4-FFF2-40B4-BE49-F238E27FC236}">
                      <a16:creationId xmlns:a16="http://schemas.microsoft.com/office/drawing/2014/main" id="{0A242559-EC7A-1956-3B40-7D078EFEEC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2" name="Text Box 47">
                  <a:extLst>
                    <a:ext uri="{FF2B5EF4-FFF2-40B4-BE49-F238E27FC236}">
                      <a16:creationId xmlns:a16="http://schemas.microsoft.com/office/drawing/2014/main" id="{B3483206-EBB5-7F02-341E-62A5D8C08D4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8">
                  <a:extLst>
                    <a:ext uri="{FF2B5EF4-FFF2-40B4-BE49-F238E27FC236}">
                      <a16:creationId xmlns:a16="http://schemas.microsoft.com/office/drawing/2014/main" id="{8311F16B-1FB4-9C67-2F2C-F088C472CB9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4" name="Text Box 49">
                  <a:extLst>
                    <a:ext uri="{FF2B5EF4-FFF2-40B4-BE49-F238E27FC236}">
                      <a16:creationId xmlns:a16="http://schemas.microsoft.com/office/drawing/2014/main" id="{D079FBBD-307E-5965-4BF4-01C4D21969E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25" name="Text Box 50">
                  <a:extLst>
                    <a:ext uri="{FF2B5EF4-FFF2-40B4-BE49-F238E27FC236}">
                      <a16:creationId xmlns:a16="http://schemas.microsoft.com/office/drawing/2014/main" id="{279AC2CE-D992-26BB-F704-FA6B9D211B1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26" name="Text Box 51">
                  <a:extLst>
                    <a:ext uri="{FF2B5EF4-FFF2-40B4-BE49-F238E27FC236}">
                      <a16:creationId xmlns:a16="http://schemas.microsoft.com/office/drawing/2014/main" id="{95AC4F5A-B0CF-B120-9511-6C16DD1AE5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27" name="Text Box 52">
                  <a:extLst>
                    <a:ext uri="{FF2B5EF4-FFF2-40B4-BE49-F238E27FC236}">
                      <a16:creationId xmlns:a16="http://schemas.microsoft.com/office/drawing/2014/main" id="{E94B5BCB-D500-047C-C3C5-3CCE6C716C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28" name="Text Box 53">
                  <a:extLst>
                    <a:ext uri="{FF2B5EF4-FFF2-40B4-BE49-F238E27FC236}">
                      <a16:creationId xmlns:a16="http://schemas.microsoft.com/office/drawing/2014/main" id="{83508644-BDE5-F645-92B0-927D93270A9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29" name="Line 153">
                  <a:extLst>
                    <a:ext uri="{FF2B5EF4-FFF2-40B4-BE49-F238E27FC236}">
                      <a16:creationId xmlns:a16="http://schemas.microsoft.com/office/drawing/2014/main" id="{11747EC2-5409-7FB0-588A-44184505B5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0" name="Text Box 154">
                  <a:extLst>
                    <a:ext uri="{FF2B5EF4-FFF2-40B4-BE49-F238E27FC236}">
                      <a16:creationId xmlns:a16="http://schemas.microsoft.com/office/drawing/2014/main" id="{599E9FF6-861E-F493-1CE4-021A5A06C49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9" name="Text Box 41">
              <a:extLst>
                <a:ext uri="{FF2B5EF4-FFF2-40B4-BE49-F238E27FC236}">
                  <a16:creationId xmlns:a16="http://schemas.microsoft.com/office/drawing/2014/main" id="{E97F823B-6051-700E-7B0D-CEB6F2D854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C3620818-03B7-21E4-52F9-E3DC00389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28" name="Marcador de contenido 2">
            <a:extLst>
              <a:ext uri="{FF2B5EF4-FFF2-40B4-BE49-F238E27FC236}">
                <a16:creationId xmlns:a16="http://schemas.microsoft.com/office/drawing/2014/main" id="{7BADB6C3-45A0-8A4D-3CCF-F1C3CF01E628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6872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7B6B9-EC75-B5B0-A936-4512F242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063C27F4-019C-1C65-D7DB-0F1F21E36A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292872"/>
              </p:ext>
            </p:extLst>
          </p:nvPr>
        </p:nvGraphicFramePr>
        <p:xfrm>
          <a:off x="1055167" y="1022863"/>
          <a:ext cx="7765304" cy="19740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684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ori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86630788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005075792"/>
                  </a:ext>
                </a:extLst>
              </a:tr>
              <a:tr h="296788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10E6F8D-0B46-0E19-EDCB-6DE38E8ED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2C142ADB-BC59-E92A-EE8E-A6B41FC80EB4}"/>
              </a:ext>
            </a:extLst>
          </p:cNvPr>
          <p:cNvGrpSpPr/>
          <p:nvPr/>
        </p:nvGrpSpPr>
        <p:grpSpPr>
          <a:xfrm>
            <a:off x="1681468" y="3733801"/>
            <a:ext cx="5781064" cy="1216189"/>
            <a:chOff x="2629257" y="5017061"/>
            <a:chExt cx="5781064" cy="121618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7FB90B5-C210-7E79-80B1-D9359BDEA977}"/>
                </a:ext>
              </a:extLst>
            </p:cNvPr>
            <p:cNvGrpSpPr/>
            <p:nvPr/>
          </p:nvGrpSpPr>
          <p:grpSpPr>
            <a:xfrm>
              <a:off x="2650774" y="5017061"/>
              <a:ext cx="5759547" cy="1216189"/>
              <a:chOff x="2650774" y="5017061"/>
              <a:chExt cx="5759547" cy="1216189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43336562-CDFB-E923-C4BE-7D4B85B53D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50774" y="5017061"/>
                <a:ext cx="5759547" cy="1216189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8" name="Group 5">
                <a:extLst>
                  <a:ext uri="{FF2B5EF4-FFF2-40B4-BE49-F238E27FC236}">
                    <a16:creationId xmlns:a16="http://schemas.microsoft.com/office/drawing/2014/main" id="{BF1D5B91-0321-604E-3AB0-CF8BDC755F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00547" y="5213626"/>
                <a:ext cx="5358593" cy="558336"/>
                <a:chOff x="982" y="1197"/>
                <a:chExt cx="3050" cy="435"/>
              </a:xfrm>
            </p:grpSpPr>
            <p:sp>
              <p:nvSpPr>
                <p:cNvPr id="29" name="Rectangle 6">
                  <a:extLst>
                    <a:ext uri="{FF2B5EF4-FFF2-40B4-BE49-F238E27FC236}">
                      <a16:creationId xmlns:a16="http://schemas.microsoft.com/office/drawing/2014/main" id="{EF7163E0-9C7E-E162-4DC5-4B9D2D653F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2" y="1197"/>
                  <a:ext cx="3050" cy="42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b="1" noProof="0" dirty="0">
                    <a:solidFill>
                      <a:srgbClr val="4F271C"/>
                    </a:solidFill>
                  </a:endParaRPr>
                </a:p>
              </p:txBody>
            </p:sp>
            <p:grpSp>
              <p:nvGrpSpPr>
                <p:cNvPr id="30" name="Group 7">
                  <a:extLst>
                    <a:ext uri="{FF2B5EF4-FFF2-40B4-BE49-F238E27FC236}">
                      <a16:creationId xmlns:a16="http://schemas.microsoft.com/office/drawing/2014/main" id="{78E12E64-0167-9F53-305C-B8CFD176CC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152" y="1536"/>
                  <a:ext cx="2784" cy="96"/>
                  <a:chOff x="1152" y="1536"/>
                  <a:chExt cx="2784" cy="96"/>
                </a:xfrm>
              </p:grpSpPr>
              <p:sp>
                <p:nvSpPr>
                  <p:cNvPr id="31" name="Line 9">
                    <a:extLst>
                      <a:ext uri="{FF2B5EF4-FFF2-40B4-BE49-F238E27FC236}">
                        <a16:creationId xmlns:a16="http://schemas.microsoft.com/office/drawing/2014/main" id="{4BD36FDC-4A96-9B32-078F-41CFEA8F4F8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1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2" name="Line 10">
                    <a:extLst>
                      <a:ext uri="{FF2B5EF4-FFF2-40B4-BE49-F238E27FC236}">
                        <a16:creationId xmlns:a16="http://schemas.microsoft.com/office/drawing/2014/main" id="{BFE27C4F-8499-C179-2833-BA4318C3B66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2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3" name="Line 11">
                    <a:extLst>
                      <a:ext uri="{FF2B5EF4-FFF2-40B4-BE49-F238E27FC236}">
                        <a16:creationId xmlns:a16="http://schemas.microsoft.com/office/drawing/2014/main" id="{6D1CF8B1-74B5-5652-1C40-58BDE31FE64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3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12">
                    <a:extLst>
                      <a:ext uri="{FF2B5EF4-FFF2-40B4-BE49-F238E27FC236}">
                        <a16:creationId xmlns:a16="http://schemas.microsoft.com/office/drawing/2014/main" id="{34B6775E-9DD4-87B7-1A91-D34914D6F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13">
                    <a:extLst>
                      <a:ext uri="{FF2B5EF4-FFF2-40B4-BE49-F238E27FC236}">
                        <a16:creationId xmlns:a16="http://schemas.microsoft.com/office/drawing/2014/main" id="{69DAB59D-E115-5341-572E-77834F4FDF3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5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14">
                    <a:extLst>
                      <a:ext uri="{FF2B5EF4-FFF2-40B4-BE49-F238E27FC236}">
                        <a16:creationId xmlns:a16="http://schemas.microsoft.com/office/drawing/2014/main" id="{915492CB-ED28-5FE9-9CF9-83363A46F0B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63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Line 15">
                    <a:extLst>
                      <a:ext uri="{FF2B5EF4-FFF2-40B4-BE49-F238E27FC236}">
                        <a16:creationId xmlns:a16="http://schemas.microsoft.com/office/drawing/2014/main" id="{EEA76994-7C0F-3A3E-16E5-7CC9C1161F3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72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Line 16">
                    <a:extLst>
                      <a:ext uri="{FF2B5EF4-FFF2-40B4-BE49-F238E27FC236}">
                        <a16:creationId xmlns:a16="http://schemas.microsoft.com/office/drawing/2014/main" id="{E0B1F105-A68D-FC73-B7BF-5EDC828AA80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2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" name="Line 17">
                    <a:extLst>
                      <a:ext uri="{FF2B5EF4-FFF2-40B4-BE49-F238E27FC236}">
                        <a16:creationId xmlns:a16="http://schemas.microsoft.com/office/drawing/2014/main" id="{8C3052B8-9630-E47A-957E-51202F11C13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92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" name="Line 18">
                    <a:extLst>
                      <a:ext uri="{FF2B5EF4-FFF2-40B4-BE49-F238E27FC236}">
                        <a16:creationId xmlns:a16="http://schemas.microsoft.com/office/drawing/2014/main" id="{309C24BA-4B7E-40EA-F2D3-C1DA27407CC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01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Line 19">
                    <a:extLst>
                      <a:ext uri="{FF2B5EF4-FFF2-40B4-BE49-F238E27FC236}">
                        <a16:creationId xmlns:a16="http://schemas.microsoft.com/office/drawing/2014/main" id="{D458EAEF-946C-30B7-E611-A9BFC69E632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1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" name="Line 20">
                    <a:extLst>
                      <a:ext uri="{FF2B5EF4-FFF2-40B4-BE49-F238E27FC236}">
                        <a16:creationId xmlns:a16="http://schemas.microsoft.com/office/drawing/2014/main" id="{3F51DB05-689B-4325-4FD5-9D32C504C06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20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" name="Line 21">
                    <a:extLst>
                      <a:ext uri="{FF2B5EF4-FFF2-40B4-BE49-F238E27FC236}">
                        <a16:creationId xmlns:a16="http://schemas.microsoft.com/office/drawing/2014/main" id="{F949F443-07A9-B22A-78C4-0088D20237F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30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4" name="Line 22">
                    <a:extLst>
                      <a:ext uri="{FF2B5EF4-FFF2-40B4-BE49-F238E27FC236}">
                        <a16:creationId xmlns:a16="http://schemas.microsoft.com/office/drawing/2014/main" id="{5CFC21C2-64C2-EC4A-76AF-ACFB107DEE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0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5" name="Line 23">
                    <a:extLst>
                      <a:ext uri="{FF2B5EF4-FFF2-40B4-BE49-F238E27FC236}">
                        <a16:creationId xmlns:a16="http://schemas.microsoft.com/office/drawing/2014/main" id="{6353155C-2152-2F84-5A54-9BF882B102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49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6" name="Line 24">
                    <a:extLst>
                      <a:ext uri="{FF2B5EF4-FFF2-40B4-BE49-F238E27FC236}">
                        <a16:creationId xmlns:a16="http://schemas.microsoft.com/office/drawing/2014/main" id="{F90583F5-06A6-6CA7-F66D-BD522E6BE6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9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7" name="Line 25">
                    <a:extLst>
                      <a:ext uri="{FF2B5EF4-FFF2-40B4-BE49-F238E27FC236}">
                        <a16:creationId xmlns:a16="http://schemas.microsoft.com/office/drawing/2014/main" id="{8BBD3D70-BF9A-0559-9335-9A62D158F9F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8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8" name="Line 26">
                    <a:extLst>
                      <a:ext uri="{FF2B5EF4-FFF2-40B4-BE49-F238E27FC236}">
                        <a16:creationId xmlns:a16="http://schemas.microsoft.com/office/drawing/2014/main" id="{33795545-C92B-4759-7F24-094411EC404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78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9" name="Line 27">
                    <a:extLst>
                      <a:ext uri="{FF2B5EF4-FFF2-40B4-BE49-F238E27FC236}">
                        <a16:creationId xmlns:a16="http://schemas.microsoft.com/office/drawing/2014/main" id="{B665C08E-7BFB-52DA-B495-D64A2A5A035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0" name="Line 28">
                    <a:extLst>
                      <a:ext uri="{FF2B5EF4-FFF2-40B4-BE49-F238E27FC236}">
                        <a16:creationId xmlns:a16="http://schemas.microsoft.com/office/drawing/2014/main" id="{11EBA59F-B8C2-755C-4AE3-A9AE7168C35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97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1" name="Line 29">
                    <a:extLst>
                      <a:ext uri="{FF2B5EF4-FFF2-40B4-BE49-F238E27FC236}">
                        <a16:creationId xmlns:a16="http://schemas.microsoft.com/office/drawing/2014/main" id="{8D7624BB-9B5E-A3BA-E23B-D87341AD451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7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2" name="Line 30">
                    <a:extLst>
                      <a:ext uri="{FF2B5EF4-FFF2-40B4-BE49-F238E27FC236}">
                        <a16:creationId xmlns:a16="http://schemas.microsoft.com/office/drawing/2014/main" id="{7CF6B8CF-B96F-BDB4-ED31-63D8DB03AF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6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Line 31">
                    <a:extLst>
                      <a:ext uri="{FF2B5EF4-FFF2-40B4-BE49-F238E27FC236}">
                        <a16:creationId xmlns:a16="http://schemas.microsoft.com/office/drawing/2014/main" id="{9CD17D69-8A00-2045-CF44-CFD83E0FA98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6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4" name="Line 32">
                    <a:extLst>
                      <a:ext uri="{FF2B5EF4-FFF2-40B4-BE49-F238E27FC236}">
                        <a16:creationId xmlns:a16="http://schemas.microsoft.com/office/drawing/2014/main" id="{FB79E0B5-34FB-CA17-D435-BC139779D75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6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5" name="Line 33">
                    <a:extLst>
                      <a:ext uri="{FF2B5EF4-FFF2-40B4-BE49-F238E27FC236}">
                        <a16:creationId xmlns:a16="http://schemas.microsoft.com/office/drawing/2014/main" id="{9266C877-C668-DD35-539B-C9E52D3F484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6" name="Line 34">
                    <a:extLst>
                      <a:ext uri="{FF2B5EF4-FFF2-40B4-BE49-F238E27FC236}">
                        <a16:creationId xmlns:a16="http://schemas.microsoft.com/office/drawing/2014/main" id="{4A379415-3C47-534D-A918-73B9D5C86BB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552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35">
                    <a:extLst>
                      <a:ext uri="{FF2B5EF4-FFF2-40B4-BE49-F238E27FC236}">
                        <a16:creationId xmlns:a16="http://schemas.microsoft.com/office/drawing/2014/main" id="{4DC91BCF-A1E3-A79F-B9FE-19AACCBD967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48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8" name="Line 36">
                    <a:extLst>
                      <a:ext uri="{FF2B5EF4-FFF2-40B4-BE49-F238E27FC236}">
                        <a16:creationId xmlns:a16="http://schemas.microsoft.com/office/drawing/2014/main" id="{052CE4D9-E289-8712-7EAF-DFDB76CB98E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744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9" name="Line 37">
                    <a:extLst>
                      <a:ext uri="{FF2B5EF4-FFF2-40B4-BE49-F238E27FC236}">
                        <a16:creationId xmlns:a16="http://schemas.microsoft.com/office/drawing/2014/main" id="{7D020B92-BB52-A57F-1125-9220F2E6D4C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840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0" name="Line 38">
                    <a:extLst>
                      <a:ext uri="{FF2B5EF4-FFF2-40B4-BE49-F238E27FC236}">
                        <a16:creationId xmlns:a16="http://schemas.microsoft.com/office/drawing/2014/main" id="{143E4702-4B5C-04B3-BA5C-6376D427B9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36" y="1536"/>
                    <a:ext cx="0" cy="96"/>
                  </a:xfrm>
                  <a:prstGeom prst="line">
                    <a:avLst/>
                  </a:prstGeom>
                  <a:noFill/>
                  <a:ln w="2857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9" name="Text Box 40">
                <a:extLst>
                  <a:ext uri="{FF2B5EF4-FFF2-40B4-BE49-F238E27FC236}">
                    <a16:creationId xmlns:a16="http://schemas.microsoft.com/office/drawing/2014/main" id="{3B673AD7-52D0-7CD3-E222-5F66429932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70680" y="5348397"/>
                <a:ext cx="2124111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1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[11:0]</a:t>
                </a:r>
              </a:p>
            </p:txBody>
          </p:sp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2FEA6439-B422-D31D-925D-894DF4DB5F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02539" y="5366366"/>
                <a:ext cx="954005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funct3</a:t>
                </a:r>
              </a:p>
            </p:txBody>
          </p:sp>
          <p:sp>
            <p:nvSpPr>
              <p:cNvPr id="21" name="Line 42">
                <a:extLst>
                  <a:ext uri="{FF2B5EF4-FFF2-40B4-BE49-F238E27FC236}">
                    <a16:creationId xmlns:a16="http://schemas.microsoft.com/office/drawing/2014/main" id="{D401BC87-916F-E59B-8F96-04E7D10696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792890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2" name="Line 43">
                <a:extLst>
                  <a:ext uri="{FF2B5EF4-FFF2-40B4-BE49-F238E27FC236}">
                    <a16:creationId xmlns:a16="http://schemas.microsoft.com/office/drawing/2014/main" id="{94776739-9136-DAC8-EB6B-CDDDC0639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629181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3" name="Line 44">
                <a:extLst>
                  <a:ext uri="{FF2B5EF4-FFF2-40B4-BE49-F238E27FC236}">
                    <a16:creationId xmlns:a16="http://schemas.microsoft.com/office/drawing/2014/main" id="{AF599460-494E-4BB7-4FE4-5C1B1C0AAB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83763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4" name="Text Box 46">
                <a:extLst>
                  <a:ext uri="{FF2B5EF4-FFF2-40B4-BE49-F238E27FC236}">
                    <a16:creationId xmlns:a16="http://schemas.microsoft.com/office/drawing/2014/main" id="{D5533597-A6B0-E47A-553A-1B535A5222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63166" y="5350964"/>
                <a:ext cx="701009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rs1</a:t>
                </a:r>
              </a:p>
            </p:txBody>
          </p:sp>
          <p:sp>
            <p:nvSpPr>
              <p:cNvPr id="25" name="Text Box 47">
                <a:extLst>
                  <a:ext uri="{FF2B5EF4-FFF2-40B4-BE49-F238E27FC236}">
                    <a16:creationId xmlns:a16="http://schemas.microsoft.com/office/drawing/2014/main" id="{337CF365-947D-28CF-3F43-3F8B94ABCD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96062" y="5341979"/>
                <a:ext cx="1163078" cy="2618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opcode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6" name="Line 153">
                <a:extLst>
                  <a:ext uri="{FF2B5EF4-FFF2-40B4-BE49-F238E27FC236}">
                    <a16:creationId xmlns:a16="http://schemas.microsoft.com/office/drawing/2014/main" id="{1D736D60-C2FE-E15D-C432-6109ED4FB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131659" y="5250848"/>
                <a:ext cx="0" cy="431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7" name="Line 11">
                <a:extLst>
                  <a:ext uri="{FF2B5EF4-FFF2-40B4-BE49-F238E27FC236}">
                    <a16:creationId xmlns:a16="http://schemas.microsoft.com/office/drawing/2014/main" id="{38F4A25A-C931-85ED-2A90-2B686F4CFF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58213" y="5639516"/>
                <a:ext cx="0" cy="12271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28" name="Text Box 41">
                <a:extLst>
                  <a:ext uri="{FF2B5EF4-FFF2-40B4-BE49-F238E27FC236}">
                    <a16:creationId xmlns:a16="http://schemas.microsoft.com/office/drawing/2014/main" id="{9A2F907A-2032-72D1-DA2E-29C99B1FC3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08033" y="5332163"/>
                <a:ext cx="655589" cy="2616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10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rd</a:t>
                </a:r>
                <a:endPara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B054B4AD-4C25-2394-F925-4ABBB5BC4A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7" y="5707747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ED8FDE53-5D17-9D42-F414-73541EDD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2" y="570934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32296F0F-F7CC-8D6B-6238-6950A5A76F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0" y="5712552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1F59EC9B-69F9-DC9D-CBCB-1E08235AB1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8" y="5712552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61E736FB-96BB-A3B5-E134-C7ABA271EB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5" y="5707747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92B8859F-49EE-C999-906F-4E5B30214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0" y="5715755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81B4129E-20B1-118C-2B12-E6DB64D175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0" y="5710950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  <p:sp>
          <p:nvSpPr>
            <p:cNvPr id="16" name="Line 11">
              <a:extLst>
                <a:ext uri="{FF2B5EF4-FFF2-40B4-BE49-F238E27FC236}">
                  <a16:creationId xmlns:a16="http://schemas.microsoft.com/office/drawing/2014/main" id="{8DD06F24-3A92-281A-AC22-85E4E460B5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5731" y="5605840"/>
              <a:ext cx="0" cy="15313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1" name="Marcador de contenido 2">
            <a:extLst>
              <a:ext uri="{FF2B5EF4-FFF2-40B4-BE49-F238E27FC236}">
                <a16:creationId xmlns:a16="http://schemas.microsoft.com/office/drawing/2014/main" id="{DAB2C340-6110-9210-A55D-DA26A279665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5784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3228756"/>
              </p:ext>
            </p:extLst>
          </p:nvPr>
        </p:nvGraphicFramePr>
        <p:xfrm>
          <a:off x="1055167" y="1022863"/>
          <a:ext cx="7765304" cy="1173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60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A21F077-7D60-4BD1-9C33-0950FCD58A0C}"/>
              </a:ext>
            </a:extLst>
          </p:cNvPr>
          <p:cNvGrpSpPr/>
          <p:nvPr/>
        </p:nvGrpSpPr>
        <p:grpSpPr>
          <a:xfrm>
            <a:off x="1692415" y="3722712"/>
            <a:ext cx="5759169" cy="1215450"/>
            <a:chOff x="2629256" y="5013629"/>
            <a:chExt cx="5759169" cy="121545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D0749B6-2149-D2DF-50EE-D93DAAB244BE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82AA87D-4BB2-3D16-85F8-5F6225766F01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8" name="Group 9">
                  <a:extLst>
                    <a:ext uri="{FF2B5EF4-FFF2-40B4-BE49-F238E27FC236}">
                      <a16:creationId xmlns:a16="http://schemas.microsoft.com/office/drawing/2014/main" id="{EF9EB59D-92FF-BBAD-12CB-518319F8F0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20" name="Rectangle 10">
                    <a:extLst>
                      <a:ext uri="{FF2B5EF4-FFF2-40B4-BE49-F238E27FC236}">
                        <a16:creationId xmlns:a16="http://schemas.microsoft.com/office/drawing/2014/main" id="{E7963649-36C8-5373-94EB-DBDA8BA1D0A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21" name="Group 155">
                    <a:extLst>
                      <a:ext uri="{FF2B5EF4-FFF2-40B4-BE49-F238E27FC236}">
                        <a16:creationId xmlns:a16="http://schemas.microsoft.com/office/drawing/2014/main" id="{1B110EED-B6A4-2792-7499-E03C441B06F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22" name="Group 5">
                      <a:extLst>
                        <a:ext uri="{FF2B5EF4-FFF2-40B4-BE49-F238E27FC236}">
                          <a16:creationId xmlns:a16="http://schemas.microsoft.com/office/drawing/2014/main" id="{60ED2720-41ED-6461-8BFE-81C32A6A95B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33" name="Rectangle 6">
                        <a:extLst>
                          <a:ext uri="{FF2B5EF4-FFF2-40B4-BE49-F238E27FC236}">
                            <a16:creationId xmlns:a16="http://schemas.microsoft.com/office/drawing/2014/main" id="{42F9A8CF-82BF-F894-286F-DBF709F588C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34" name="Group 7">
                        <a:extLst>
                          <a:ext uri="{FF2B5EF4-FFF2-40B4-BE49-F238E27FC236}">
                            <a16:creationId xmlns:a16="http://schemas.microsoft.com/office/drawing/2014/main" id="{A6CEF349-7D97-A0A4-8446-310A3C5AE410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35" name="Line 9">
                          <a:extLst>
                            <a:ext uri="{FF2B5EF4-FFF2-40B4-BE49-F238E27FC236}">
                              <a16:creationId xmlns:a16="http://schemas.microsoft.com/office/drawing/2014/main" id="{9E2F5148-96F8-D3C5-BCD5-EB8D0C21E74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6" name="Line 10">
                          <a:extLst>
                            <a:ext uri="{FF2B5EF4-FFF2-40B4-BE49-F238E27FC236}">
                              <a16:creationId xmlns:a16="http://schemas.microsoft.com/office/drawing/2014/main" id="{A9EC9736-E5DE-04DE-F218-ABC37CB835B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7" name="Line 11">
                          <a:extLst>
                            <a:ext uri="{FF2B5EF4-FFF2-40B4-BE49-F238E27FC236}">
                              <a16:creationId xmlns:a16="http://schemas.microsoft.com/office/drawing/2014/main" id="{A1D8C26A-B45F-9260-FC73-A8DF120CA05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8" name="Line 12">
                          <a:extLst>
                            <a:ext uri="{FF2B5EF4-FFF2-40B4-BE49-F238E27FC236}">
                              <a16:creationId xmlns:a16="http://schemas.microsoft.com/office/drawing/2014/main" id="{81D3FC78-D0E6-5C7B-6B6A-F072D3CE14B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9" name="Line 13">
                          <a:extLst>
                            <a:ext uri="{FF2B5EF4-FFF2-40B4-BE49-F238E27FC236}">
                              <a16:creationId xmlns:a16="http://schemas.microsoft.com/office/drawing/2014/main" id="{B0A2E029-0292-D157-BBED-6D6D2A109B4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0" name="Line 14">
                          <a:extLst>
                            <a:ext uri="{FF2B5EF4-FFF2-40B4-BE49-F238E27FC236}">
                              <a16:creationId xmlns:a16="http://schemas.microsoft.com/office/drawing/2014/main" id="{162DFBCC-F8D5-773C-8DE4-2A8DE06343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1" name="Line 15">
                          <a:extLst>
                            <a:ext uri="{FF2B5EF4-FFF2-40B4-BE49-F238E27FC236}">
                              <a16:creationId xmlns:a16="http://schemas.microsoft.com/office/drawing/2014/main" id="{E7866A28-DB61-5B38-B590-3BC1BE4C34A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2" name="Line 16">
                          <a:extLst>
                            <a:ext uri="{FF2B5EF4-FFF2-40B4-BE49-F238E27FC236}">
                              <a16:creationId xmlns:a16="http://schemas.microsoft.com/office/drawing/2014/main" id="{725F6662-26C0-9D4B-D520-FE5A6D6A19A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3" name="Line 17">
                          <a:extLst>
                            <a:ext uri="{FF2B5EF4-FFF2-40B4-BE49-F238E27FC236}">
                              <a16:creationId xmlns:a16="http://schemas.microsoft.com/office/drawing/2014/main" id="{F52B98F9-5903-097E-BFDA-AADC4F440B0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4" name="Line 18">
                          <a:extLst>
                            <a:ext uri="{FF2B5EF4-FFF2-40B4-BE49-F238E27FC236}">
                              <a16:creationId xmlns:a16="http://schemas.microsoft.com/office/drawing/2014/main" id="{A9B7BD79-C614-B88E-6889-1C828A7DA20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5" name="Line 19">
                          <a:extLst>
                            <a:ext uri="{FF2B5EF4-FFF2-40B4-BE49-F238E27FC236}">
                              <a16:creationId xmlns:a16="http://schemas.microsoft.com/office/drawing/2014/main" id="{8CB75893-4B18-2F0B-3B9E-4BE83300902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6" name="Line 20">
                          <a:extLst>
                            <a:ext uri="{FF2B5EF4-FFF2-40B4-BE49-F238E27FC236}">
                              <a16:creationId xmlns:a16="http://schemas.microsoft.com/office/drawing/2014/main" id="{415FB4B6-14FA-3D6F-D294-A70A6F9A1B0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7" name="Line 21">
                          <a:extLst>
                            <a:ext uri="{FF2B5EF4-FFF2-40B4-BE49-F238E27FC236}">
                              <a16:creationId xmlns:a16="http://schemas.microsoft.com/office/drawing/2014/main" id="{39477850-C31F-B47A-A8D6-BDFE477AAC4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8" name="Line 22">
                          <a:extLst>
                            <a:ext uri="{FF2B5EF4-FFF2-40B4-BE49-F238E27FC236}">
                              <a16:creationId xmlns:a16="http://schemas.microsoft.com/office/drawing/2014/main" id="{8C031D3A-C403-0804-3253-B254DBA72B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49" name="Line 23">
                          <a:extLst>
                            <a:ext uri="{FF2B5EF4-FFF2-40B4-BE49-F238E27FC236}">
                              <a16:creationId xmlns:a16="http://schemas.microsoft.com/office/drawing/2014/main" id="{EE0F6A16-A7D4-8C7F-482E-D4D06259C71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0" name="Line 24">
                          <a:extLst>
                            <a:ext uri="{FF2B5EF4-FFF2-40B4-BE49-F238E27FC236}">
                              <a16:creationId xmlns:a16="http://schemas.microsoft.com/office/drawing/2014/main" id="{1690F093-0287-6810-BA8A-906CC5C9D58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1" name="Line 25">
                          <a:extLst>
                            <a:ext uri="{FF2B5EF4-FFF2-40B4-BE49-F238E27FC236}">
                              <a16:creationId xmlns:a16="http://schemas.microsoft.com/office/drawing/2014/main" id="{05378D57-3D26-BB81-5BA3-BCDB430F7F7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2" name="Line 26">
                          <a:extLst>
                            <a:ext uri="{FF2B5EF4-FFF2-40B4-BE49-F238E27FC236}">
                              <a16:creationId xmlns:a16="http://schemas.microsoft.com/office/drawing/2014/main" id="{E15FB38E-EC79-3FAA-3FB7-0AAD4D6024E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3" name="Line 27">
                          <a:extLst>
                            <a:ext uri="{FF2B5EF4-FFF2-40B4-BE49-F238E27FC236}">
                              <a16:creationId xmlns:a16="http://schemas.microsoft.com/office/drawing/2014/main" id="{8EDFC5D4-ED54-90D4-4CAC-D0FD3F3F48D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4" name="Line 28">
                          <a:extLst>
                            <a:ext uri="{FF2B5EF4-FFF2-40B4-BE49-F238E27FC236}">
                              <a16:creationId xmlns:a16="http://schemas.microsoft.com/office/drawing/2014/main" id="{35C60F6B-BCAB-D841-D341-D08D5F2A183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5" name="Line 29">
                          <a:extLst>
                            <a:ext uri="{FF2B5EF4-FFF2-40B4-BE49-F238E27FC236}">
                              <a16:creationId xmlns:a16="http://schemas.microsoft.com/office/drawing/2014/main" id="{EB58A236-9A82-1DCE-A5AA-50502DC0428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6" name="Line 30">
                          <a:extLst>
                            <a:ext uri="{FF2B5EF4-FFF2-40B4-BE49-F238E27FC236}">
                              <a16:creationId xmlns:a16="http://schemas.microsoft.com/office/drawing/2014/main" id="{5AA48700-B67B-B0B5-DA03-448C43A5EB4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7" name="Line 31">
                          <a:extLst>
                            <a:ext uri="{FF2B5EF4-FFF2-40B4-BE49-F238E27FC236}">
                              <a16:creationId xmlns:a16="http://schemas.microsoft.com/office/drawing/2014/main" id="{4AC2B6E2-E900-E711-CDAF-23BA9DCC13A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8" name="Line 32">
                          <a:extLst>
                            <a:ext uri="{FF2B5EF4-FFF2-40B4-BE49-F238E27FC236}">
                              <a16:creationId xmlns:a16="http://schemas.microsoft.com/office/drawing/2014/main" id="{F84E35F0-2BA8-07FF-3AA3-FB7E465DAF5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59" name="Line 33">
                          <a:extLst>
                            <a:ext uri="{FF2B5EF4-FFF2-40B4-BE49-F238E27FC236}">
                              <a16:creationId xmlns:a16="http://schemas.microsoft.com/office/drawing/2014/main" id="{90C4262C-52A0-A2FC-FCED-57B8D33D902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0" name="Line 34">
                          <a:extLst>
                            <a:ext uri="{FF2B5EF4-FFF2-40B4-BE49-F238E27FC236}">
                              <a16:creationId xmlns:a16="http://schemas.microsoft.com/office/drawing/2014/main" id="{A1D93B29-431E-2294-8B0E-5A953180DD6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1" name="Line 35">
                          <a:extLst>
                            <a:ext uri="{FF2B5EF4-FFF2-40B4-BE49-F238E27FC236}">
                              <a16:creationId xmlns:a16="http://schemas.microsoft.com/office/drawing/2014/main" id="{3330C121-F912-C1E1-8A1A-8BAE12D5922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63" name="Line 36">
                          <a:extLst>
                            <a:ext uri="{FF2B5EF4-FFF2-40B4-BE49-F238E27FC236}">
                              <a16:creationId xmlns:a16="http://schemas.microsoft.com/office/drawing/2014/main" id="{E4CC186F-0BA7-ABB8-279D-4642D05C6610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8" name="Line 37">
                          <a:extLst>
                            <a:ext uri="{FF2B5EF4-FFF2-40B4-BE49-F238E27FC236}">
                              <a16:creationId xmlns:a16="http://schemas.microsoft.com/office/drawing/2014/main" id="{375C1B42-797F-0CA2-10FA-DBF2DA456D1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29" name="Line 38">
                          <a:extLst>
                            <a:ext uri="{FF2B5EF4-FFF2-40B4-BE49-F238E27FC236}">
                              <a16:creationId xmlns:a16="http://schemas.microsoft.com/office/drawing/2014/main" id="{D86A3CC8-AD83-8A28-FFAD-71A5D5937E6A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" name="Line 39">
                      <a:extLst>
                        <a:ext uri="{FF2B5EF4-FFF2-40B4-BE49-F238E27FC236}">
                          <a16:creationId xmlns:a16="http://schemas.microsoft.com/office/drawing/2014/main" id="{250F6DD7-B09B-9CB6-B3DF-0530FC24A7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4" name="Text Box 40">
                      <a:extLst>
                        <a:ext uri="{FF2B5EF4-FFF2-40B4-BE49-F238E27FC236}">
                          <a16:creationId xmlns:a16="http://schemas.microsoft.com/office/drawing/2014/main" id="{E410C8FD-462E-B819-BC63-242D8A0465D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[11:5]</a:t>
                      </a:r>
                    </a:p>
                  </p:txBody>
                </p:sp>
                <p:sp>
                  <p:nvSpPr>
                    <p:cNvPr id="25" name="Text Box 41">
                      <a:extLst>
                        <a:ext uri="{FF2B5EF4-FFF2-40B4-BE49-F238E27FC236}">
                          <a16:creationId xmlns:a16="http://schemas.microsoft.com/office/drawing/2014/main" id="{5C3BB3D4-5A10-7B16-1A14-485403B88EBB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26" name="Line 42">
                      <a:extLst>
                        <a:ext uri="{FF2B5EF4-FFF2-40B4-BE49-F238E27FC236}">
                          <a16:creationId xmlns:a16="http://schemas.microsoft.com/office/drawing/2014/main" id="{3E219CC4-C49D-6B74-8814-40C7D850588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7" name="Line 43">
                      <a:extLst>
                        <a:ext uri="{FF2B5EF4-FFF2-40B4-BE49-F238E27FC236}">
                          <a16:creationId xmlns:a16="http://schemas.microsoft.com/office/drawing/2014/main" id="{0F3A472F-F817-4B31-EA96-0431A4097B7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8" name="Line 44">
                      <a:extLst>
                        <a:ext uri="{FF2B5EF4-FFF2-40B4-BE49-F238E27FC236}">
                          <a16:creationId xmlns:a16="http://schemas.microsoft.com/office/drawing/2014/main" id="{34D1D39A-750C-B71F-5746-DAD888D187C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29" name="Text Box 45">
                      <a:extLst>
                        <a:ext uri="{FF2B5EF4-FFF2-40B4-BE49-F238E27FC236}">
                          <a16:creationId xmlns:a16="http://schemas.microsoft.com/office/drawing/2014/main" id="{B1460E27-F6EE-6095-F3CD-04B10AA397C1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0" name="Text Box 46">
                      <a:extLst>
                        <a:ext uri="{FF2B5EF4-FFF2-40B4-BE49-F238E27FC236}">
                          <a16:creationId xmlns:a16="http://schemas.microsoft.com/office/drawing/2014/main" id="{882D1489-FE9C-531B-6142-32AFA23A59CA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31" name="Text Box 47">
                      <a:extLst>
                        <a:ext uri="{FF2B5EF4-FFF2-40B4-BE49-F238E27FC236}">
                          <a16:creationId xmlns:a16="http://schemas.microsoft.com/office/drawing/2014/main" id="{C67BF512-EB51-4135-435E-629D0D469086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2" name="Line 153">
                      <a:extLst>
                        <a:ext uri="{FF2B5EF4-FFF2-40B4-BE49-F238E27FC236}">
                          <a16:creationId xmlns:a16="http://schemas.microsoft.com/office/drawing/2014/main" id="{36E1050F-A5D6-AFC0-F6B2-061DF04710E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9" name="Text Box 41">
                  <a:extLst>
                    <a:ext uri="{FF2B5EF4-FFF2-40B4-BE49-F238E27FC236}">
                      <a16:creationId xmlns:a16="http://schemas.microsoft.com/office/drawing/2014/main" id="{B0F53198-1FAC-894A-8A7F-CF323E8B116D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[4:0]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7" name="Line 11">
                <a:extLst>
                  <a:ext uri="{FF2B5EF4-FFF2-40B4-BE49-F238E27FC236}">
                    <a16:creationId xmlns:a16="http://schemas.microsoft.com/office/drawing/2014/main" id="{B9A269CB-F8D7-0E2E-14D0-54C171E514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9" name="Text Box 48">
              <a:extLst>
                <a:ext uri="{FF2B5EF4-FFF2-40B4-BE49-F238E27FC236}">
                  <a16:creationId xmlns:a16="http://schemas.microsoft.com/office/drawing/2014/main" id="{51BE1AA0-800A-2521-1107-7A5C4D3F83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6" y="5725673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0" name="Text Box 49">
              <a:extLst>
                <a:ext uri="{FF2B5EF4-FFF2-40B4-BE49-F238E27FC236}">
                  <a16:creationId xmlns:a16="http://schemas.microsoft.com/office/drawing/2014/main" id="{03DB4550-F74C-459C-90CF-6F2778C7E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1" y="5727275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1" name="Text Box 50">
              <a:extLst>
                <a:ext uri="{FF2B5EF4-FFF2-40B4-BE49-F238E27FC236}">
                  <a16:creationId xmlns:a16="http://schemas.microsoft.com/office/drawing/2014/main" id="{96444856-CC1B-CDBF-C05A-0066C583F0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09" y="5730478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2" name="Text Box 51">
              <a:extLst>
                <a:ext uri="{FF2B5EF4-FFF2-40B4-BE49-F238E27FC236}">
                  <a16:creationId xmlns:a16="http://schemas.microsoft.com/office/drawing/2014/main" id="{C980B38A-4277-1CD1-7D02-62F59F8547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7" y="5730478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" name="Text Box 52">
              <a:extLst>
                <a:ext uri="{FF2B5EF4-FFF2-40B4-BE49-F238E27FC236}">
                  <a16:creationId xmlns:a16="http://schemas.microsoft.com/office/drawing/2014/main" id="{A54B6C3F-30F8-33A9-8863-116A234D11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4" y="5725673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4" name="Text Box 53">
              <a:extLst>
                <a:ext uri="{FF2B5EF4-FFF2-40B4-BE49-F238E27FC236}">
                  <a16:creationId xmlns:a16="http://schemas.microsoft.com/office/drawing/2014/main" id="{4C5189B0-C1A8-0099-B1D9-44B9D82138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89" y="5733681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5" name="Text Box 154">
              <a:extLst>
                <a:ext uri="{FF2B5EF4-FFF2-40B4-BE49-F238E27FC236}">
                  <a16:creationId xmlns:a16="http://schemas.microsoft.com/office/drawing/2014/main" id="{0F02D014-CC15-F550-3EFC-328BA4AA2A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39" y="5728876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8B66E2C-5374-77D5-7A29-443C8F4E6DEA}"/>
              </a:ext>
            </a:extLst>
          </p:cNvPr>
          <p:cNvGrpSpPr/>
          <p:nvPr/>
        </p:nvGrpSpPr>
        <p:grpSpPr>
          <a:xfrm>
            <a:off x="1696924" y="5452887"/>
            <a:ext cx="5759167" cy="1215450"/>
            <a:chOff x="2629258" y="5013629"/>
            <a:chExt cx="5759167" cy="1215450"/>
          </a:xfrm>
        </p:grpSpPr>
        <p:grpSp>
          <p:nvGrpSpPr>
            <p:cNvPr id="131" name="Grupo 130">
              <a:extLst>
                <a:ext uri="{FF2B5EF4-FFF2-40B4-BE49-F238E27FC236}">
                  <a16:creationId xmlns:a16="http://schemas.microsoft.com/office/drawing/2014/main" id="{19CD076D-5599-FAA9-F714-B3C3EFA53267}"/>
                </a:ext>
              </a:extLst>
            </p:cNvPr>
            <p:cNvGrpSpPr/>
            <p:nvPr/>
          </p:nvGrpSpPr>
          <p:grpSpPr>
            <a:xfrm>
              <a:off x="2631142" y="5013629"/>
              <a:ext cx="5757283" cy="1215450"/>
              <a:chOff x="3110623" y="5917230"/>
              <a:chExt cx="3343970" cy="802350"/>
            </a:xfrm>
          </p:grpSpPr>
          <p:grpSp>
            <p:nvGrpSpPr>
              <p:cNvPr id="139" name="Grupo 138">
                <a:extLst>
                  <a:ext uri="{FF2B5EF4-FFF2-40B4-BE49-F238E27FC236}">
                    <a16:creationId xmlns:a16="http://schemas.microsoft.com/office/drawing/2014/main" id="{27C95FFF-E129-3AC9-C514-022EE93A678C}"/>
                  </a:ext>
                </a:extLst>
              </p:cNvPr>
              <p:cNvGrpSpPr/>
              <p:nvPr/>
            </p:nvGrpSpPr>
            <p:grpSpPr>
              <a:xfrm>
                <a:off x="3110623" y="5917230"/>
                <a:ext cx="3343970" cy="802350"/>
                <a:chOff x="3110623" y="5917230"/>
                <a:chExt cx="3343970" cy="802350"/>
              </a:xfrm>
            </p:grpSpPr>
            <p:grpSp>
              <p:nvGrpSpPr>
                <p:cNvPr id="141" name="Group 9">
                  <a:extLst>
                    <a:ext uri="{FF2B5EF4-FFF2-40B4-BE49-F238E27FC236}">
                      <a16:creationId xmlns:a16="http://schemas.microsoft.com/office/drawing/2014/main" id="{DF1FD7C0-0547-5305-8DCC-C74B2D5A540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110623" y="5917230"/>
                  <a:ext cx="3343970" cy="802350"/>
                  <a:chOff x="144" y="692"/>
                  <a:chExt cx="2544" cy="480"/>
                </a:xfrm>
              </p:grpSpPr>
              <p:sp>
                <p:nvSpPr>
                  <p:cNvPr id="143" name="Rectangle 10">
                    <a:extLst>
                      <a:ext uri="{FF2B5EF4-FFF2-40B4-BE49-F238E27FC236}">
                        <a16:creationId xmlns:a16="http://schemas.microsoft.com/office/drawing/2014/main" id="{D0105196-DDCA-36E7-80BD-090132FDD49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44" y="692"/>
                    <a:ext cx="2544" cy="480"/>
                  </a:xfrm>
                  <a:prstGeom prst="rect">
                    <a:avLst/>
                  </a:prstGeom>
                  <a:solidFill>
                    <a:srgbClr val="FFFF99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grpSp>
                <p:nvGrpSpPr>
                  <p:cNvPr id="144" name="Group 155">
                    <a:extLst>
                      <a:ext uri="{FF2B5EF4-FFF2-40B4-BE49-F238E27FC236}">
                        <a16:creationId xmlns:a16="http://schemas.microsoft.com/office/drawing/2014/main" id="{C7350E2E-7758-B25A-CA16-4FD86EC2B73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68" y="748"/>
                    <a:ext cx="2420" cy="231"/>
                    <a:chOff x="1201" y="1263"/>
                    <a:chExt cx="3119" cy="379"/>
                  </a:xfrm>
                </p:grpSpPr>
                <p:grpSp>
                  <p:nvGrpSpPr>
                    <p:cNvPr id="145" name="Group 5">
                      <a:extLst>
                        <a:ext uri="{FF2B5EF4-FFF2-40B4-BE49-F238E27FC236}">
                          <a16:creationId xmlns:a16="http://schemas.microsoft.com/office/drawing/2014/main" id="{FF4D8792-7720-F64D-CC68-228A93799B1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270" y="1273"/>
                      <a:ext cx="3050" cy="369"/>
                      <a:chOff x="982" y="1263"/>
                      <a:chExt cx="3050" cy="369"/>
                    </a:xfrm>
                  </p:grpSpPr>
                  <p:sp>
                    <p:nvSpPr>
                      <p:cNvPr id="156" name="Rectangle 6">
                        <a:extLst>
                          <a:ext uri="{FF2B5EF4-FFF2-40B4-BE49-F238E27FC236}">
                            <a16:creationId xmlns:a16="http://schemas.microsoft.com/office/drawing/2014/main" id="{A46BCA7B-6BE4-32A2-2611-1852595CB4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982" y="1263"/>
                        <a:ext cx="3050" cy="369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b="1" noProof="0" dirty="0">
                          <a:solidFill>
                            <a:srgbClr val="4F271C"/>
                          </a:solidFill>
                        </a:endParaRPr>
                      </a:p>
                    </p:txBody>
                  </p:sp>
                  <p:grpSp>
                    <p:nvGrpSpPr>
                      <p:cNvPr id="157" name="Group 7">
                        <a:extLst>
                          <a:ext uri="{FF2B5EF4-FFF2-40B4-BE49-F238E27FC236}">
                            <a16:creationId xmlns:a16="http://schemas.microsoft.com/office/drawing/2014/main" id="{2E90C4F2-0B77-C0AF-43F5-6E1F1004DD46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1152" y="1536"/>
                        <a:ext cx="2784" cy="96"/>
                        <a:chOff x="1152" y="1536"/>
                        <a:chExt cx="2784" cy="96"/>
                      </a:xfrm>
                    </p:grpSpPr>
                    <p:sp>
                      <p:nvSpPr>
                        <p:cNvPr id="158" name="Line 9">
                          <a:extLst>
                            <a:ext uri="{FF2B5EF4-FFF2-40B4-BE49-F238E27FC236}">
                              <a16:creationId xmlns:a16="http://schemas.microsoft.com/office/drawing/2014/main" id="{DC0EE7B8-2BF1-6C02-9A7A-6BA7FD4F9E0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1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159" name="Line 10">
                          <a:extLst>
                            <a:ext uri="{FF2B5EF4-FFF2-40B4-BE49-F238E27FC236}">
                              <a16:creationId xmlns:a16="http://schemas.microsoft.com/office/drawing/2014/main" id="{C150FC91-7C3B-6A8A-8BEC-366409A05D8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2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6" name="Line 11">
                          <a:extLst>
                            <a:ext uri="{FF2B5EF4-FFF2-40B4-BE49-F238E27FC236}">
                              <a16:creationId xmlns:a16="http://schemas.microsoft.com/office/drawing/2014/main" id="{75549ADB-A4CD-8FA1-0FA4-7536A2CE8197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3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7" name="Line 12">
                          <a:extLst>
                            <a:ext uri="{FF2B5EF4-FFF2-40B4-BE49-F238E27FC236}">
                              <a16:creationId xmlns:a16="http://schemas.microsoft.com/office/drawing/2014/main" id="{298F0F75-A6FE-30D4-D6FB-5F291BE5199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4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8" name="Line 13">
                          <a:extLst>
                            <a:ext uri="{FF2B5EF4-FFF2-40B4-BE49-F238E27FC236}">
                              <a16:creationId xmlns:a16="http://schemas.microsoft.com/office/drawing/2014/main" id="{29107F0B-D031-96BD-64C4-544A8EEA7B9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5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29" name="Line 14">
                          <a:extLst>
                            <a:ext uri="{FF2B5EF4-FFF2-40B4-BE49-F238E27FC236}">
                              <a16:creationId xmlns:a16="http://schemas.microsoft.com/office/drawing/2014/main" id="{5632BA69-AFC9-03E8-50BC-86BC731DE92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63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0" name="Line 15">
                          <a:extLst>
                            <a:ext uri="{FF2B5EF4-FFF2-40B4-BE49-F238E27FC236}">
                              <a16:creationId xmlns:a16="http://schemas.microsoft.com/office/drawing/2014/main" id="{D83F170E-EFBC-B799-DD6F-50AE1BA1F16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72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1" name="Line 16">
                          <a:extLst>
                            <a:ext uri="{FF2B5EF4-FFF2-40B4-BE49-F238E27FC236}">
                              <a16:creationId xmlns:a16="http://schemas.microsoft.com/office/drawing/2014/main" id="{B63D391E-C785-8342-1F86-735B8AB6E30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82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2" name="Line 17">
                          <a:extLst>
                            <a:ext uri="{FF2B5EF4-FFF2-40B4-BE49-F238E27FC236}">
                              <a16:creationId xmlns:a16="http://schemas.microsoft.com/office/drawing/2014/main" id="{0089D91C-6865-8BF9-7B83-65506F71B29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192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3" name="Line 18">
                          <a:extLst>
                            <a:ext uri="{FF2B5EF4-FFF2-40B4-BE49-F238E27FC236}">
                              <a16:creationId xmlns:a16="http://schemas.microsoft.com/office/drawing/2014/main" id="{31488317-B82C-458E-EFCC-707DFE7D281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01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4" name="Line 19">
                          <a:extLst>
                            <a:ext uri="{FF2B5EF4-FFF2-40B4-BE49-F238E27FC236}">
                              <a16:creationId xmlns:a16="http://schemas.microsoft.com/office/drawing/2014/main" id="{8FA7C9DE-8412-EF4C-07A7-A37943B1FF6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11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5" name="Line 20">
                          <a:extLst>
                            <a:ext uri="{FF2B5EF4-FFF2-40B4-BE49-F238E27FC236}">
                              <a16:creationId xmlns:a16="http://schemas.microsoft.com/office/drawing/2014/main" id="{9DE91EE7-0B44-CAD5-2E85-51B9B35B1943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20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6" name="Line 21">
                          <a:extLst>
                            <a:ext uri="{FF2B5EF4-FFF2-40B4-BE49-F238E27FC236}">
                              <a16:creationId xmlns:a16="http://schemas.microsoft.com/office/drawing/2014/main" id="{9609A6EE-D284-8024-51A3-65986CDC9C8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30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7" name="Line 22">
                          <a:extLst>
                            <a:ext uri="{FF2B5EF4-FFF2-40B4-BE49-F238E27FC236}">
                              <a16:creationId xmlns:a16="http://schemas.microsoft.com/office/drawing/2014/main" id="{0CA179FC-75F2-8EDF-47D9-03BC28479B65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0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8" name="Line 23">
                          <a:extLst>
                            <a:ext uri="{FF2B5EF4-FFF2-40B4-BE49-F238E27FC236}">
                              <a16:creationId xmlns:a16="http://schemas.microsoft.com/office/drawing/2014/main" id="{BD33A82B-E317-65EB-42AE-194B00F9E9E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49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39" name="Line 24">
                          <a:extLst>
                            <a:ext uri="{FF2B5EF4-FFF2-40B4-BE49-F238E27FC236}">
                              <a16:creationId xmlns:a16="http://schemas.microsoft.com/office/drawing/2014/main" id="{D5FE5916-9CBF-F24A-66F6-C48CAD1C6A6D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59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0" name="Line 25">
                          <a:extLst>
                            <a:ext uri="{FF2B5EF4-FFF2-40B4-BE49-F238E27FC236}">
                              <a16:creationId xmlns:a16="http://schemas.microsoft.com/office/drawing/2014/main" id="{B535BFDF-15D0-E594-C3DA-16C5F1B50F41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68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1" name="Line 26">
                          <a:extLst>
                            <a:ext uri="{FF2B5EF4-FFF2-40B4-BE49-F238E27FC236}">
                              <a16:creationId xmlns:a16="http://schemas.microsoft.com/office/drawing/2014/main" id="{954C85EC-6332-4BBE-FAB1-4D8E396F699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78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2" name="Line 27">
                          <a:extLst>
                            <a:ext uri="{FF2B5EF4-FFF2-40B4-BE49-F238E27FC236}">
                              <a16:creationId xmlns:a16="http://schemas.microsoft.com/office/drawing/2014/main" id="{77A441A1-43EA-230E-5591-91A870CFA6E8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88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3" name="Line 28">
                          <a:extLst>
                            <a:ext uri="{FF2B5EF4-FFF2-40B4-BE49-F238E27FC236}">
                              <a16:creationId xmlns:a16="http://schemas.microsoft.com/office/drawing/2014/main" id="{86C50282-C5F3-AF40-06D5-4A88BB86AFEC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297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4" name="Line 29">
                          <a:extLst>
                            <a:ext uri="{FF2B5EF4-FFF2-40B4-BE49-F238E27FC236}">
                              <a16:creationId xmlns:a16="http://schemas.microsoft.com/office/drawing/2014/main" id="{0CE6CC01-6249-FD72-2E0D-B42DA40B89D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07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5" name="Line 30">
                          <a:extLst>
                            <a:ext uri="{FF2B5EF4-FFF2-40B4-BE49-F238E27FC236}">
                              <a16:creationId xmlns:a16="http://schemas.microsoft.com/office/drawing/2014/main" id="{A8A4E6C2-0AD5-8B95-6ACD-5A5026A34A52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16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6" name="Line 31">
                          <a:extLst>
                            <a:ext uri="{FF2B5EF4-FFF2-40B4-BE49-F238E27FC236}">
                              <a16:creationId xmlns:a16="http://schemas.microsoft.com/office/drawing/2014/main" id="{5CE61AE1-F29D-9B40-66F9-8E72B9AA131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26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7" name="Line 32">
                          <a:extLst>
                            <a:ext uri="{FF2B5EF4-FFF2-40B4-BE49-F238E27FC236}">
                              <a16:creationId xmlns:a16="http://schemas.microsoft.com/office/drawing/2014/main" id="{C8B769A3-97FF-8F6C-F3E0-2FCFDE50903E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36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8" name="Line 33">
                          <a:extLst>
                            <a:ext uri="{FF2B5EF4-FFF2-40B4-BE49-F238E27FC236}">
                              <a16:creationId xmlns:a16="http://schemas.microsoft.com/office/drawing/2014/main" id="{AEB3DA53-FAF4-5BE8-93C6-7C53BB8BF52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45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49" name="Line 34">
                          <a:extLst>
                            <a:ext uri="{FF2B5EF4-FFF2-40B4-BE49-F238E27FC236}">
                              <a16:creationId xmlns:a16="http://schemas.microsoft.com/office/drawing/2014/main" id="{19719543-65B7-E027-D2CB-2E233B04A5BF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552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0" name="Line 35">
                          <a:extLst>
                            <a:ext uri="{FF2B5EF4-FFF2-40B4-BE49-F238E27FC236}">
                              <a16:creationId xmlns:a16="http://schemas.microsoft.com/office/drawing/2014/main" id="{2B7B834A-671B-E887-B4D2-72F208132E6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648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1" name="Line 36">
                          <a:extLst>
                            <a:ext uri="{FF2B5EF4-FFF2-40B4-BE49-F238E27FC236}">
                              <a16:creationId xmlns:a16="http://schemas.microsoft.com/office/drawing/2014/main" id="{D1F093CD-E3F6-3F91-76EC-87CF1331BFE6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744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2" name="Line 37">
                          <a:extLst>
                            <a:ext uri="{FF2B5EF4-FFF2-40B4-BE49-F238E27FC236}">
                              <a16:creationId xmlns:a16="http://schemas.microsoft.com/office/drawing/2014/main" id="{ED423217-4771-8471-F5E3-79498246E519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840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  <p:sp>
                      <p:nvSpPr>
                        <p:cNvPr id="353" name="Line 38">
                          <a:extLst>
                            <a:ext uri="{FF2B5EF4-FFF2-40B4-BE49-F238E27FC236}">
                              <a16:creationId xmlns:a16="http://schemas.microsoft.com/office/drawing/2014/main" id="{CDBB51F8-4F30-9AAA-2EE8-9B71FAB9E9BB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3936" y="1536"/>
                          <a:ext cx="0" cy="96"/>
                        </a:xfrm>
                        <a:prstGeom prst="line">
                          <a:avLst/>
                        </a:prstGeom>
                        <a:noFill/>
                        <a:ln w="28575">
                          <a:solidFill>
                            <a:schemeClr val="tx1"/>
                          </a:solidFill>
                          <a:round/>
                          <a:headEnd/>
                          <a:tailEnd/>
                        </a:ln>
                      </p:spPr>
                      <p:txBody>
                        <a:bodyPr>
                          <a:prstTxWarp prst="textNoShape">
                            <a:avLst/>
                          </a:prstTxWarp>
                        </a:bodyPr>
                        <a:lstStyle/>
                        <a:p>
                          <a:pPr algn="ctr" eaLnBrk="0" fontAlgn="base" hangingPunct="0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</a:pPr>
                          <a:endParaRPr lang="es-ES_tradnl" sz="1500" noProof="0" dirty="0">
                            <a:solidFill>
                              <a:prstClr val="black"/>
                            </a:solidFill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6" name="Line 39">
                      <a:extLst>
                        <a:ext uri="{FF2B5EF4-FFF2-40B4-BE49-F238E27FC236}">
                          <a16:creationId xmlns:a16="http://schemas.microsoft.com/office/drawing/2014/main" id="{972F4256-46C0-9BDC-653E-21DF8BBE4E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1920" y="129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47" name="Text Box 40">
                      <a:extLst>
                        <a:ext uri="{FF2B5EF4-FFF2-40B4-BE49-F238E27FC236}">
                          <a16:creationId xmlns:a16="http://schemas.microsoft.com/office/drawing/2014/main" id="{BC1EC928-2274-8F7B-56BA-DD7EAC023EC9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201" y="1329"/>
                      <a:ext cx="837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1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[12|10:5]</a:t>
                      </a:r>
                    </a:p>
                  </p:txBody>
                </p:sp>
                <p:sp>
                  <p:nvSpPr>
                    <p:cNvPr id="148" name="Text Box 41">
                      <a:extLst>
                        <a:ext uri="{FF2B5EF4-FFF2-40B4-BE49-F238E27FC236}">
                          <a16:creationId xmlns:a16="http://schemas.microsoft.com/office/drawing/2014/main" id="{6FD0D072-2249-68B4-D7E1-478174A31BAC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751" y="1343"/>
                      <a:ext cx="543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funct3</a:t>
                      </a:r>
                    </a:p>
                  </p:txBody>
                </p:sp>
                <p:sp>
                  <p:nvSpPr>
                    <p:cNvPr id="149" name="Line 42">
                      <a:extLst>
                        <a:ext uri="{FF2B5EF4-FFF2-40B4-BE49-F238E27FC236}">
                          <a16:creationId xmlns:a16="http://schemas.microsoft.com/office/drawing/2014/main" id="{4E9A8D3E-90AF-0B61-A419-DF5BA8D3AA0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404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0" name="Line 43">
                      <a:extLst>
                        <a:ext uri="{FF2B5EF4-FFF2-40B4-BE49-F238E27FC236}">
                          <a16:creationId xmlns:a16="http://schemas.microsoft.com/office/drawing/2014/main" id="{4564C837-2F74-B412-E96E-BBC34EDAC85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2880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1" name="Line 44">
                      <a:extLst>
                        <a:ext uri="{FF2B5EF4-FFF2-40B4-BE49-F238E27FC236}">
                          <a16:creationId xmlns:a16="http://schemas.microsoft.com/office/drawing/2014/main" id="{9F1B9118-A7C2-10DA-F9A2-D9BFC2C982D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651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  <p:sp>
                  <p:nvSpPr>
                    <p:cNvPr id="152" name="Text Box 45">
                      <a:extLst>
                        <a:ext uri="{FF2B5EF4-FFF2-40B4-BE49-F238E27FC236}">
                          <a16:creationId xmlns:a16="http://schemas.microsoft.com/office/drawing/2014/main" id="{89337BF2-BEAC-AF9B-6B4D-4AEE5C0F9E5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1942" y="1324"/>
                      <a:ext cx="451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rs2</a:t>
                      </a:r>
                      <a:endParaRPr lang="es-ES_tradnl" sz="12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Text Box 46">
                      <a:extLst>
                        <a:ext uri="{FF2B5EF4-FFF2-40B4-BE49-F238E27FC236}">
                          <a16:creationId xmlns:a16="http://schemas.microsoft.com/office/drawing/2014/main" id="{57E8F0B9-D6B0-06B3-73AE-22D607467F35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2445" y="1324"/>
                      <a:ext cx="399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rs1</a:t>
                      </a:r>
                    </a:p>
                  </p:txBody>
                </p:sp>
                <p:sp>
                  <p:nvSpPr>
                    <p:cNvPr id="154" name="Text Box 47">
                      <a:extLst>
                        <a:ext uri="{FF2B5EF4-FFF2-40B4-BE49-F238E27FC236}">
                          <a16:creationId xmlns:a16="http://schemas.microsoft.com/office/drawing/2014/main" id="{55A7A58B-C69B-CDFF-55ED-86EF8CEE4D2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 bwMode="auto">
                    <a:xfrm>
                      <a:off x="3658" y="1307"/>
                      <a:ext cx="662" cy="169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square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opcode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153">
                      <a:extLst>
                        <a:ext uri="{FF2B5EF4-FFF2-40B4-BE49-F238E27FC236}">
                          <a16:creationId xmlns:a16="http://schemas.microsoft.com/office/drawing/2014/main" id="{F007BF73-8E5B-A041-7371-FFAEF9F71B7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 flipV="1">
                      <a:off x="3166" y="1263"/>
                      <a:ext cx="0" cy="336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noProof="0" dirty="0">
                        <a:solidFill>
                          <a:prstClr val="black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142" name="Text Box 41">
                  <a:extLst>
                    <a:ext uri="{FF2B5EF4-FFF2-40B4-BE49-F238E27FC236}">
                      <a16:creationId xmlns:a16="http://schemas.microsoft.com/office/drawing/2014/main" id="{27A3E141-11AE-8E11-54D4-4A1FBC5F6FC5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5040778" y="6089920"/>
                  <a:ext cx="737522" cy="1676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050" b="1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inm</a:t>
                  </a:r>
                  <a:r>
                    <a:rPr lang="es-ES_tradnl" sz="1050" b="1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[4:1|11]</a:t>
                  </a:r>
                  <a:endParaRPr lang="es-ES_tradnl" sz="10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p:grpSp>
          <p:sp>
            <p:nvSpPr>
              <p:cNvPr id="140" name="Line 11">
                <a:extLst>
                  <a:ext uri="{FF2B5EF4-FFF2-40B4-BE49-F238E27FC236}">
                    <a16:creationId xmlns:a16="http://schemas.microsoft.com/office/drawing/2014/main" id="{A7CF635E-9487-6286-A0C9-5C32BF3CE4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04588" y="6303750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32" name="Text Box 48">
              <a:extLst>
                <a:ext uri="{FF2B5EF4-FFF2-40B4-BE49-F238E27FC236}">
                  <a16:creationId xmlns:a16="http://schemas.microsoft.com/office/drawing/2014/main" id="{B686EE4F-CE4E-C072-E4A4-1244D94E25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9258" y="5743604"/>
              <a:ext cx="513061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31</a:t>
              </a:r>
            </a:p>
          </p:txBody>
        </p:sp>
        <p:sp>
          <p:nvSpPr>
            <p:cNvPr id="133" name="Text Box 49">
              <a:extLst>
                <a:ext uri="{FF2B5EF4-FFF2-40B4-BE49-F238E27FC236}">
                  <a16:creationId xmlns:a16="http://schemas.microsoft.com/office/drawing/2014/main" id="{847D27A4-43FB-359D-C6C1-F159ECF7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5793" y="5745206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</a:p>
          </p:txBody>
        </p:sp>
        <p:sp>
          <p:nvSpPr>
            <p:cNvPr id="134" name="Text Box 50">
              <a:extLst>
                <a:ext uri="{FF2B5EF4-FFF2-40B4-BE49-F238E27FC236}">
                  <a16:creationId xmlns:a16="http://schemas.microsoft.com/office/drawing/2014/main" id="{5936AE11-73EF-2D30-BB9A-D6A9BA2C6C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1611" y="5748409"/>
              <a:ext cx="354926" cy="26263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</a:t>
              </a:r>
            </a:p>
          </p:txBody>
        </p:sp>
        <p:sp>
          <p:nvSpPr>
            <p:cNvPr id="135" name="Text Box 51">
              <a:extLst>
                <a:ext uri="{FF2B5EF4-FFF2-40B4-BE49-F238E27FC236}">
                  <a16:creationId xmlns:a16="http://schemas.microsoft.com/office/drawing/2014/main" id="{2570AB75-239E-C2AA-EA45-2B98C22659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7299" y="5748409"/>
              <a:ext cx="354926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15</a:t>
              </a:r>
            </a:p>
          </p:txBody>
        </p:sp>
        <p:sp>
          <p:nvSpPr>
            <p:cNvPr id="136" name="Text Box 52">
              <a:extLst>
                <a:ext uri="{FF2B5EF4-FFF2-40B4-BE49-F238E27FC236}">
                  <a16:creationId xmlns:a16="http://schemas.microsoft.com/office/drawing/2014/main" id="{C0A0C9F8-DEAA-CCD4-3028-2B9B7402BA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5376" y="5743604"/>
              <a:ext cx="43926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 </a:t>
              </a:r>
            </a:p>
          </p:txBody>
        </p:sp>
        <p:sp>
          <p:nvSpPr>
            <p:cNvPr id="137" name="Text Box 53">
              <a:extLst>
                <a:ext uri="{FF2B5EF4-FFF2-40B4-BE49-F238E27FC236}">
                  <a16:creationId xmlns:a16="http://schemas.microsoft.com/office/drawing/2014/main" id="{53F9023A-D528-2F42-187F-CBEE502842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63691" y="5751612"/>
              <a:ext cx="268830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</a:p>
          </p:txBody>
        </p:sp>
        <p:sp>
          <p:nvSpPr>
            <p:cNvPr id="138" name="Text Box 154">
              <a:extLst>
                <a:ext uri="{FF2B5EF4-FFF2-40B4-BE49-F238E27FC236}">
                  <a16:creationId xmlns:a16="http://schemas.microsoft.com/office/drawing/2014/main" id="{7FC1DF5B-112C-AEBE-1545-1FE6F119D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11141" y="5746807"/>
              <a:ext cx="708095" cy="26103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12</a:t>
              </a:r>
            </a:p>
          </p:txBody>
        </p:sp>
      </p:grpSp>
      <p:sp>
        <p:nvSpPr>
          <p:cNvPr id="354" name="Marcador de contenido 2">
            <a:extLst>
              <a:ext uri="{FF2B5EF4-FFF2-40B4-BE49-F238E27FC236}">
                <a16:creationId xmlns:a16="http://schemas.microsoft.com/office/drawing/2014/main" id="{2DD695A9-C7BE-13FE-B47C-0D5FEE75E799}"/>
              </a:ext>
            </a:extLst>
          </p:cNvPr>
          <p:cNvSpPr txBox="1">
            <a:spLocks/>
          </p:cNvSpPr>
          <p:nvPr/>
        </p:nvSpPr>
        <p:spPr>
          <a:xfrm>
            <a:off x="785136" y="3300425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5" name="Marcador de contenido 2">
            <a:extLst>
              <a:ext uri="{FF2B5EF4-FFF2-40B4-BE49-F238E27FC236}">
                <a16:creationId xmlns:a16="http://schemas.microsoft.com/office/drawing/2014/main" id="{5BC8469E-E009-193E-2BBC-6E216CDE5813}"/>
              </a:ext>
            </a:extLst>
          </p:cNvPr>
          <p:cNvSpPr txBox="1">
            <a:spLocks/>
          </p:cNvSpPr>
          <p:nvPr/>
        </p:nvSpPr>
        <p:spPr>
          <a:xfrm>
            <a:off x="785131" y="5012688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989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17511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589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351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113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4875312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6368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1979712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1941612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989112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237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380012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3999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4761012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5642992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5642992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5642992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470780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503712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4875312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181969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674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198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39609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47213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8367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359124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065312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1819769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9B8153-8F74-4292-074B-4E84511317E1}"/>
              </a:ext>
            </a:extLst>
          </p:cNvPr>
          <p:cNvSpPr txBox="1"/>
          <p:nvPr/>
        </p:nvSpPr>
        <p:spPr>
          <a:xfrm>
            <a:off x="724983" y="6349408"/>
            <a:ext cx="5950691" cy="30777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s-ES_tradnl" dirty="0"/>
              <a:t>¿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Qué fases se ejecutan para una operación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dirty="0" err="1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48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49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descodificación: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Descodificar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50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53952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26722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75395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5017726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4226413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8203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49018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942589E-CF6D-38DC-AE60-CB3624B7825F}"/>
              </a:ext>
            </a:extLst>
          </p:cNvPr>
          <p:cNvGrpSpPr/>
          <p:nvPr/>
        </p:nvGrpSpPr>
        <p:grpSpPr>
          <a:xfrm>
            <a:off x="3346444" y="5531267"/>
            <a:ext cx="5764068" cy="1180085"/>
            <a:chOff x="975305" y="4921594"/>
            <a:chExt cx="3345284" cy="753875"/>
          </a:xfrm>
        </p:grpSpPr>
        <p:grpSp>
          <p:nvGrpSpPr>
            <p:cNvPr id="3" name="Group 9">
              <a:extLst>
                <a:ext uri="{FF2B5EF4-FFF2-40B4-BE49-F238E27FC236}">
                  <a16:creationId xmlns:a16="http://schemas.microsoft.com/office/drawing/2014/main" id="{00D062FA-78C1-0B13-1F37-49643FC4A2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7" name="Rectangle 10">
                <a:extLst>
                  <a:ext uri="{FF2B5EF4-FFF2-40B4-BE49-F238E27FC236}">
                    <a16:creationId xmlns:a16="http://schemas.microsoft.com/office/drawing/2014/main" id="{2E50F376-76DF-47AA-CF8A-446EB8CA5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8" name="Group 155">
                <a:extLst>
                  <a:ext uri="{FF2B5EF4-FFF2-40B4-BE49-F238E27FC236}">
                    <a16:creationId xmlns:a16="http://schemas.microsoft.com/office/drawing/2014/main" id="{BF6B8A3B-C4F5-8A70-2946-89E28A6B95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295"/>
                <a:chOff x="1168" y="1293"/>
                <a:chExt cx="3189" cy="482"/>
              </a:xfrm>
            </p:grpSpPr>
            <p:grpSp>
              <p:nvGrpSpPr>
                <p:cNvPr id="9" name="Group 5">
                  <a:extLst>
                    <a:ext uri="{FF2B5EF4-FFF2-40B4-BE49-F238E27FC236}">
                      <a16:creationId xmlns:a16="http://schemas.microsoft.com/office/drawing/2014/main" id="{A3FE5153-CDE9-8DCC-C208-EB39BC457E0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3" name="Rectangle 6">
                    <a:extLst>
                      <a:ext uri="{FF2B5EF4-FFF2-40B4-BE49-F238E27FC236}">
                        <a16:creationId xmlns:a16="http://schemas.microsoft.com/office/drawing/2014/main" id="{AC118546-6583-9106-67A2-7CAD1D9CF98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4" name="Group 7">
                    <a:extLst>
                      <a:ext uri="{FF2B5EF4-FFF2-40B4-BE49-F238E27FC236}">
                        <a16:creationId xmlns:a16="http://schemas.microsoft.com/office/drawing/2014/main" id="{61D3AC92-2813-CE1E-641E-FE5A3085996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98" name="Line 9">
                      <a:extLst>
                        <a:ext uri="{FF2B5EF4-FFF2-40B4-BE49-F238E27FC236}">
                          <a16:creationId xmlns:a16="http://schemas.microsoft.com/office/drawing/2014/main" id="{AE444314-2DF4-E5A5-0A4D-C3BA1C02751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10">
                      <a:extLst>
                        <a:ext uri="{FF2B5EF4-FFF2-40B4-BE49-F238E27FC236}">
                          <a16:creationId xmlns:a16="http://schemas.microsoft.com/office/drawing/2014/main" id="{77F3A482-FD4F-A9FC-9415-D8C672BBB6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11">
                      <a:extLst>
                        <a:ext uri="{FF2B5EF4-FFF2-40B4-BE49-F238E27FC236}">
                          <a16:creationId xmlns:a16="http://schemas.microsoft.com/office/drawing/2014/main" id="{360D547C-E54B-51A6-7CB3-479AFB4FB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12">
                      <a:extLst>
                        <a:ext uri="{FF2B5EF4-FFF2-40B4-BE49-F238E27FC236}">
                          <a16:creationId xmlns:a16="http://schemas.microsoft.com/office/drawing/2014/main" id="{99B3DC2C-B973-32CA-5BC1-AB1E79CC95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13">
                      <a:extLst>
                        <a:ext uri="{FF2B5EF4-FFF2-40B4-BE49-F238E27FC236}">
                          <a16:creationId xmlns:a16="http://schemas.microsoft.com/office/drawing/2014/main" id="{4B8D7AEF-AFDC-56D0-FBA9-A69660C7CB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14">
                      <a:extLst>
                        <a:ext uri="{FF2B5EF4-FFF2-40B4-BE49-F238E27FC236}">
                          <a16:creationId xmlns:a16="http://schemas.microsoft.com/office/drawing/2014/main" id="{2F38401A-2365-8FAA-431D-BE81FE23FD5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2" name="Line 15">
                      <a:extLst>
                        <a:ext uri="{FF2B5EF4-FFF2-40B4-BE49-F238E27FC236}">
                          <a16:creationId xmlns:a16="http://schemas.microsoft.com/office/drawing/2014/main" id="{0D897269-3D7F-1C30-D27A-0475EF147B4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3" name="Line 16">
                      <a:extLst>
                        <a:ext uri="{FF2B5EF4-FFF2-40B4-BE49-F238E27FC236}">
                          <a16:creationId xmlns:a16="http://schemas.microsoft.com/office/drawing/2014/main" id="{DE88FE14-E175-B4E5-0722-F569810548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4" name="Line 17">
                      <a:extLst>
                        <a:ext uri="{FF2B5EF4-FFF2-40B4-BE49-F238E27FC236}">
                          <a16:creationId xmlns:a16="http://schemas.microsoft.com/office/drawing/2014/main" id="{44FDA2B0-2C60-8C39-B572-3807BADB0B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5" name="Line 18">
                      <a:extLst>
                        <a:ext uri="{FF2B5EF4-FFF2-40B4-BE49-F238E27FC236}">
                          <a16:creationId xmlns:a16="http://schemas.microsoft.com/office/drawing/2014/main" id="{60E9A557-F693-0757-B16B-D48A902939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6" name="Line 19">
                      <a:extLst>
                        <a:ext uri="{FF2B5EF4-FFF2-40B4-BE49-F238E27FC236}">
                          <a16:creationId xmlns:a16="http://schemas.microsoft.com/office/drawing/2014/main" id="{3E1C594D-C567-C9E4-B306-0FDCCB0CEB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8" name="Line 20">
                      <a:extLst>
                        <a:ext uri="{FF2B5EF4-FFF2-40B4-BE49-F238E27FC236}">
                          <a16:creationId xmlns:a16="http://schemas.microsoft.com/office/drawing/2014/main" id="{3FCE8850-8927-8058-2FBA-9687CDFC8FA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9" name="Line 21">
                      <a:extLst>
                        <a:ext uri="{FF2B5EF4-FFF2-40B4-BE49-F238E27FC236}">
                          <a16:creationId xmlns:a16="http://schemas.microsoft.com/office/drawing/2014/main" id="{6F55A936-5933-43A5-8C23-F4D8D5CF36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1" name="Line 22">
                      <a:extLst>
                        <a:ext uri="{FF2B5EF4-FFF2-40B4-BE49-F238E27FC236}">
                          <a16:creationId xmlns:a16="http://schemas.microsoft.com/office/drawing/2014/main" id="{FB0FEBCA-625A-79F8-D59B-5340121E7A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23">
                      <a:extLst>
                        <a:ext uri="{FF2B5EF4-FFF2-40B4-BE49-F238E27FC236}">
                          <a16:creationId xmlns:a16="http://schemas.microsoft.com/office/drawing/2014/main" id="{CCEB4F2F-45A2-864F-EF8C-F87F4650D0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24">
                      <a:extLst>
                        <a:ext uri="{FF2B5EF4-FFF2-40B4-BE49-F238E27FC236}">
                          <a16:creationId xmlns:a16="http://schemas.microsoft.com/office/drawing/2014/main" id="{DC60A44B-F72E-1AB7-9A1F-070A3FF62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25">
                      <a:extLst>
                        <a:ext uri="{FF2B5EF4-FFF2-40B4-BE49-F238E27FC236}">
                          <a16:creationId xmlns:a16="http://schemas.microsoft.com/office/drawing/2014/main" id="{970E73B4-40ED-3EBE-D2D5-BDA78E601A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26">
                      <a:extLst>
                        <a:ext uri="{FF2B5EF4-FFF2-40B4-BE49-F238E27FC236}">
                          <a16:creationId xmlns:a16="http://schemas.microsoft.com/office/drawing/2014/main" id="{43907118-36CF-07C7-1CA2-D56F762879A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27">
                      <a:extLst>
                        <a:ext uri="{FF2B5EF4-FFF2-40B4-BE49-F238E27FC236}">
                          <a16:creationId xmlns:a16="http://schemas.microsoft.com/office/drawing/2014/main" id="{2EF5E5BB-1774-4A41-B36A-96DFAEFAD43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28">
                      <a:extLst>
                        <a:ext uri="{FF2B5EF4-FFF2-40B4-BE49-F238E27FC236}">
                          <a16:creationId xmlns:a16="http://schemas.microsoft.com/office/drawing/2014/main" id="{6CFEFBC6-BD46-F6CC-40BD-AFBF3913BF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29">
                      <a:extLst>
                        <a:ext uri="{FF2B5EF4-FFF2-40B4-BE49-F238E27FC236}">
                          <a16:creationId xmlns:a16="http://schemas.microsoft.com/office/drawing/2014/main" id="{2B95CD7C-9A47-3C1C-F783-3FA7F7CA92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30">
                      <a:extLst>
                        <a:ext uri="{FF2B5EF4-FFF2-40B4-BE49-F238E27FC236}">
                          <a16:creationId xmlns:a16="http://schemas.microsoft.com/office/drawing/2014/main" id="{FE9212AB-4E2A-3D17-6F29-5FD2152003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31">
                      <a:extLst>
                        <a:ext uri="{FF2B5EF4-FFF2-40B4-BE49-F238E27FC236}">
                          <a16:creationId xmlns:a16="http://schemas.microsoft.com/office/drawing/2014/main" id="{2C5259B5-CCF2-13DF-7480-080AC4845D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32">
                      <a:extLst>
                        <a:ext uri="{FF2B5EF4-FFF2-40B4-BE49-F238E27FC236}">
                          <a16:creationId xmlns:a16="http://schemas.microsoft.com/office/drawing/2014/main" id="{0BA18489-F252-EA3E-6E86-8E371A7A9B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33">
                      <a:extLst>
                        <a:ext uri="{FF2B5EF4-FFF2-40B4-BE49-F238E27FC236}">
                          <a16:creationId xmlns:a16="http://schemas.microsoft.com/office/drawing/2014/main" id="{AA8D0708-2F87-A345-E8AE-42659AB7C4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34">
                      <a:extLst>
                        <a:ext uri="{FF2B5EF4-FFF2-40B4-BE49-F238E27FC236}">
                          <a16:creationId xmlns:a16="http://schemas.microsoft.com/office/drawing/2014/main" id="{02555BB8-B5CF-8EB6-E2AC-10CECDC4DF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35">
                      <a:extLst>
                        <a:ext uri="{FF2B5EF4-FFF2-40B4-BE49-F238E27FC236}">
                          <a16:creationId xmlns:a16="http://schemas.microsoft.com/office/drawing/2014/main" id="{0B785757-730F-69F0-19F7-24FEC87849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36">
                      <a:extLst>
                        <a:ext uri="{FF2B5EF4-FFF2-40B4-BE49-F238E27FC236}">
                          <a16:creationId xmlns:a16="http://schemas.microsoft.com/office/drawing/2014/main" id="{85E46814-C379-4CEA-92EF-E92AFD7B63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37">
                      <a:extLst>
                        <a:ext uri="{FF2B5EF4-FFF2-40B4-BE49-F238E27FC236}">
                          <a16:creationId xmlns:a16="http://schemas.microsoft.com/office/drawing/2014/main" id="{0689F534-5C9F-904C-19F8-87AF4B47354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38">
                      <a:extLst>
                        <a:ext uri="{FF2B5EF4-FFF2-40B4-BE49-F238E27FC236}">
                          <a16:creationId xmlns:a16="http://schemas.microsoft.com/office/drawing/2014/main" id="{E49BFADB-7C34-9450-5D36-F00FE171F4C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0" name="Line 39">
                  <a:extLst>
                    <a:ext uri="{FF2B5EF4-FFF2-40B4-BE49-F238E27FC236}">
                      <a16:creationId xmlns:a16="http://schemas.microsoft.com/office/drawing/2014/main" id="{5FC2A06C-6E85-9D18-EC73-2738172E91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2" name="Text Box 40">
                  <a:extLst>
                    <a:ext uri="{FF2B5EF4-FFF2-40B4-BE49-F238E27FC236}">
                      <a16:creationId xmlns:a16="http://schemas.microsoft.com/office/drawing/2014/main" id="{F85360F6-5E84-432F-D4E9-0C3FDFC9D0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33" name="Text Box 41">
                  <a:extLst>
                    <a:ext uri="{FF2B5EF4-FFF2-40B4-BE49-F238E27FC236}">
                      <a16:creationId xmlns:a16="http://schemas.microsoft.com/office/drawing/2014/main" id="{8D9DDC5E-D6D3-E7EA-47CB-114A02A5A9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34" name="Line 42">
                  <a:extLst>
                    <a:ext uri="{FF2B5EF4-FFF2-40B4-BE49-F238E27FC236}">
                      <a16:creationId xmlns:a16="http://schemas.microsoft.com/office/drawing/2014/main" id="{E9958F90-4841-8D46-0025-3C7CEFB07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6" name="Line 43">
                  <a:extLst>
                    <a:ext uri="{FF2B5EF4-FFF2-40B4-BE49-F238E27FC236}">
                      <a16:creationId xmlns:a16="http://schemas.microsoft.com/office/drawing/2014/main" id="{F5FC3A5A-437E-824B-B9DF-D2325F5ECE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7" name="Line 44">
                  <a:extLst>
                    <a:ext uri="{FF2B5EF4-FFF2-40B4-BE49-F238E27FC236}">
                      <a16:creationId xmlns:a16="http://schemas.microsoft.com/office/drawing/2014/main" id="{28B1B241-AE1C-0687-DC4A-EB43C4BF8B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8" name="Text Box 45">
                  <a:extLst>
                    <a:ext uri="{FF2B5EF4-FFF2-40B4-BE49-F238E27FC236}">
                      <a16:creationId xmlns:a16="http://schemas.microsoft.com/office/drawing/2014/main" id="{20C2C8CE-0280-08CF-703B-B6D947937F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41" name="Text Box 46">
                  <a:extLst>
                    <a:ext uri="{FF2B5EF4-FFF2-40B4-BE49-F238E27FC236}">
                      <a16:creationId xmlns:a16="http://schemas.microsoft.com/office/drawing/2014/main" id="{5B302304-2F0E-ACDF-26B1-226B8B00B0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42" name="Text Box 47">
                  <a:extLst>
                    <a:ext uri="{FF2B5EF4-FFF2-40B4-BE49-F238E27FC236}">
                      <a16:creationId xmlns:a16="http://schemas.microsoft.com/office/drawing/2014/main" id="{3403908F-BE64-EB78-832F-7B4AD13A5D3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9" name="Text Box 48">
                  <a:extLst>
                    <a:ext uri="{FF2B5EF4-FFF2-40B4-BE49-F238E27FC236}">
                      <a16:creationId xmlns:a16="http://schemas.microsoft.com/office/drawing/2014/main" id="{8836F47E-1665-6F95-3908-989A60C3E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50" name="Text Box 49">
                  <a:extLst>
                    <a:ext uri="{FF2B5EF4-FFF2-40B4-BE49-F238E27FC236}">
                      <a16:creationId xmlns:a16="http://schemas.microsoft.com/office/drawing/2014/main" id="{2E51B0B9-E822-4D41-FBA4-974F5F02EB7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75" y="1608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25</a:t>
                  </a:r>
                </a:p>
              </p:txBody>
            </p:sp>
            <p:sp>
              <p:nvSpPr>
                <p:cNvPr id="51" name="Text Box 50">
                  <a:extLst>
                    <a:ext uri="{FF2B5EF4-FFF2-40B4-BE49-F238E27FC236}">
                      <a16:creationId xmlns:a16="http://schemas.microsoft.com/office/drawing/2014/main" id="{71531B0F-407C-9DC7-FEFA-645C537B9DB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45" y="1610"/>
                  <a:ext cx="202" cy="164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20</a:t>
                  </a:r>
                </a:p>
              </p:txBody>
            </p:sp>
            <p:sp>
              <p:nvSpPr>
                <p:cNvPr id="52" name="Text Box 51">
                  <a:extLst>
                    <a:ext uri="{FF2B5EF4-FFF2-40B4-BE49-F238E27FC236}">
                      <a16:creationId xmlns:a16="http://schemas.microsoft.com/office/drawing/2014/main" id="{A77CFA13-F224-07EC-BDCB-76383FCDB5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32" y="1610"/>
                  <a:ext cx="20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15</a:t>
                  </a:r>
                </a:p>
              </p:txBody>
            </p:sp>
            <p:sp>
              <p:nvSpPr>
                <p:cNvPr id="53" name="Text Box 52">
                  <a:extLst>
                    <a:ext uri="{FF2B5EF4-FFF2-40B4-BE49-F238E27FC236}">
                      <a16:creationId xmlns:a16="http://schemas.microsoft.com/office/drawing/2014/main" id="{971FBC22-056F-A005-D13C-75054ACF39A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 </a:t>
                  </a:r>
                </a:p>
              </p:txBody>
            </p:sp>
            <p:sp>
              <p:nvSpPr>
                <p:cNvPr id="54" name="Text Box 53">
                  <a:extLst>
                    <a:ext uri="{FF2B5EF4-FFF2-40B4-BE49-F238E27FC236}">
                      <a16:creationId xmlns:a16="http://schemas.microsoft.com/office/drawing/2014/main" id="{880B6D76-638F-7A5E-5755-FDB828A18A4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57" name="Line 153">
                  <a:extLst>
                    <a:ext uri="{FF2B5EF4-FFF2-40B4-BE49-F238E27FC236}">
                      <a16:creationId xmlns:a16="http://schemas.microsoft.com/office/drawing/2014/main" id="{41775B4A-04D7-12EB-A9F7-42530F9AD7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58" name="Text Box 154">
                  <a:extLst>
                    <a:ext uri="{FF2B5EF4-FFF2-40B4-BE49-F238E27FC236}">
                      <a16:creationId xmlns:a16="http://schemas.microsoft.com/office/drawing/2014/main" id="{7B834D52-1123-F79A-FC8D-62365BCB833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22" y="1609"/>
                  <a:ext cx="40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12</a:t>
                  </a:r>
                </a:p>
              </p:txBody>
            </p:sp>
          </p:grpSp>
        </p:grpSp>
        <p:sp>
          <p:nvSpPr>
            <p:cNvPr id="5" name="Text Box 41">
              <a:extLst>
                <a:ext uri="{FF2B5EF4-FFF2-40B4-BE49-F238E27FC236}">
                  <a16:creationId xmlns:a16="http://schemas.microsoft.com/office/drawing/2014/main" id="{BFFFF023-A048-B499-A1DC-74EE247781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83CFB2CC-29EF-4825-E31D-A3583DD516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sz="1400" dirty="0">
              <a:solidFill>
                <a:schemeClr val="accent1">
                  <a:lumMod val="75000"/>
                </a:schemeClr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53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915817" y="5733264"/>
            <a:ext cx="4320633" cy="936096"/>
            <a:chOff x="2972652" y="4776739"/>
            <a:chExt cx="4320633" cy="936096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2972652" y="4776739"/>
              <a:ext cx="2533593" cy="431961"/>
              <a:chOff x="375" y="2976"/>
              <a:chExt cx="1320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397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375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dirty="0">
                    <a:solidFill>
                      <a:schemeClr val="tx2"/>
                    </a:solidFill>
                    <a:latin typeface="Calibri" pitchFamily="-103" charset="0"/>
                  </a:rPr>
                  <a:t>3</a:t>
                </a:r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3179016" y="5405058"/>
              <a:ext cx="27735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nm</a:t>
              </a: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 en RI = -2 = 0xFFE (12 bits)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2284264" y="5853545"/>
            <a:ext cx="3295848" cy="455775"/>
            <a:chOff x="2284264" y="5277481"/>
            <a:chExt cx="3295848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284264" y="5517231"/>
              <a:ext cx="1660448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" name="Rectángulo 6">
            <a:extLst>
              <a:ext uri="{FF2B5EF4-FFF2-40B4-BE49-F238E27FC236}">
                <a16:creationId xmlns:a16="http://schemas.microsoft.com/office/drawing/2014/main" id="{B547A7E6-6041-C7BD-1E79-1C0BD897E667}"/>
              </a:ext>
            </a:extLst>
          </p:cNvPr>
          <p:cNvSpPr/>
          <p:nvPr/>
        </p:nvSpPr>
        <p:spPr bwMode="auto">
          <a:xfrm rot="16200000">
            <a:off x="1714195" y="5941020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56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58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63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37AD985-5EB5-4D6B-90D5-3981A0307636}"/>
              </a:ext>
            </a:extLst>
          </p:cNvPr>
          <p:cNvGrpSpPr/>
          <p:nvPr/>
        </p:nvGrpSpPr>
        <p:grpSpPr>
          <a:xfrm>
            <a:off x="4928612" y="65545"/>
            <a:ext cx="4179892" cy="843175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95245DE-D3EB-7AD7-E44F-87A3045F2A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47C80C88-5C33-7FCF-3C79-B402FC19E4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2630C6D3-0B62-8A69-072C-C1BEAB88F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0" name="Rectangle 6">
                    <a:extLst>
                      <a:ext uri="{FF2B5EF4-FFF2-40B4-BE49-F238E27FC236}">
                        <a16:creationId xmlns:a16="http://schemas.microsoft.com/office/drawing/2014/main" id="{E7C6BFC2-ECAF-C8B6-6120-0C4E8B4DA1D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72" name="Group 7">
                    <a:extLst>
                      <a:ext uri="{FF2B5EF4-FFF2-40B4-BE49-F238E27FC236}">
                        <a16:creationId xmlns:a16="http://schemas.microsoft.com/office/drawing/2014/main" id="{952F5797-75F5-3C25-B4AA-2915B6C709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13" name="Line 9">
                      <a:extLst>
                        <a:ext uri="{FF2B5EF4-FFF2-40B4-BE49-F238E27FC236}">
                          <a16:creationId xmlns:a16="http://schemas.microsoft.com/office/drawing/2014/main" id="{A955F0F5-A21E-48BA-C2B4-97138E67B08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10">
                      <a:extLst>
                        <a:ext uri="{FF2B5EF4-FFF2-40B4-BE49-F238E27FC236}">
                          <a16:creationId xmlns:a16="http://schemas.microsoft.com/office/drawing/2014/main" id="{92F44EA6-1DE4-F479-1D7A-391F77B118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1">
                      <a:extLst>
                        <a:ext uri="{FF2B5EF4-FFF2-40B4-BE49-F238E27FC236}">
                          <a16:creationId xmlns:a16="http://schemas.microsoft.com/office/drawing/2014/main" id="{B31BA30B-599E-6C49-BC70-2FEC0D9B0F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12">
                      <a:extLst>
                        <a:ext uri="{FF2B5EF4-FFF2-40B4-BE49-F238E27FC236}">
                          <a16:creationId xmlns:a16="http://schemas.microsoft.com/office/drawing/2014/main" id="{AC6D4D5A-AB81-8CAC-8C0C-CEDD27D4C3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13">
                      <a:extLst>
                        <a:ext uri="{FF2B5EF4-FFF2-40B4-BE49-F238E27FC236}">
                          <a16:creationId xmlns:a16="http://schemas.microsoft.com/office/drawing/2014/main" id="{8C9A6909-C9F6-2CF1-5E7D-352366F0C66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14">
                      <a:extLst>
                        <a:ext uri="{FF2B5EF4-FFF2-40B4-BE49-F238E27FC236}">
                          <a16:creationId xmlns:a16="http://schemas.microsoft.com/office/drawing/2014/main" id="{8F1C683A-5C61-F936-3B33-523C40AE3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">
                      <a:extLst>
                        <a:ext uri="{FF2B5EF4-FFF2-40B4-BE49-F238E27FC236}">
                          <a16:creationId xmlns:a16="http://schemas.microsoft.com/office/drawing/2014/main" id="{41D600A5-8832-2465-4B2C-BD336A6DC5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16">
                      <a:extLst>
                        <a:ext uri="{FF2B5EF4-FFF2-40B4-BE49-F238E27FC236}">
                          <a16:creationId xmlns:a16="http://schemas.microsoft.com/office/drawing/2014/main" id="{649EB862-615F-D7F2-FD68-DA7150504B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17">
                      <a:extLst>
                        <a:ext uri="{FF2B5EF4-FFF2-40B4-BE49-F238E27FC236}">
                          <a16:creationId xmlns:a16="http://schemas.microsoft.com/office/drawing/2014/main" id="{D76F4342-9261-478A-6959-6617B3948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18">
                      <a:extLst>
                        <a:ext uri="{FF2B5EF4-FFF2-40B4-BE49-F238E27FC236}">
                          <a16:creationId xmlns:a16="http://schemas.microsoft.com/office/drawing/2014/main" id="{76F95C1F-C353-687A-2B3C-91F8F563C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19">
                      <a:extLst>
                        <a:ext uri="{FF2B5EF4-FFF2-40B4-BE49-F238E27FC236}">
                          <a16:creationId xmlns:a16="http://schemas.microsoft.com/office/drawing/2014/main" id="{9708117F-330C-8C47-F6CF-31B41C8626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20">
                      <a:extLst>
                        <a:ext uri="{FF2B5EF4-FFF2-40B4-BE49-F238E27FC236}">
                          <a16:creationId xmlns:a16="http://schemas.microsoft.com/office/drawing/2014/main" id="{52CF00AB-4453-7C53-0366-5FC7226AD7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21">
                      <a:extLst>
                        <a:ext uri="{FF2B5EF4-FFF2-40B4-BE49-F238E27FC236}">
                          <a16:creationId xmlns:a16="http://schemas.microsoft.com/office/drawing/2014/main" id="{3CDA3E3C-C101-1BA4-BE1F-53F0CD6303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22">
                      <a:extLst>
                        <a:ext uri="{FF2B5EF4-FFF2-40B4-BE49-F238E27FC236}">
                          <a16:creationId xmlns:a16="http://schemas.microsoft.com/office/drawing/2014/main" id="{B54DED06-FFD8-0B1A-D83A-AD1C4FAB2F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5" name="Line 23">
                      <a:extLst>
                        <a:ext uri="{FF2B5EF4-FFF2-40B4-BE49-F238E27FC236}">
                          <a16:creationId xmlns:a16="http://schemas.microsoft.com/office/drawing/2014/main" id="{830D0B63-1FE2-E238-68F6-E78D2EC48D7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6" name="Line 24">
                      <a:extLst>
                        <a:ext uri="{FF2B5EF4-FFF2-40B4-BE49-F238E27FC236}">
                          <a16:creationId xmlns:a16="http://schemas.microsoft.com/office/drawing/2014/main" id="{A3371464-D8D3-12C9-DD92-EECA6B6453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7" name="Line 25">
                      <a:extLst>
                        <a:ext uri="{FF2B5EF4-FFF2-40B4-BE49-F238E27FC236}">
                          <a16:creationId xmlns:a16="http://schemas.microsoft.com/office/drawing/2014/main" id="{F741860E-4BAF-31FF-E2C0-4CE04DA02B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8" name="Line 26">
                      <a:extLst>
                        <a:ext uri="{FF2B5EF4-FFF2-40B4-BE49-F238E27FC236}">
                          <a16:creationId xmlns:a16="http://schemas.microsoft.com/office/drawing/2014/main" id="{BE05E648-47F7-A1EB-F9E7-E469B9FBD51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9" name="Line 27">
                      <a:extLst>
                        <a:ext uri="{FF2B5EF4-FFF2-40B4-BE49-F238E27FC236}">
                          <a16:creationId xmlns:a16="http://schemas.microsoft.com/office/drawing/2014/main" id="{FAC73AD8-A524-8A6C-3CE8-8D3126EC63B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1" name="Line 28">
                      <a:extLst>
                        <a:ext uri="{FF2B5EF4-FFF2-40B4-BE49-F238E27FC236}">
                          <a16:creationId xmlns:a16="http://schemas.microsoft.com/office/drawing/2014/main" id="{0864323C-4159-2FBA-19EC-065D862CF8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2" name="Line 29">
                      <a:extLst>
                        <a:ext uri="{FF2B5EF4-FFF2-40B4-BE49-F238E27FC236}">
                          <a16:creationId xmlns:a16="http://schemas.microsoft.com/office/drawing/2014/main" id="{B3DEF54F-AFE9-986D-497B-8C05C06749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8" name="Line 30">
                      <a:extLst>
                        <a:ext uri="{FF2B5EF4-FFF2-40B4-BE49-F238E27FC236}">
                          <a16:creationId xmlns:a16="http://schemas.microsoft.com/office/drawing/2014/main" id="{1B281135-02EC-A3D3-7BF8-233D375F71A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9" name="Line 31">
                      <a:extLst>
                        <a:ext uri="{FF2B5EF4-FFF2-40B4-BE49-F238E27FC236}">
                          <a16:creationId xmlns:a16="http://schemas.microsoft.com/office/drawing/2014/main" id="{5DD60838-0C79-3BC1-161C-0A4A92751CA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0" name="Line 32">
                      <a:extLst>
                        <a:ext uri="{FF2B5EF4-FFF2-40B4-BE49-F238E27FC236}">
                          <a16:creationId xmlns:a16="http://schemas.microsoft.com/office/drawing/2014/main" id="{E89B1865-4A5B-3541-7714-467DBE4377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1" name="Line 33">
                      <a:extLst>
                        <a:ext uri="{FF2B5EF4-FFF2-40B4-BE49-F238E27FC236}">
                          <a16:creationId xmlns:a16="http://schemas.microsoft.com/office/drawing/2014/main" id="{7B1A6217-3A9B-6758-A395-65378BF63D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2" name="Line 34">
                      <a:extLst>
                        <a:ext uri="{FF2B5EF4-FFF2-40B4-BE49-F238E27FC236}">
                          <a16:creationId xmlns:a16="http://schemas.microsoft.com/office/drawing/2014/main" id="{0B0E93E6-28FC-FF96-E4D3-3FAFF3036D1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3" name="Line 35">
                      <a:extLst>
                        <a:ext uri="{FF2B5EF4-FFF2-40B4-BE49-F238E27FC236}">
                          <a16:creationId xmlns:a16="http://schemas.microsoft.com/office/drawing/2014/main" id="{A5D5D410-47AB-2FAD-A9AB-9A7B138D2C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4" name="Line 36">
                      <a:extLst>
                        <a:ext uri="{FF2B5EF4-FFF2-40B4-BE49-F238E27FC236}">
                          <a16:creationId xmlns:a16="http://schemas.microsoft.com/office/drawing/2014/main" id="{D9C956D7-8952-EE8C-5D50-D4950732D2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5" name="Line 37">
                      <a:extLst>
                        <a:ext uri="{FF2B5EF4-FFF2-40B4-BE49-F238E27FC236}">
                          <a16:creationId xmlns:a16="http://schemas.microsoft.com/office/drawing/2014/main" id="{B3DA5567-B694-72A1-4993-22184D9548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6" name="Line 38">
                      <a:extLst>
                        <a:ext uri="{FF2B5EF4-FFF2-40B4-BE49-F238E27FC236}">
                          <a16:creationId xmlns:a16="http://schemas.microsoft.com/office/drawing/2014/main" id="{B93C0090-BAA9-CA6A-FAE4-64100442F4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D7F4460-9BEC-B8DE-50D3-5D33D4BCD4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AA0CD3EF-0E74-04DA-CEE9-BC57AA5EFE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5EF3EAAC-F5D1-9396-4848-B08ABB922E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2BA6AAEA-D694-B71A-9D51-FAF34CA38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87B6694F-4280-A33E-D5C9-50A58F6FE1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683A51B0-98F6-1381-96F4-6AB99F8094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F8BD43B5-90DF-BFE3-1ACD-5B86FDFF5A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D8604156-D5E7-EA5C-FE08-B500C9030D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B51A260B-069E-45C7-5159-B45F43D083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F2C82DED-2B2C-3F67-CFD8-0738816008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7" name="Text Box 49">
                  <a:extLst>
                    <a:ext uri="{FF2B5EF4-FFF2-40B4-BE49-F238E27FC236}">
                      <a16:creationId xmlns:a16="http://schemas.microsoft.com/office/drawing/2014/main" id="{1F301318-4970-398B-B4BA-F0C866C9D5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9" name="Text Box 50">
                  <a:extLst>
                    <a:ext uri="{FF2B5EF4-FFF2-40B4-BE49-F238E27FC236}">
                      <a16:creationId xmlns:a16="http://schemas.microsoft.com/office/drawing/2014/main" id="{4AF92105-EE5E-922B-F5DD-901671EDC2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2" name="Text Box 51">
                  <a:extLst>
                    <a:ext uri="{FF2B5EF4-FFF2-40B4-BE49-F238E27FC236}">
                      <a16:creationId xmlns:a16="http://schemas.microsoft.com/office/drawing/2014/main" id="{C02AB9BA-629F-FD0D-92EC-B38D77828A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2">
                  <a:extLst>
                    <a:ext uri="{FF2B5EF4-FFF2-40B4-BE49-F238E27FC236}">
                      <a16:creationId xmlns:a16="http://schemas.microsoft.com/office/drawing/2014/main" id="{D9C7618A-3CD1-B63B-18BA-247B19B244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4" name="Text Box 53">
                  <a:extLst>
                    <a:ext uri="{FF2B5EF4-FFF2-40B4-BE49-F238E27FC236}">
                      <a16:creationId xmlns:a16="http://schemas.microsoft.com/office/drawing/2014/main" id="{8555EA76-4926-9275-B25C-E2D03E98FF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47" name="Line 153">
                  <a:extLst>
                    <a:ext uri="{FF2B5EF4-FFF2-40B4-BE49-F238E27FC236}">
                      <a16:creationId xmlns:a16="http://schemas.microsoft.com/office/drawing/2014/main" id="{69B5ACC7-EFF2-1167-06B5-E0F2EA9CBC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Text Box 154">
                  <a:extLst>
                    <a:ext uri="{FF2B5EF4-FFF2-40B4-BE49-F238E27FC236}">
                      <a16:creationId xmlns:a16="http://schemas.microsoft.com/office/drawing/2014/main" id="{ABAFF6C5-C960-257D-5D30-6D8DECF9F6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1285B6A7-6FC9-46DB-55A0-FE3357A6BF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6CDBAA07-26CF-F76A-A844-17A5EB5F5F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B45BD027-76B0-5937-E5D4-C818B089547F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58EAF96D-A55A-FD1D-5BD8-78E92F78777A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3DD34B4-6489-485A-6C09-AD6073718ED8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6D8CEF8C-CB64-EDD0-6984-1F167919B6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6DA755DF-74A0-8569-B3AD-A8AEA156AF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D68C0A66-A33B-F786-75D0-9601774E73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50CADF29-3AE7-2F89-E3A5-EB2E492DD5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702827CC-AB87-D857-A47D-B39EBB02E38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C9C147DD-31A1-9A8A-B8ED-B499BD08CA0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D6FA8473-6A29-9480-CC7A-1338AB57D99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889C1C09-7420-91CA-A903-E5150F59D1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47F8F07A-78B2-2AF6-E101-5B4AEB350A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26B4709-DDEC-69E9-BB44-55E390F426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D77319A9-52ED-F26F-3897-76B4276FAC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AE668CA7-7A72-EC6A-6486-0BCC5E8595D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1F632F62-653D-C4E9-88A6-FF4966F5C7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9248636C-3105-264A-86B2-B2540369ED6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51CCF629-314A-012A-0A24-3140C2C67C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33F4FFE5-1F48-C85E-E475-865652C9F0D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FB42D38D-D20F-558D-A9D7-C1F2D673B2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428EA733-04FC-2938-5DC4-09AE38CA98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312AFE6B-56AA-B344-13B3-BEA9C58A031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5876417-F483-B9FD-13A6-EA307D5037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D5A14259-823E-E795-13EB-64BF31F290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30DF3986-12E3-EE67-B4CB-ABD996CBA44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A69CE90F-54E8-5D44-9090-16E4DF0111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EE3FE2DF-B604-77A7-DF0B-1A8E2D5C9CA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B19D6BCF-BC62-5A50-01F9-CF582DCE5E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8175BB56-31D6-3C82-6967-966AFE9386B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0D554571-A3DB-422D-7C8A-06BBB5A7C64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618AF64E-E195-86B6-7E16-2F0C10E271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ED05DFE2-CF9C-B536-3581-4EA6EB6F52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3C813135-32FE-4D74-D6D1-D44E3AC853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A433CA52-0869-75FA-2C38-A5DECFA274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DECCFA22-C59E-BD02-13E3-4705DC9F84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1220B524-15C9-3DE2-CC60-179763E61C8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5A45C849-AF7E-7347-33B3-A8EFE2661F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47DFACB6-F1CE-A342-1C52-8C37180F77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27F12CBD-4AEF-0331-00E7-DA9ABEFC515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FCFFC092-D678-5E17-D221-AAF5F64C2A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A0219008-6EA6-A441-4DF1-6BE21AB086C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E242730A-CFB5-681E-1A1A-4971359A9DD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AC7C14D5-DA93-509E-C8C6-5C01FC337C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067198D-ADC5-4CAF-B2EA-6DDB76F583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81D7D30D-3143-7CF4-BA26-15BAFF5629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96E3FA15-BD6A-6FFB-13F9-C24508FBF83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EAE67CA8-DD12-B925-58AA-FA8DBDEA8C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CCF35A9E-3024-6631-8DDD-2BC3773233A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3D1BEC24-D8BE-D3A2-DF3B-EFA5C0A791D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1204C190-73FF-472C-5152-00B533551B7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96D24D99-5792-F92C-0EDE-524A607DA62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CFF1D5B9-E620-375C-38B7-0712110A87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B168C683-4163-A7E1-B7C2-143618D6D4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D36D45F-59E0-1F18-2984-2EA1385C38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FF1086BF-509D-6F7F-D879-F8C10DBEE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AAB8013A-2439-B6AA-B888-A0614F6B8378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7730C9B2-9C1D-F7E1-DDFA-758DA4476A29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795E3684-0F6D-A3F4-8935-197360522A12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77EEC14D-61C1-762B-9828-B1C7FB51CD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EA384EA3-F4FD-A219-8646-58941175A9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F8A3B7BB-4C96-D25A-034B-DE0CAED49BD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9DDA5E7D-F42E-359D-AD81-7C6D3D41FFB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A04C53A1-AA82-AD14-3318-58E5FA8253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40C88E0C-BEC3-9775-BA37-AEE9F7851DF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6AED8BBA-96EE-5EE5-84B5-2D1F8127E27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53AC4B21-08DD-BF2E-8B9F-203805DAF4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3E6AAF29-6E3D-6B05-5763-5F23059D5AC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3632B8C-8EEC-72DF-9389-66CBBB88E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BCC9197E-A2E2-866E-5D14-C727316F418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BB6511EF-397C-B02D-F4B3-30B3110B61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F0183E58-42FA-7707-0AF0-7BB977CD1F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8F41D782-0E0F-2DC4-C5AD-E040F47E0B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8E0E78C9-5069-07D5-42FE-7D117F0569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0A09E3C4-E9E3-6C2B-BFC1-49BE40B56E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0AFBDCD4-D275-462A-590F-329E66FB71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3324676C-C570-9662-4E26-66D8D4B4668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F4817389-43B8-5843-E0DD-55279B478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C9ABA7D-C68B-27FF-2DE3-6885EE74D89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295A0838-9282-8B98-E30C-C83174B285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48982FA8-1BE6-979A-CF50-DD851B6CE97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24B5D5FD-DC54-F14E-ABE5-CB93D7F4472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D44DA6C6-BB7D-C821-EB27-F0763DA80B6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CE6588E4-1467-54BF-C248-11C8CD4806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E139B4DA-96F1-C353-E426-68802DB3FD2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36E817CC-25EE-ECD0-9667-084591A58B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C9F6EAD3-153A-651D-F37F-09AB5D5ED2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3F9F0CE3-90C2-9942-A713-AD033CD385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20E8B92E-06F3-FD09-5E03-83A6EF39B66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B8BECA6B-9F6F-E88E-BB12-8278F197B9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ED46D107-D461-A029-89A2-B900311FEF0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C70462EA-3C1F-9E27-252E-09122DB83CA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249E72D5-A487-9818-7833-14B71B47CD3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2957E222-4FCE-7EE6-60EE-BA5E3B7CFA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7EF38F7B-65D6-E723-7F59-FF765DE2A96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1CAEC698-4E14-94FD-402C-93FC024CE70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7CFB193F-CFA2-1298-E582-F532A14F83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DD2FFCB5-734E-10B7-1268-CBC00453B7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3C4E4662-9CD0-AFA6-CCC7-4CD0C30E5B9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DC4FE82-AEA0-041A-1B42-FF60A686EA8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BC014D0F-6921-D388-504B-5B5576143A7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85D1876C-9A75-85ED-45C2-170D4150092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6AD130C-6B83-A236-5958-D4253D09CF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8849036F-94F8-88D0-D0B6-D849C9D850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F68A2D4E-65AE-6782-6FA4-3FDC95A32ED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422F25DC-BA7C-FD2E-7C1A-E4EB374CFF8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1E3FFAD0-8FE3-ED90-D809-779D141D467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D87F44E0-DE1F-899A-49D0-CA8558976A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90815A49-7477-F0BA-EA36-3170BAAA508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4542B92-D822-1E9D-851E-1E9759306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CE408CCD-DBCB-C1E3-F9A0-E491501B7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E1E43F4E-4C2B-3C92-F08B-296986BC668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610D3B7E-B91A-C417-184E-5C5A11C316B4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22E306B7-0826-3AA7-505D-763441C2A857}"/>
              </a:ext>
            </a:extLst>
          </p:cNvPr>
          <p:cNvGrpSpPr/>
          <p:nvPr/>
        </p:nvGrpSpPr>
        <p:grpSpPr>
          <a:xfrm>
            <a:off x="4932040" y="72974"/>
            <a:ext cx="4163830" cy="1051477"/>
            <a:chOff x="3109309" y="5917230"/>
            <a:chExt cx="3345284" cy="997923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4BDF297-67D6-2FC8-1C24-253F30577F9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61D791CE-A62D-5ECE-BF9F-5181A700B9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1" name="Rectangle 10">
                  <a:extLst>
                    <a:ext uri="{FF2B5EF4-FFF2-40B4-BE49-F238E27FC236}">
                      <a16:creationId xmlns:a16="http://schemas.microsoft.com/office/drawing/2014/main" id="{2AC190F2-EE71-5CA3-51D3-569C546E15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" name="Group 155">
                  <a:extLst>
                    <a:ext uri="{FF2B5EF4-FFF2-40B4-BE49-F238E27FC236}">
                      <a16:creationId xmlns:a16="http://schemas.microsoft.com/office/drawing/2014/main" id="{C51CC49A-520E-E73D-610D-E10E4997CC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23" name="Group 5">
                    <a:extLst>
                      <a:ext uri="{FF2B5EF4-FFF2-40B4-BE49-F238E27FC236}">
                        <a16:creationId xmlns:a16="http://schemas.microsoft.com/office/drawing/2014/main" id="{5BBD03AE-923C-47FB-EAEE-92D56875FF7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88" name="Rectangle 6">
                      <a:extLst>
                        <a:ext uri="{FF2B5EF4-FFF2-40B4-BE49-F238E27FC236}">
                          <a16:creationId xmlns:a16="http://schemas.microsoft.com/office/drawing/2014/main" id="{1A1A6A92-494D-B726-18B8-602D34B56A3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89" name="Group 7">
                      <a:extLst>
                        <a:ext uri="{FF2B5EF4-FFF2-40B4-BE49-F238E27FC236}">
                          <a16:creationId xmlns:a16="http://schemas.microsoft.com/office/drawing/2014/main" id="{3D04765F-1480-9A66-B520-B055EC5B190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90" name="Line 9">
                        <a:extLst>
                          <a:ext uri="{FF2B5EF4-FFF2-40B4-BE49-F238E27FC236}">
                            <a16:creationId xmlns:a16="http://schemas.microsoft.com/office/drawing/2014/main" id="{697A1FCE-D766-3426-8EE3-550C357F6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10">
                        <a:extLst>
                          <a:ext uri="{FF2B5EF4-FFF2-40B4-BE49-F238E27FC236}">
                            <a16:creationId xmlns:a16="http://schemas.microsoft.com/office/drawing/2014/main" id="{4750801F-399C-4158-8667-A118C2D24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11">
                        <a:extLst>
                          <a:ext uri="{FF2B5EF4-FFF2-40B4-BE49-F238E27FC236}">
                            <a16:creationId xmlns:a16="http://schemas.microsoft.com/office/drawing/2014/main" id="{EF6D0322-C753-C6C2-ED40-FF19BF9A53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12">
                        <a:extLst>
                          <a:ext uri="{FF2B5EF4-FFF2-40B4-BE49-F238E27FC236}">
                            <a16:creationId xmlns:a16="http://schemas.microsoft.com/office/drawing/2014/main" id="{F8B1B067-435B-87F9-844C-79C9FD4D58F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13">
                        <a:extLst>
                          <a:ext uri="{FF2B5EF4-FFF2-40B4-BE49-F238E27FC236}">
                            <a16:creationId xmlns:a16="http://schemas.microsoft.com/office/drawing/2014/main" id="{149A0E7D-CF64-7B79-3F15-BB5182746C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14">
                        <a:extLst>
                          <a:ext uri="{FF2B5EF4-FFF2-40B4-BE49-F238E27FC236}">
                            <a16:creationId xmlns:a16="http://schemas.microsoft.com/office/drawing/2014/main" id="{0E609AFF-5E54-BE16-334E-2C92C737A8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15">
                        <a:extLst>
                          <a:ext uri="{FF2B5EF4-FFF2-40B4-BE49-F238E27FC236}">
                            <a16:creationId xmlns:a16="http://schemas.microsoft.com/office/drawing/2014/main" id="{AF3993FA-2344-C7D5-1DFF-B898922205E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16">
                        <a:extLst>
                          <a:ext uri="{FF2B5EF4-FFF2-40B4-BE49-F238E27FC236}">
                            <a16:creationId xmlns:a16="http://schemas.microsoft.com/office/drawing/2014/main" id="{5BBF1CD8-728A-D4CC-9393-79C76F4A46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17">
                        <a:extLst>
                          <a:ext uri="{FF2B5EF4-FFF2-40B4-BE49-F238E27FC236}">
                            <a16:creationId xmlns:a16="http://schemas.microsoft.com/office/drawing/2014/main" id="{67C0C2DD-9DD8-2634-E8F7-C60D768A3C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18">
                        <a:extLst>
                          <a:ext uri="{FF2B5EF4-FFF2-40B4-BE49-F238E27FC236}">
                            <a16:creationId xmlns:a16="http://schemas.microsoft.com/office/drawing/2014/main" id="{A2EEE77D-1AE7-B606-AE6E-0B631250FE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19">
                        <a:extLst>
                          <a:ext uri="{FF2B5EF4-FFF2-40B4-BE49-F238E27FC236}">
                            <a16:creationId xmlns:a16="http://schemas.microsoft.com/office/drawing/2014/main" id="{8E694B35-FE12-AE67-55BF-9C7F3A383E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20">
                        <a:extLst>
                          <a:ext uri="{FF2B5EF4-FFF2-40B4-BE49-F238E27FC236}">
                            <a16:creationId xmlns:a16="http://schemas.microsoft.com/office/drawing/2014/main" id="{E00B5D4C-3480-25BE-9EAA-D5D19EF539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21">
                        <a:extLst>
                          <a:ext uri="{FF2B5EF4-FFF2-40B4-BE49-F238E27FC236}">
                            <a16:creationId xmlns:a16="http://schemas.microsoft.com/office/drawing/2014/main" id="{A336E7A8-AE85-AE20-0768-0BB931EDB7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2">
                        <a:extLst>
                          <a:ext uri="{FF2B5EF4-FFF2-40B4-BE49-F238E27FC236}">
                            <a16:creationId xmlns:a16="http://schemas.microsoft.com/office/drawing/2014/main" id="{A54AC5D7-B2D9-A514-667E-7B33EAEF34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3">
                        <a:extLst>
                          <a:ext uri="{FF2B5EF4-FFF2-40B4-BE49-F238E27FC236}">
                            <a16:creationId xmlns:a16="http://schemas.microsoft.com/office/drawing/2014/main" id="{C5ACE631-139D-133C-E3B5-4E84269515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4">
                        <a:extLst>
                          <a:ext uri="{FF2B5EF4-FFF2-40B4-BE49-F238E27FC236}">
                            <a16:creationId xmlns:a16="http://schemas.microsoft.com/office/drawing/2014/main" id="{70A7183D-94B9-0C8B-B578-E1F350B0FF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25">
                        <a:extLst>
                          <a:ext uri="{FF2B5EF4-FFF2-40B4-BE49-F238E27FC236}">
                            <a16:creationId xmlns:a16="http://schemas.microsoft.com/office/drawing/2014/main" id="{DA8FDFAB-8A1E-D1A6-B7A6-EFC84E298B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26">
                        <a:extLst>
                          <a:ext uri="{FF2B5EF4-FFF2-40B4-BE49-F238E27FC236}">
                            <a16:creationId xmlns:a16="http://schemas.microsoft.com/office/drawing/2014/main" id="{50783D0F-30CE-4766-1333-5F4500E8FD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27">
                        <a:extLst>
                          <a:ext uri="{FF2B5EF4-FFF2-40B4-BE49-F238E27FC236}">
                            <a16:creationId xmlns:a16="http://schemas.microsoft.com/office/drawing/2014/main" id="{3A92D834-CFFB-9F4B-A5FF-7DF836946E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28">
                        <a:extLst>
                          <a:ext uri="{FF2B5EF4-FFF2-40B4-BE49-F238E27FC236}">
                            <a16:creationId xmlns:a16="http://schemas.microsoft.com/office/drawing/2014/main" id="{499DBD8D-92A1-2282-EFD7-AE1D724FB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29">
                        <a:extLst>
                          <a:ext uri="{FF2B5EF4-FFF2-40B4-BE49-F238E27FC236}">
                            <a16:creationId xmlns:a16="http://schemas.microsoft.com/office/drawing/2014/main" id="{56976A63-4DF4-32BD-4311-71C698B5E69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0">
                        <a:extLst>
                          <a:ext uri="{FF2B5EF4-FFF2-40B4-BE49-F238E27FC236}">
                            <a16:creationId xmlns:a16="http://schemas.microsoft.com/office/drawing/2014/main" id="{59D7D88B-65CF-0CCD-F3E3-3F97FA024F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1">
                        <a:extLst>
                          <a:ext uri="{FF2B5EF4-FFF2-40B4-BE49-F238E27FC236}">
                            <a16:creationId xmlns:a16="http://schemas.microsoft.com/office/drawing/2014/main" id="{D3C3BA93-DCDA-B908-3DC7-02DE59BCB2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2">
                        <a:extLst>
                          <a:ext uri="{FF2B5EF4-FFF2-40B4-BE49-F238E27FC236}">
                            <a16:creationId xmlns:a16="http://schemas.microsoft.com/office/drawing/2014/main" id="{EDC6A990-3BB3-FF65-459D-E8833C765F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4" name="Line 33">
                        <a:extLst>
                          <a:ext uri="{FF2B5EF4-FFF2-40B4-BE49-F238E27FC236}">
                            <a16:creationId xmlns:a16="http://schemas.microsoft.com/office/drawing/2014/main" id="{0E19A776-CF7E-85E3-2435-AAF9C0ED77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5" name="Line 34">
                        <a:extLst>
                          <a:ext uri="{FF2B5EF4-FFF2-40B4-BE49-F238E27FC236}">
                            <a16:creationId xmlns:a16="http://schemas.microsoft.com/office/drawing/2014/main" id="{C1B055B8-33A9-5270-D66C-B35458B5DF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6" name="Line 35">
                        <a:extLst>
                          <a:ext uri="{FF2B5EF4-FFF2-40B4-BE49-F238E27FC236}">
                            <a16:creationId xmlns:a16="http://schemas.microsoft.com/office/drawing/2014/main" id="{80AB7D7A-B4ED-A1EB-527F-C775C95A9B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7" name="Line 36">
                        <a:extLst>
                          <a:ext uri="{FF2B5EF4-FFF2-40B4-BE49-F238E27FC236}">
                            <a16:creationId xmlns:a16="http://schemas.microsoft.com/office/drawing/2014/main" id="{BE4854A1-D45B-CD77-CD89-5A5633A52A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8" name="Line 37">
                        <a:extLst>
                          <a:ext uri="{FF2B5EF4-FFF2-40B4-BE49-F238E27FC236}">
                            <a16:creationId xmlns:a16="http://schemas.microsoft.com/office/drawing/2014/main" id="{B34C677E-1ECD-62EF-7037-79A3357DB7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9" name="Line 38">
                        <a:extLst>
                          <a:ext uri="{FF2B5EF4-FFF2-40B4-BE49-F238E27FC236}">
                            <a16:creationId xmlns:a16="http://schemas.microsoft.com/office/drawing/2014/main" id="{29EFCFCB-64F2-9DD5-CAB8-86B20C39B8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6" name="Line 39">
                    <a:extLst>
                      <a:ext uri="{FF2B5EF4-FFF2-40B4-BE49-F238E27FC236}">
                        <a16:creationId xmlns:a16="http://schemas.microsoft.com/office/drawing/2014/main" id="{87EB7D39-D1F4-2077-1618-6AB79A5929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" name="Text Box 40">
                    <a:extLst>
                      <a:ext uri="{FF2B5EF4-FFF2-40B4-BE49-F238E27FC236}">
                        <a16:creationId xmlns:a16="http://schemas.microsoft.com/office/drawing/2014/main" id="{EC0A023E-A326-ADEB-53D9-EE21C7F7257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8" name="Text Box 41">
                    <a:extLst>
                      <a:ext uri="{FF2B5EF4-FFF2-40B4-BE49-F238E27FC236}">
                        <a16:creationId xmlns:a16="http://schemas.microsoft.com/office/drawing/2014/main" id="{AED64D3D-C235-ECA4-90BC-92B6333ADF2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9" name="Line 42">
                    <a:extLst>
                      <a:ext uri="{FF2B5EF4-FFF2-40B4-BE49-F238E27FC236}">
                        <a16:creationId xmlns:a16="http://schemas.microsoft.com/office/drawing/2014/main" id="{3FB4B078-7D3F-887A-2B1A-0E026643F5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3">
                    <a:extLst>
                      <a:ext uri="{FF2B5EF4-FFF2-40B4-BE49-F238E27FC236}">
                        <a16:creationId xmlns:a16="http://schemas.microsoft.com/office/drawing/2014/main" id="{FD05EB63-8B41-7E1E-CE50-D46EDCC661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Line 44">
                    <a:extLst>
                      <a:ext uri="{FF2B5EF4-FFF2-40B4-BE49-F238E27FC236}">
                        <a16:creationId xmlns:a16="http://schemas.microsoft.com/office/drawing/2014/main" id="{88E81DF4-9582-E5B9-E652-BB867D0387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Text Box 45">
                    <a:extLst>
                      <a:ext uri="{FF2B5EF4-FFF2-40B4-BE49-F238E27FC236}">
                        <a16:creationId xmlns:a16="http://schemas.microsoft.com/office/drawing/2014/main" id="{4A82054C-DDAB-4DF5-CE87-2A4C222A548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" name="Text Box 46">
                    <a:extLst>
                      <a:ext uri="{FF2B5EF4-FFF2-40B4-BE49-F238E27FC236}">
                        <a16:creationId xmlns:a16="http://schemas.microsoft.com/office/drawing/2014/main" id="{C6122737-2AB7-235E-F9B6-B1A8DC9855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" name="Text Box 47">
                    <a:extLst>
                      <a:ext uri="{FF2B5EF4-FFF2-40B4-BE49-F238E27FC236}">
                        <a16:creationId xmlns:a16="http://schemas.microsoft.com/office/drawing/2014/main" id="{6B2604D2-F403-6EC0-214F-A4E7583ADA5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3" name="Text Box 48">
                    <a:extLst>
                      <a:ext uri="{FF2B5EF4-FFF2-40B4-BE49-F238E27FC236}">
                        <a16:creationId xmlns:a16="http://schemas.microsoft.com/office/drawing/2014/main" id="{D68A8AB2-B843-89F9-BAEC-81D43A7F112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4" name="Text Box 49">
                    <a:extLst>
                      <a:ext uri="{FF2B5EF4-FFF2-40B4-BE49-F238E27FC236}">
                        <a16:creationId xmlns:a16="http://schemas.microsoft.com/office/drawing/2014/main" id="{33EF85AF-0B40-6892-5856-128A70D4ABB0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7" name="Text Box 50">
                    <a:extLst>
                      <a:ext uri="{FF2B5EF4-FFF2-40B4-BE49-F238E27FC236}">
                        <a16:creationId xmlns:a16="http://schemas.microsoft.com/office/drawing/2014/main" id="{B363BC1E-4047-1003-64D0-CCAA2F8C3B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8" name="Text Box 51">
                    <a:extLst>
                      <a:ext uri="{FF2B5EF4-FFF2-40B4-BE49-F238E27FC236}">
                        <a16:creationId xmlns:a16="http://schemas.microsoft.com/office/drawing/2014/main" id="{E29B0C5D-67DE-7F03-A4AC-8ED4AA172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0" name="Text Box 52">
                    <a:extLst>
                      <a:ext uri="{FF2B5EF4-FFF2-40B4-BE49-F238E27FC236}">
                        <a16:creationId xmlns:a16="http://schemas.microsoft.com/office/drawing/2014/main" id="{71075461-E448-A99B-8DF4-569E593F43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2" name="Text Box 53">
                    <a:extLst>
                      <a:ext uri="{FF2B5EF4-FFF2-40B4-BE49-F238E27FC236}">
                        <a16:creationId xmlns:a16="http://schemas.microsoft.com/office/drawing/2014/main" id="{62FDC17C-F6D5-D005-40BF-9D1E5B50A9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86" name="Line 153">
                    <a:extLst>
                      <a:ext uri="{FF2B5EF4-FFF2-40B4-BE49-F238E27FC236}">
                        <a16:creationId xmlns:a16="http://schemas.microsoft.com/office/drawing/2014/main" id="{22F0FCB2-0212-E5F0-E998-FC88BFD9FC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Text Box 154">
                    <a:extLst>
                      <a:ext uri="{FF2B5EF4-FFF2-40B4-BE49-F238E27FC236}">
                        <a16:creationId xmlns:a16="http://schemas.microsoft.com/office/drawing/2014/main" id="{E18BE5B0-4854-D020-E299-6B330F4BEF0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7" name="Text Box 41">
                <a:extLst>
                  <a:ext uri="{FF2B5EF4-FFF2-40B4-BE49-F238E27FC236}">
                    <a16:creationId xmlns:a16="http://schemas.microsoft.com/office/drawing/2014/main" id="{022BCE7E-D29A-C1DC-7C12-C0280E8CEF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D049077-63D7-625E-E36F-5D648C1B7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77CF7AC1-6101-2375-A151-2DD503F9C0D9}"/>
              </a:ext>
            </a:extLst>
          </p:cNvPr>
          <p:cNvGrpSpPr/>
          <p:nvPr/>
        </p:nvGrpSpPr>
        <p:grpSpPr>
          <a:xfrm>
            <a:off x="4932040" y="66336"/>
            <a:ext cx="4191655" cy="1065725"/>
            <a:chOff x="3109309" y="5917230"/>
            <a:chExt cx="3345284" cy="997923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9D1C52B-B7DA-B1A1-CEF0-5B9448A81E4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7" name="Group 9">
                <a:extLst>
                  <a:ext uri="{FF2B5EF4-FFF2-40B4-BE49-F238E27FC236}">
                    <a16:creationId xmlns:a16="http://schemas.microsoft.com/office/drawing/2014/main" id="{413F8F7E-E772-10EB-004B-2D71A1AFE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9" name="Rectangle 10">
                  <a:extLst>
                    <a:ext uri="{FF2B5EF4-FFF2-40B4-BE49-F238E27FC236}">
                      <a16:creationId xmlns:a16="http://schemas.microsoft.com/office/drawing/2014/main" id="{C6941DBD-8736-79B1-F4F6-7722FB32C3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0DFE7B68-779A-A229-B0A3-3439E32C5ED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2476F547-F925-E6F4-8DF2-F72A7BD60E7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54" name="Rectangle 6">
                      <a:extLst>
                        <a:ext uri="{FF2B5EF4-FFF2-40B4-BE49-F238E27FC236}">
                          <a16:creationId xmlns:a16="http://schemas.microsoft.com/office/drawing/2014/main" id="{4FF8B0E3-A338-D4FF-A170-30F9CC5F6ED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5" name="Group 7">
                      <a:extLst>
                        <a:ext uri="{FF2B5EF4-FFF2-40B4-BE49-F238E27FC236}">
                          <a16:creationId xmlns:a16="http://schemas.microsoft.com/office/drawing/2014/main" id="{64E8FACD-6160-A2E5-98DA-87536286E7E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6" name="Line 9">
                        <a:extLst>
                          <a:ext uri="{FF2B5EF4-FFF2-40B4-BE49-F238E27FC236}">
                            <a16:creationId xmlns:a16="http://schemas.microsoft.com/office/drawing/2014/main" id="{7C2E7418-FCF2-4841-1D21-27316B37B9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0">
                        <a:extLst>
                          <a:ext uri="{FF2B5EF4-FFF2-40B4-BE49-F238E27FC236}">
                            <a16:creationId xmlns:a16="http://schemas.microsoft.com/office/drawing/2014/main" id="{88BED365-DC74-5D50-0F26-5EAEA338F0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1">
                        <a:extLst>
                          <a:ext uri="{FF2B5EF4-FFF2-40B4-BE49-F238E27FC236}">
                            <a16:creationId xmlns:a16="http://schemas.microsoft.com/office/drawing/2014/main" id="{81291299-45BD-5434-EFAA-867FA2A51C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2">
                        <a:extLst>
                          <a:ext uri="{FF2B5EF4-FFF2-40B4-BE49-F238E27FC236}">
                            <a16:creationId xmlns:a16="http://schemas.microsoft.com/office/drawing/2014/main" id="{978EE93E-9D8D-AC93-E26A-54F1E28967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3">
                        <a:extLst>
                          <a:ext uri="{FF2B5EF4-FFF2-40B4-BE49-F238E27FC236}">
                            <a16:creationId xmlns:a16="http://schemas.microsoft.com/office/drawing/2014/main" id="{7A9386B0-8CDF-D0E1-4996-DE353FEBA7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4">
                        <a:extLst>
                          <a:ext uri="{FF2B5EF4-FFF2-40B4-BE49-F238E27FC236}">
                            <a16:creationId xmlns:a16="http://schemas.microsoft.com/office/drawing/2014/main" id="{10E170BA-E8DA-D12C-1026-046426E66BC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5">
                        <a:extLst>
                          <a:ext uri="{FF2B5EF4-FFF2-40B4-BE49-F238E27FC236}">
                            <a16:creationId xmlns:a16="http://schemas.microsoft.com/office/drawing/2014/main" id="{BB4FBDB6-7ABB-6F38-1030-5DA75C0C09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6">
                        <a:extLst>
                          <a:ext uri="{FF2B5EF4-FFF2-40B4-BE49-F238E27FC236}">
                            <a16:creationId xmlns:a16="http://schemas.microsoft.com/office/drawing/2014/main" id="{FE508995-BC19-40D2-2951-35A2760BCDF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7">
                        <a:extLst>
                          <a:ext uri="{FF2B5EF4-FFF2-40B4-BE49-F238E27FC236}">
                            <a16:creationId xmlns:a16="http://schemas.microsoft.com/office/drawing/2014/main" id="{E50F9791-2077-ED97-DA3C-D73F5D0AD47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18">
                        <a:extLst>
                          <a:ext uri="{FF2B5EF4-FFF2-40B4-BE49-F238E27FC236}">
                            <a16:creationId xmlns:a16="http://schemas.microsoft.com/office/drawing/2014/main" id="{34278969-D486-55C3-F033-641875011E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19">
                        <a:extLst>
                          <a:ext uri="{FF2B5EF4-FFF2-40B4-BE49-F238E27FC236}">
                            <a16:creationId xmlns:a16="http://schemas.microsoft.com/office/drawing/2014/main" id="{ED9B907D-340B-EA50-0D1B-2EA20F72D07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0">
                        <a:extLst>
                          <a:ext uri="{FF2B5EF4-FFF2-40B4-BE49-F238E27FC236}">
                            <a16:creationId xmlns:a16="http://schemas.microsoft.com/office/drawing/2014/main" id="{CEF129E5-F48A-DCF8-ABC1-283928F2EB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1">
                        <a:extLst>
                          <a:ext uri="{FF2B5EF4-FFF2-40B4-BE49-F238E27FC236}">
                            <a16:creationId xmlns:a16="http://schemas.microsoft.com/office/drawing/2014/main" id="{7EA88FAF-67B2-BCC1-64A2-D54EDE83E85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2">
                        <a:extLst>
                          <a:ext uri="{FF2B5EF4-FFF2-40B4-BE49-F238E27FC236}">
                            <a16:creationId xmlns:a16="http://schemas.microsoft.com/office/drawing/2014/main" id="{33E0D0C0-F7E5-ADFC-A8DD-5D0315877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3">
                        <a:extLst>
                          <a:ext uri="{FF2B5EF4-FFF2-40B4-BE49-F238E27FC236}">
                            <a16:creationId xmlns:a16="http://schemas.microsoft.com/office/drawing/2014/main" id="{318D56DE-A1FE-9E1A-B644-01C75A924D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4">
                        <a:extLst>
                          <a:ext uri="{FF2B5EF4-FFF2-40B4-BE49-F238E27FC236}">
                            <a16:creationId xmlns:a16="http://schemas.microsoft.com/office/drawing/2014/main" id="{DC4FE4CF-3F0C-331F-2A3F-15AA56F4B55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5">
                        <a:extLst>
                          <a:ext uri="{FF2B5EF4-FFF2-40B4-BE49-F238E27FC236}">
                            <a16:creationId xmlns:a16="http://schemas.microsoft.com/office/drawing/2014/main" id="{325C04FD-FB3D-16BB-28E7-635186A611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6">
                        <a:extLst>
                          <a:ext uri="{FF2B5EF4-FFF2-40B4-BE49-F238E27FC236}">
                            <a16:creationId xmlns:a16="http://schemas.microsoft.com/office/drawing/2014/main" id="{8744F1F4-5082-E820-65F2-8087E7058A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7">
                        <a:extLst>
                          <a:ext uri="{FF2B5EF4-FFF2-40B4-BE49-F238E27FC236}">
                            <a16:creationId xmlns:a16="http://schemas.microsoft.com/office/drawing/2014/main" id="{850E166E-15B6-472B-5E7F-F3599B9E63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28">
                        <a:extLst>
                          <a:ext uri="{FF2B5EF4-FFF2-40B4-BE49-F238E27FC236}">
                            <a16:creationId xmlns:a16="http://schemas.microsoft.com/office/drawing/2014/main" id="{97C45AFB-E185-8299-2C61-DF9FACF3C02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29">
                        <a:extLst>
                          <a:ext uri="{FF2B5EF4-FFF2-40B4-BE49-F238E27FC236}">
                            <a16:creationId xmlns:a16="http://schemas.microsoft.com/office/drawing/2014/main" id="{3E7CE82D-2151-0385-822A-27AF3D59B1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0">
                        <a:extLst>
                          <a:ext uri="{FF2B5EF4-FFF2-40B4-BE49-F238E27FC236}">
                            <a16:creationId xmlns:a16="http://schemas.microsoft.com/office/drawing/2014/main" id="{AB7CB880-2F16-61E3-311C-D0303B2581F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1">
                        <a:extLst>
                          <a:ext uri="{FF2B5EF4-FFF2-40B4-BE49-F238E27FC236}">
                            <a16:creationId xmlns:a16="http://schemas.microsoft.com/office/drawing/2014/main" id="{28244360-EE66-A315-EED3-E053B241B5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2">
                        <a:extLst>
                          <a:ext uri="{FF2B5EF4-FFF2-40B4-BE49-F238E27FC236}">
                            <a16:creationId xmlns:a16="http://schemas.microsoft.com/office/drawing/2014/main" id="{7BFC4D3E-1B0E-7C7B-3A29-6302DDC3A1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3">
                        <a:extLst>
                          <a:ext uri="{FF2B5EF4-FFF2-40B4-BE49-F238E27FC236}">
                            <a16:creationId xmlns:a16="http://schemas.microsoft.com/office/drawing/2014/main" id="{2D9204E8-D70B-D295-AF4D-268B73FEE62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4">
                        <a:extLst>
                          <a:ext uri="{FF2B5EF4-FFF2-40B4-BE49-F238E27FC236}">
                            <a16:creationId xmlns:a16="http://schemas.microsoft.com/office/drawing/2014/main" id="{622EC613-DBE1-A0CC-BA58-A84C4331CB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5">
                        <a:extLst>
                          <a:ext uri="{FF2B5EF4-FFF2-40B4-BE49-F238E27FC236}">
                            <a16:creationId xmlns:a16="http://schemas.microsoft.com/office/drawing/2014/main" id="{C2A004A3-025D-197A-CF8D-61397B9F4B3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6">
                        <a:extLst>
                          <a:ext uri="{FF2B5EF4-FFF2-40B4-BE49-F238E27FC236}">
                            <a16:creationId xmlns:a16="http://schemas.microsoft.com/office/drawing/2014/main" id="{A245E3AF-D9DD-3E8F-2D57-80834F915C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37">
                        <a:extLst>
                          <a:ext uri="{FF2B5EF4-FFF2-40B4-BE49-F238E27FC236}">
                            <a16:creationId xmlns:a16="http://schemas.microsoft.com/office/drawing/2014/main" id="{95DCA328-44E5-E261-2A35-7BE670976A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38">
                        <a:extLst>
                          <a:ext uri="{FF2B5EF4-FFF2-40B4-BE49-F238E27FC236}">
                            <a16:creationId xmlns:a16="http://schemas.microsoft.com/office/drawing/2014/main" id="{991C6F93-E88A-A94B-B84A-146334FF18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8" name="Line 39">
                    <a:extLst>
                      <a:ext uri="{FF2B5EF4-FFF2-40B4-BE49-F238E27FC236}">
                        <a16:creationId xmlns:a16="http://schemas.microsoft.com/office/drawing/2014/main" id="{4ADF6D8F-EDBE-5853-DDC1-53B15A08C9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0" name="Text Box 40">
                    <a:extLst>
                      <a:ext uri="{FF2B5EF4-FFF2-40B4-BE49-F238E27FC236}">
                        <a16:creationId xmlns:a16="http://schemas.microsoft.com/office/drawing/2014/main" id="{A970DAFF-29F6-2858-AF8B-E7C19A071F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2" name="Text Box 41">
                    <a:extLst>
                      <a:ext uri="{FF2B5EF4-FFF2-40B4-BE49-F238E27FC236}">
                        <a16:creationId xmlns:a16="http://schemas.microsoft.com/office/drawing/2014/main" id="{18F99E4E-D392-F5B1-9843-B5900BCED5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3" name="Line 42">
                    <a:extLst>
                      <a:ext uri="{FF2B5EF4-FFF2-40B4-BE49-F238E27FC236}">
                        <a16:creationId xmlns:a16="http://schemas.microsoft.com/office/drawing/2014/main" id="{9576C1D3-9718-1FE0-5080-B460DDFF98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43">
                    <a:extLst>
                      <a:ext uri="{FF2B5EF4-FFF2-40B4-BE49-F238E27FC236}">
                        <a16:creationId xmlns:a16="http://schemas.microsoft.com/office/drawing/2014/main" id="{9177E9AD-3F45-3C76-4A5F-74F7D1002D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4">
                    <a:extLst>
                      <a:ext uri="{FF2B5EF4-FFF2-40B4-BE49-F238E27FC236}">
                        <a16:creationId xmlns:a16="http://schemas.microsoft.com/office/drawing/2014/main" id="{3C1EC31F-68F5-0540-F20B-CCCC93914F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Text Box 45">
                    <a:extLst>
                      <a:ext uri="{FF2B5EF4-FFF2-40B4-BE49-F238E27FC236}">
                        <a16:creationId xmlns:a16="http://schemas.microsoft.com/office/drawing/2014/main" id="{BA8B1D59-896B-31CC-E65B-9A770380562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3AD44511-C910-6220-BE4E-6912433E383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BD8082B-5F0C-F775-50F8-C81ABD8C632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910E3659-CBA3-9219-2005-75A67C8829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49">
                    <a:extLst>
                      <a:ext uri="{FF2B5EF4-FFF2-40B4-BE49-F238E27FC236}">
                        <a16:creationId xmlns:a16="http://schemas.microsoft.com/office/drawing/2014/main" id="{49FDA51B-7283-AF3F-29F2-DDD8BD85697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6" name="Text Box 50">
                    <a:extLst>
                      <a:ext uri="{FF2B5EF4-FFF2-40B4-BE49-F238E27FC236}">
                        <a16:creationId xmlns:a16="http://schemas.microsoft.com/office/drawing/2014/main" id="{876AC1BE-8A99-6F82-A9F0-91D4F583539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9" name="Text Box 51">
                    <a:extLst>
                      <a:ext uri="{FF2B5EF4-FFF2-40B4-BE49-F238E27FC236}">
                        <a16:creationId xmlns:a16="http://schemas.microsoft.com/office/drawing/2014/main" id="{B25922F6-8531-42D3-9A27-E6C0198C55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50" name="Text Box 52">
                    <a:extLst>
                      <a:ext uri="{FF2B5EF4-FFF2-40B4-BE49-F238E27FC236}">
                        <a16:creationId xmlns:a16="http://schemas.microsoft.com/office/drawing/2014/main" id="{942AF5F1-E8EA-5FAB-E5B9-F2474EFBE80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1" name="Text Box 53">
                    <a:extLst>
                      <a:ext uri="{FF2B5EF4-FFF2-40B4-BE49-F238E27FC236}">
                        <a16:creationId xmlns:a16="http://schemas.microsoft.com/office/drawing/2014/main" id="{CDE4D21B-31D7-0991-4F07-6F2609A84F3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2" name="Line 153">
                    <a:extLst>
                      <a:ext uri="{FF2B5EF4-FFF2-40B4-BE49-F238E27FC236}">
                        <a16:creationId xmlns:a16="http://schemas.microsoft.com/office/drawing/2014/main" id="{EA06FA88-91EB-BF96-B198-1089609BBB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Text Box 154">
                    <a:extLst>
                      <a:ext uri="{FF2B5EF4-FFF2-40B4-BE49-F238E27FC236}">
                        <a16:creationId xmlns:a16="http://schemas.microsoft.com/office/drawing/2014/main" id="{408E6FDD-7EF5-4F76-3F22-E15A0B084D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BB7BF779-CF16-FA99-D67C-8A316279733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962DBE05-F535-6182-39B5-FA75B4E7D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80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42114</TotalTime>
  <Words>8869</Words>
  <Application>Microsoft Macintosh PowerPoint</Application>
  <PresentationFormat>Presentación en pantalla (4:3)</PresentationFormat>
  <Paragraphs>2661</Paragraphs>
  <Slides>80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80</vt:i4>
      </vt:variant>
      <vt:variant>
        <vt:lpstr>Presentaciones personalizadas</vt:lpstr>
      </vt:variant>
      <vt:variant>
        <vt:i4>2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Selección de instrucciones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s. quintana-orti</cp:lastModifiedBy>
  <cp:revision>1144</cp:revision>
  <cp:lastPrinted>2013-09-09T11:28:19Z</cp:lastPrinted>
  <dcterms:created xsi:type="dcterms:W3CDTF">2012-09-17T10:12:03Z</dcterms:created>
  <dcterms:modified xsi:type="dcterms:W3CDTF">2026-10-08T10:20:26Z</dcterms:modified>
</cp:coreProperties>
</file>