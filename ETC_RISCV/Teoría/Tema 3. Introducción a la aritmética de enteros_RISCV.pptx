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483682" r:id="rId1"/>
  </p:sldMasterIdLst>
  <p:notesMasterIdLst>
    <p:notesMasterId r:id="rId90"/>
  </p:notesMasterIdLst>
  <p:handoutMasterIdLst>
    <p:handoutMasterId r:id="rId91"/>
  </p:handoutMasterIdLst>
  <p:sldIdLst>
    <p:sldId id="278" r:id="rId2"/>
    <p:sldId id="489" r:id="rId3"/>
    <p:sldId id="635" r:id="rId4"/>
    <p:sldId id="636" r:id="rId5"/>
    <p:sldId id="637" r:id="rId6"/>
    <p:sldId id="638" r:id="rId7"/>
    <p:sldId id="639" r:id="rId8"/>
    <p:sldId id="640" r:id="rId9"/>
    <p:sldId id="641" r:id="rId10"/>
    <p:sldId id="642" r:id="rId11"/>
    <p:sldId id="645" r:id="rId12"/>
    <p:sldId id="644" r:id="rId13"/>
    <p:sldId id="646" r:id="rId14"/>
    <p:sldId id="647" r:id="rId15"/>
    <p:sldId id="726" r:id="rId16"/>
    <p:sldId id="648" r:id="rId17"/>
    <p:sldId id="649" r:id="rId18"/>
    <p:sldId id="650" r:id="rId19"/>
    <p:sldId id="651" r:id="rId20"/>
    <p:sldId id="652" r:id="rId21"/>
    <p:sldId id="653" r:id="rId22"/>
    <p:sldId id="655" r:id="rId23"/>
    <p:sldId id="656" r:id="rId24"/>
    <p:sldId id="657" r:id="rId25"/>
    <p:sldId id="658" r:id="rId26"/>
    <p:sldId id="659" r:id="rId27"/>
    <p:sldId id="660" r:id="rId28"/>
    <p:sldId id="661" r:id="rId29"/>
    <p:sldId id="662" r:id="rId30"/>
    <p:sldId id="663" r:id="rId31"/>
    <p:sldId id="664" r:id="rId32"/>
    <p:sldId id="665" r:id="rId33"/>
    <p:sldId id="666" r:id="rId34"/>
    <p:sldId id="667" r:id="rId35"/>
    <p:sldId id="669" r:id="rId36"/>
    <p:sldId id="670" r:id="rId37"/>
    <p:sldId id="727" r:id="rId38"/>
    <p:sldId id="671" r:id="rId39"/>
    <p:sldId id="566" r:id="rId40"/>
    <p:sldId id="673" r:id="rId41"/>
    <p:sldId id="672" r:id="rId42"/>
    <p:sldId id="674" r:id="rId43"/>
    <p:sldId id="675" r:id="rId44"/>
    <p:sldId id="676" r:id="rId45"/>
    <p:sldId id="677" r:id="rId46"/>
    <p:sldId id="678" r:id="rId47"/>
    <p:sldId id="679" r:id="rId48"/>
    <p:sldId id="680" r:id="rId49"/>
    <p:sldId id="681" r:id="rId50"/>
    <p:sldId id="682" r:id="rId51"/>
    <p:sldId id="683" r:id="rId52"/>
    <p:sldId id="684" r:id="rId53"/>
    <p:sldId id="686" r:id="rId54"/>
    <p:sldId id="685" r:id="rId55"/>
    <p:sldId id="687" r:id="rId56"/>
    <p:sldId id="688" r:id="rId57"/>
    <p:sldId id="689" r:id="rId58"/>
    <p:sldId id="690" r:id="rId59"/>
    <p:sldId id="691" r:id="rId60"/>
    <p:sldId id="692" r:id="rId61"/>
    <p:sldId id="694" r:id="rId62"/>
    <p:sldId id="695" r:id="rId63"/>
    <p:sldId id="696" r:id="rId64"/>
    <p:sldId id="697" r:id="rId65"/>
    <p:sldId id="698" r:id="rId66"/>
    <p:sldId id="699" r:id="rId67"/>
    <p:sldId id="700" r:id="rId68"/>
    <p:sldId id="701" r:id="rId69"/>
    <p:sldId id="702" r:id="rId70"/>
    <p:sldId id="703" r:id="rId71"/>
    <p:sldId id="704" r:id="rId72"/>
    <p:sldId id="725" r:id="rId73"/>
    <p:sldId id="705" r:id="rId74"/>
    <p:sldId id="706" r:id="rId75"/>
    <p:sldId id="707" r:id="rId76"/>
    <p:sldId id="709" r:id="rId77"/>
    <p:sldId id="710" r:id="rId78"/>
    <p:sldId id="711" r:id="rId79"/>
    <p:sldId id="712" r:id="rId80"/>
    <p:sldId id="713" r:id="rId81"/>
    <p:sldId id="714" r:id="rId82"/>
    <p:sldId id="722" r:id="rId83"/>
    <p:sldId id="723" r:id="rId84"/>
    <p:sldId id="715" r:id="rId85"/>
    <p:sldId id="728" r:id="rId86"/>
    <p:sldId id="717" r:id="rId87"/>
    <p:sldId id="719" r:id="rId88"/>
    <p:sldId id="720" r:id="rId89"/>
  </p:sldIdLst>
  <p:sldSz cx="9144000" cy="6858000" type="screen4x3"/>
  <p:notesSz cx="7099300" cy="10234613"/>
  <p:defaultTextStyle>
    <a:defPPr>
      <a:defRPr lang="es-ES_tradnl"/>
    </a:defPPr>
    <a:lvl1pPr algn="l" rtl="0" eaLnBrk="0" fontAlgn="base" hangingPunct="0">
      <a:spcBef>
        <a:spcPct val="0"/>
      </a:spcBef>
      <a:spcAft>
        <a:spcPct val="0"/>
      </a:spcAft>
      <a:defRPr sz="2000" kern="1200">
        <a:solidFill>
          <a:srgbClr val="FFFFFF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000" kern="1200">
        <a:solidFill>
          <a:srgbClr val="FFFFFF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000" kern="1200">
        <a:solidFill>
          <a:srgbClr val="FFFFFF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000" kern="1200">
        <a:solidFill>
          <a:srgbClr val="FFFFFF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000" kern="1200">
        <a:solidFill>
          <a:srgbClr val="FFFFFF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2000" kern="1200">
        <a:solidFill>
          <a:srgbClr val="FFFFFF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2000" kern="1200">
        <a:solidFill>
          <a:srgbClr val="FFFFFF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2000" kern="1200">
        <a:solidFill>
          <a:srgbClr val="FFFFFF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2000" kern="1200">
        <a:solidFill>
          <a:srgbClr val="FFFFFF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>
          <p15:clr>
            <a:srgbClr val="A4A3A4"/>
          </p15:clr>
        </p15:guide>
        <p15:guide id="2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4">
          <p15:clr>
            <a:srgbClr val="A4A3A4"/>
          </p15:clr>
        </p15:guide>
        <p15:guide id="2" pos="2236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6699"/>
    <a:srgbClr val="FFFFFF"/>
    <a:srgbClr val="010000"/>
    <a:srgbClr val="FF9966"/>
    <a:srgbClr val="65642E"/>
    <a:srgbClr val="00FF00"/>
    <a:srgbClr val="00FF99"/>
    <a:srgbClr val="00547E"/>
    <a:srgbClr val="FFFF99"/>
    <a:srgbClr val="00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Estilo me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D7AC3CCA-C797-4891-BE02-D94E43425B78}" styleName="Estilo medio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854" autoAdjust="0"/>
    <p:restoredTop sz="86335" autoAdjust="0"/>
  </p:normalViewPr>
  <p:slideViewPr>
    <p:cSldViewPr>
      <p:cViewPr varScale="1">
        <p:scale>
          <a:sx n="89" d="100"/>
          <a:sy n="89" d="100"/>
        </p:scale>
        <p:origin x="1776" y="168"/>
      </p:cViewPr>
      <p:guideLst>
        <p:guide orient="horz"/>
        <p:guide/>
      </p:guideLst>
    </p:cSldViewPr>
  </p:slideViewPr>
  <p:outlineViewPr>
    <p:cViewPr>
      <p:scale>
        <a:sx n="33" d="100"/>
        <a:sy n="33" d="100"/>
      </p:scale>
      <p:origin x="0" y="-28509"/>
    </p:cViewPr>
    <p:sldLst>
      <p:sld r:id="rId1" collapse="1"/>
      <p:sld r:id="rId2" collapse="1"/>
      <p:sld r:id="rId3" collapse="1"/>
      <p:sld r:id="rId4" collapse="1"/>
      <p:sld r:id="rId5" collapse="1"/>
      <p:sld r:id="rId6" collapse="1"/>
      <p:sld r:id="rId7" collapse="1"/>
      <p:sld r:id="rId8" collapse="1"/>
      <p:sld r:id="rId9" collapse="1"/>
      <p:sld r:id="rId10" collapse="1"/>
      <p:sld r:id="rId11" collapse="1"/>
      <p:sld r:id="rId12" collapse="1"/>
      <p:sld r:id="rId13" collapse="1"/>
      <p:sld r:id="rId14" collapse="1"/>
      <p:sld r:id="rId15" collapse="1"/>
      <p:sld r:id="rId16" collapse="1"/>
      <p:sld r:id="rId17" collapse="1"/>
      <p:sld r:id="rId18" collapse="1"/>
      <p:sld r:id="rId19" collapse="1"/>
      <p:sld r:id="rId20" collapse="1"/>
      <p:sld r:id="rId21" collapse="1"/>
      <p:sld r:id="rId22" collapse="1"/>
      <p:sld r:id="rId23" collapse="1"/>
      <p:sld r:id="rId24" collapse="1"/>
      <p:sld r:id="rId25" collapse="1"/>
      <p:sld r:id="rId26" collapse="1"/>
      <p:sld r:id="rId27" collapse="1"/>
      <p:sld r:id="rId28" collapse="1"/>
      <p:sld r:id="rId29" collapse="1"/>
      <p:sld r:id="rId30" collapse="1"/>
      <p:sld r:id="rId31" collapse="1"/>
      <p:sld r:id="rId32" collapse="1"/>
      <p:sld r:id="rId33" collapse="1"/>
      <p:sld r:id="rId34" collapse="1"/>
      <p:sld r:id="rId35" collapse="1"/>
      <p:sld r:id="rId36" collapse="1"/>
      <p:sld r:id="rId37" collapse="1"/>
      <p:sld r:id="rId38" collapse="1"/>
      <p:sld r:id="rId39" collapse="1"/>
      <p:sld r:id="rId40" collapse="1"/>
      <p:sld r:id="rId41" collapse="1"/>
      <p:sld r:id="rId42" collapse="1"/>
      <p:sld r:id="rId43" collapse="1"/>
      <p:sld r:id="rId44" collapse="1"/>
      <p:sld r:id="rId45" collapse="1"/>
      <p:sld r:id="rId46" collapse="1"/>
      <p:sld r:id="rId47" collapse="1"/>
      <p:sld r:id="rId48" collapse="1"/>
      <p:sld r:id="rId49" collapse="1"/>
      <p:sld r:id="rId50" collapse="1"/>
      <p:sld r:id="rId51" collapse="1"/>
      <p:sld r:id="rId52" collapse="1"/>
      <p:sld r:id="rId53" collapse="1"/>
      <p:sld r:id="rId54" collapse="1"/>
      <p:sld r:id="rId55" collapse="1"/>
      <p:sld r:id="rId56" collapse="1"/>
      <p:sld r:id="rId57" collapse="1"/>
      <p:sld r:id="rId58" collapse="1"/>
      <p:sld r:id="rId59" collapse="1"/>
      <p:sld r:id="rId60" collapse="1"/>
      <p:sld r:id="rId61" collapse="1"/>
      <p:sld r:id="rId62" collapse="1"/>
      <p:sld r:id="rId63" collapse="1"/>
      <p:sld r:id="rId64" collapse="1"/>
      <p:sld r:id="rId65" collapse="1"/>
      <p:sld r:id="rId66" collapse="1"/>
      <p:sld r:id="rId67" collapse="1"/>
      <p:sld r:id="rId68" collapse="1"/>
      <p:sld r:id="rId69" collapse="1"/>
      <p:sld r:id="rId70" collapse="1"/>
      <p:sld r:id="rId71" collapse="1"/>
      <p:sld r:id="rId72" collapse="1"/>
      <p:sld r:id="rId73" collapse="1"/>
      <p:sld r:id="rId74" collapse="1"/>
      <p:sld r:id="rId75" collapse="1"/>
      <p:sld r:id="rId76" collapse="1"/>
      <p:sld r:id="rId77" collapse="1"/>
      <p:sld r:id="rId78" collapse="1"/>
      <p:sld r:id="rId79" collapse="1"/>
      <p:sld r:id="rId80" collapse="1"/>
      <p:sld r:id="rId81" collapse="1"/>
      <p:sld r:id="rId82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-21293"/>
    </p:cViewPr>
  </p:sorterViewPr>
  <p:notesViewPr>
    <p:cSldViewPr>
      <p:cViewPr varScale="1">
        <p:scale>
          <a:sx n="73" d="100"/>
          <a:sy n="73" d="100"/>
        </p:scale>
        <p:origin x="-2202" y="-114"/>
      </p:cViewPr>
      <p:guideLst>
        <p:guide orient="horz" pos="3224"/>
        <p:guide pos="2236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notesMaster" Target="notesMasters/notesMaster1.xml"/><Relationship Id="rId95" Type="http://schemas.openxmlformats.org/officeDocument/2006/relationships/tableStyles" Target="tableStyles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presProps" Target="presProps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/Relationships>
</file>

<file path=ppt/_rels/viewProps.xml.rels><?xml version="1.0" encoding="UTF-8" standalone="yes"?>
<Relationships xmlns="http://schemas.openxmlformats.org/package/2006/relationships"><Relationship Id="rId26" Type="http://schemas.openxmlformats.org/officeDocument/2006/relationships/slide" Target="slides/slide29.xml"/><Relationship Id="rId21" Type="http://schemas.openxmlformats.org/officeDocument/2006/relationships/slide" Target="slides/slide24.xml"/><Relationship Id="rId42" Type="http://schemas.openxmlformats.org/officeDocument/2006/relationships/slide" Target="slides/slide47.xml"/><Relationship Id="rId47" Type="http://schemas.openxmlformats.org/officeDocument/2006/relationships/slide" Target="slides/slide52.xml"/><Relationship Id="rId63" Type="http://schemas.openxmlformats.org/officeDocument/2006/relationships/slide" Target="slides/slide68.xml"/><Relationship Id="rId68" Type="http://schemas.openxmlformats.org/officeDocument/2006/relationships/slide" Target="slides/slide73.xml"/><Relationship Id="rId16" Type="http://schemas.openxmlformats.org/officeDocument/2006/relationships/slide" Target="slides/slide19.xml"/><Relationship Id="rId11" Type="http://schemas.openxmlformats.org/officeDocument/2006/relationships/slide" Target="slides/slide13.xml"/><Relationship Id="rId32" Type="http://schemas.openxmlformats.org/officeDocument/2006/relationships/slide" Target="slides/slide35.xml"/><Relationship Id="rId37" Type="http://schemas.openxmlformats.org/officeDocument/2006/relationships/slide" Target="slides/slide42.xml"/><Relationship Id="rId53" Type="http://schemas.openxmlformats.org/officeDocument/2006/relationships/slide" Target="slides/slide58.xml"/><Relationship Id="rId58" Type="http://schemas.openxmlformats.org/officeDocument/2006/relationships/slide" Target="slides/slide63.xml"/><Relationship Id="rId74" Type="http://schemas.openxmlformats.org/officeDocument/2006/relationships/slide" Target="slides/slide79.xml"/><Relationship Id="rId79" Type="http://schemas.openxmlformats.org/officeDocument/2006/relationships/slide" Target="slides/slide84.xml"/><Relationship Id="rId5" Type="http://schemas.openxmlformats.org/officeDocument/2006/relationships/slide" Target="slides/slide7.xml"/><Relationship Id="rId61" Type="http://schemas.openxmlformats.org/officeDocument/2006/relationships/slide" Target="slides/slide66.xml"/><Relationship Id="rId82" Type="http://schemas.openxmlformats.org/officeDocument/2006/relationships/slide" Target="slides/slide88.xml"/><Relationship Id="rId19" Type="http://schemas.openxmlformats.org/officeDocument/2006/relationships/slide" Target="slides/slide22.xml"/><Relationship Id="rId14" Type="http://schemas.openxmlformats.org/officeDocument/2006/relationships/slide" Target="slides/slide17.xml"/><Relationship Id="rId22" Type="http://schemas.openxmlformats.org/officeDocument/2006/relationships/slide" Target="slides/slide25.xml"/><Relationship Id="rId27" Type="http://schemas.openxmlformats.org/officeDocument/2006/relationships/slide" Target="slides/slide30.xml"/><Relationship Id="rId30" Type="http://schemas.openxmlformats.org/officeDocument/2006/relationships/slide" Target="slides/slide33.xml"/><Relationship Id="rId35" Type="http://schemas.openxmlformats.org/officeDocument/2006/relationships/slide" Target="slides/slide40.xml"/><Relationship Id="rId43" Type="http://schemas.openxmlformats.org/officeDocument/2006/relationships/slide" Target="slides/slide48.xml"/><Relationship Id="rId48" Type="http://schemas.openxmlformats.org/officeDocument/2006/relationships/slide" Target="slides/slide53.xml"/><Relationship Id="rId56" Type="http://schemas.openxmlformats.org/officeDocument/2006/relationships/slide" Target="slides/slide61.xml"/><Relationship Id="rId64" Type="http://schemas.openxmlformats.org/officeDocument/2006/relationships/slide" Target="slides/slide69.xml"/><Relationship Id="rId69" Type="http://schemas.openxmlformats.org/officeDocument/2006/relationships/slide" Target="slides/slide74.xml"/><Relationship Id="rId77" Type="http://schemas.openxmlformats.org/officeDocument/2006/relationships/slide" Target="slides/slide82.xml"/><Relationship Id="rId8" Type="http://schemas.openxmlformats.org/officeDocument/2006/relationships/slide" Target="slides/slide10.xml"/><Relationship Id="rId51" Type="http://schemas.openxmlformats.org/officeDocument/2006/relationships/slide" Target="slides/slide56.xml"/><Relationship Id="rId72" Type="http://schemas.openxmlformats.org/officeDocument/2006/relationships/slide" Target="slides/slide77.xml"/><Relationship Id="rId80" Type="http://schemas.openxmlformats.org/officeDocument/2006/relationships/slide" Target="slides/slide86.xml"/><Relationship Id="rId3" Type="http://schemas.openxmlformats.org/officeDocument/2006/relationships/slide" Target="slides/slide5.xml"/><Relationship Id="rId12" Type="http://schemas.openxmlformats.org/officeDocument/2006/relationships/slide" Target="slides/slide14.xml"/><Relationship Id="rId17" Type="http://schemas.openxmlformats.org/officeDocument/2006/relationships/slide" Target="slides/slide20.xml"/><Relationship Id="rId25" Type="http://schemas.openxmlformats.org/officeDocument/2006/relationships/slide" Target="slides/slide28.xml"/><Relationship Id="rId33" Type="http://schemas.openxmlformats.org/officeDocument/2006/relationships/slide" Target="slides/slide36.xml"/><Relationship Id="rId38" Type="http://schemas.openxmlformats.org/officeDocument/2006/relationships/slide" Target="slides/slide43.xml"/><Relationship Id="rId46" Type="http://schemas.openxmlformats.org/officeDocument/2006/relationships/slide" Target="slides/slide51.xml"/><Relationship Id="rId59" Type="http://schemas.openxmlformats.org/officeDocument/2006/relationships/slide" Target="slides/slide64.xml"/><Relationship Id="rId67" Type="http://schemas.openxmlformats.org/officeDocument/2006/relationships/slide" Target="slides/slide72.xml"/><Relationship Id="rId20" Type="http://schemas.openxmlformats.org/officeDocument/2006/relationships/slide" Target="slides/slide23.xml"/><Relationship Id="rId41" Type="http://schemas.openxmlformats.org/officeDocument/2006/relationships/slide" Target="slides/slide46.xml"/><Relationship Id="rId54" Type="http://schemas.openxmlformats.org/officeDocument/2006/relationships/slide" Target="slides/slide59.xml"/><Relationship Id="rId62" Type="http://schemas.openxmlformats.org/officeDocument/2006/relationships/slide" Target="slides/slide67.xml"/><Relationship Id="rId70" Type="http://schemas.openxmlformats.org/officeDocument/2006/relationships/slide" Target="slides/slide75.xml"/><Relationship Id="rId75" Type="http://schemas.openxmlformats.org/officeDocument/2006/relationships/slide" Target="slides/slide80.xml"/><Relationship Id="rId1" Type="http://schemas.openxmlformats.org/officeDocument/2006/relationships/slide" Target="slides/slide3.xml"/><Relationship Id="rId6" Type="http://schemas.openxmlformats.org/officeDocument/2006/relationships/slide" Target="slides/slide8.xml"/><Relationship Id="rId15" Type="http://schemas.openxmlformats.org/officeDocument/2006/relationships/slide" Target="slides/slide18.xml"/><Relationship Id="rId23" Type="http://schemas.openxmlformats.org/officeDocument/2006/relationships/slide" Target="slides/slide26.xml"/><Relationship Id="rId28" Type="http://schemas.openxmlformats.org/officeDocument/2006/relationships/slide" Target="slides/slide31.xml"/><Relationship Id="rId36" Type="http://schemas.openxmlformats.org/officeDocument/2006/relationships/slide" Target="slides/slide41.xml"/><Relationship Id="rId49" Type="http://schemas.openxmlformats.org/officeDocument/2006/relationships/slide" Target="slides/slide54.xml"/><Relationship Id="rId57" Type="http://schemas.openxmlformats.org/officeDocument/2006/relationships/slide" Target="slides/slide62.xml"/><Relationship Id="rId10" Type="http://schemas.openxmlformats.org/officeDocument/2006/relationships/slide" Target="slides/slide12.xml"/><Relationship Id="rId31" Type="http://schemas.openxmlformats.org/officeDocument/2006/relationships/slide" Target="slides/slide34.xml"/><Relationship Id="rId44" Type="http://schemas.openxmlformats.org/officeDocument/2006/relationships/slide" Target="slides/slide49.xml"/><Relationship Id="rId52" Type="http://schemas.openxmlformats.org/officeDocument/2006/relationships/slide" Target="slides/slide57.xml"/><Relationship Id="rId60" Type="http://schemas.openxmlformats.org/officeDocument/2006/relationships/slide" Target="slides/slide65.xml"/><Relationship Id="rId65" Type="http://schemas.openxmlformats.org/officeDocument/2006/relationships/slide" Target="slides/slide70.xml"/><Relationship Id="rId73" Type="http://schemas.openxmlformats.org/officeDocument/2006/relationships/slide" Target="slides/slide78.xml"/><Relationship Id="rId78" Type="http://schemas.openxmlformats.org/officeDocument/2006/relationships/slide" Target="slides/slide83.xml"/><Relationship Id="rId81" Type="http://schemas.openxmlformats.org/officeDocument/2006/relationships/slide" Target="slides/slide87.xml"/><Relationship Id="rId4" Type="http://schemas.openxmlformats.org/officeDocument/2006/relationships/slide" Target="slides/slide6.xml"/><Relationship Id="rId9" Type="http://schemas.openxmlformats.org/officeDocument/2006/relationships/slide" Target="slides/slide11.xml"/><Relationship Id="rId13" Type="http://schemas.openxmlformats.org/officeDocument/2006/relationships/slide" Target="slides/slide16.xml"/><Relationship Id="rId18" Type="http://schemas.openxmlformats.org/officeDocument/2006/relationships/slide" Target="slides/slide21.xml"/><Relationship Id="rId39" Type="http://schemas.openxmlformats.org/officeDocument/2006/relationships/slide" Target="slides/slide44.xml"/><Relationship Id="rId34" Type="http://schemas.openxmlformats.org/officeDocument/2006/relationships/slide" Target="slides/slide38.xml"/><Relationship Id="rId50" Type="http://schemas.openxmlformats.org/officeDocument/2006/relationships/slide" Target="slides/slide55.xml"/><Relationship Id="rId55" Type="http://schemas.openxmlformats.org/officeDocument/2006/relationships/slide" Target="slides/slide60.xml"/><Relationship Id="rId76" Type="http://schemas.openxmlformats.org/officeDocument/2006/relationships/slide" Target="slides/slide81.xml"/><Relationship Id="rId7" Type="http://schemas.openxmlformats.org/officeDocument/2006/relationships/slide" Target="slides/slide9.xml"/><Relationship Id="rId71" Type="http://schemas.openxmlformats.org/officeDocument/2006/relationships/slide" Target="slides/slide76.xml"/><Relationship Id="rId2" Type="http://schemas.openxmlformats.org/officeDocument/2006/relationships/slide" Target="slides/slide4.xml"/><Relationship Id="rId29" Type="http://schemas.openxmlformats.org/officeDocument/2006/relationships/slide" Target="slides/slide32.xml"/><Relationship Id="rId24" Type="http://schemas.openxmlformats.org/officeDocument/2006/relationships/slide" Target="slides/slide27.xml"/><Relationship Id="rId40" Type="http://schemas.openxmlformats.org/officeDocument/2006/relationships/slide" Target="slides/slide45.xml"/><Relationship Id="rId45" Type="http://schemas.openxmlformats.org/officeDocument/2006/relationships/slide" Target="slides/slide50.xml"/><Relationship Id="rId66" Type="http://schemas.openxmlformats.org/officeDocument/2006/relationships/slide" Target="slides/slide7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0"/>
            <a:ext cx="3076575" cy="5111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176" tIns="47589" rIns="95176" bIns="47589" numCol="1" anchor="t" anchorCtr="0" compatLnSpc="1">
            <a:prstTxWarp prst="textNoShape">
              <a:avLst/>
            </a:prstTxWarp>
          </a:bodyPr>
          <a:lstStyle>
            <a:lvl1pPr defTabSz="952418"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</a:lstStyle>
          <a:p>
            <a:endParaRPr lang="es-ES_tradnl" altLang="es-ES_tradnl"/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2725" y="0"/>
            <a:ext cx="3076575" cy="5111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176" tIns="47589" rIns="95176" bIns="47589" numCol="1" anchor="t" anchorCtr="0" compatLnSpc="1">
            <a:prstTxWarp prst="textNoShape">
              <a:avLst/>
            </a:prstTxWarp>
          </a:bodyPr>
          <a:lstStyle>
            <a:lvl1pPr algn="r" defTabSz="952418"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</a:lstStyle>
          <a:p>
            <a:endParaRPr lang="es-ES_tradnl" altLang="es-ES_tradnl"/>
          </a:p>
        </p:txBody>
      </p:sp>
      <p:sp>
        <p:nvSpPr>
          <p:cNvPr id="2253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1" y="9723439"/>
            <a:ext cx="3076575" cy="5111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176" tIns="47589" rIns="95176" bIns="47589" numCol="1" anchor="b" anchorCtr="0" compatLnSpc="1">
            <a:prstTxWarp prst="textNoShape">
              <a:avLst/>
            </a:prstTxWarp>
          </a:bodyPr>
          <a:lstStyle>
            <a:lvl1pPr defTabSz="952418"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</a:lstStyle>
          <a:p>
            <a:endParaRPr lang="es-ES_tradnl" altLang="es-ES_tradnl"/>
          </a:p>
        </p:txBody>
      </p:sp>
      <p:sp>
        <p:nvSpPr>
          <p:cNvPr id="2253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2725" y="9723439"/>
            <a:ext cx="3076575" cy="5111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176" tIns="47589" rIns="95176" bIns="47589" numCol="1" anchor="b" anchorCtr="0" compatLnSpc="1">
            <a:prstTxWarp prst="textNoShape">
              <a:avLst/>
            </a:prstTxWarp>
          </a:bodyPr>
          <a:lstStyle>
            <a:lvl1pPr algn="r" defTabSz="952418"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</a:lstStyle>
          <a:p>
            <a:fld id="{FE39DFA4-DBB5-4442-95F6-6968A68979F8}" type="slidenum">
              <a:rPr lang="es-ES_tradnl" altLang="es-ES_tradnl"/>
              <a:pPr/>
              <a:t>‹Nº›</a:t>
            </a:fld>
            <a:endParaRPr lang="es-ES_tradnl" altLang="es-ES_tradnl"/>
          </a:p>
        </p:txBody>
      </p:sp>
    </p:spTree>
    <p:extLst>
      <p:ext uri="{BB962C8B-B14F-4D97-AF65-F5344CB8AC3E}">
        <p14:creationId xmlns:p14="http://schemas.microsoft.com/office/powerpoint/2010/main" val="37379118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0"/>
            <a:ext cx="3076575" cy="5111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176" tIns="47589" rIns="95176" bIns="47589" numCol="1" anchor="t" anchorCtr="0" compatLnSpc="1">
            <a:prstTxWarp prst="textNoShape">
              <a:avLst/>
            </a:prstTxWarp>
          </a:bodyPr>
          <a:lstStyle>
            <a:lvl1pPr defTabSz="952418"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</a:lstStyle>
          <a:p>
            <a:endParaRPr lang="es-ES_tradnl" altLang="es-ES_tradnl"/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2725" y="0"/>
            <a:ext cx="3076575" cy="5111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176" tIns="47589" rIns="95176" bIns="47589" numCol="1" anchor="t" anchorCtr="0" compatLnSpc="1">
            <a:prstTxWarp prst="textNoShape">
              <a:avLst/>
            </a:prstTxWarp>
          </a:bodyPr>
          <a:lstStyle>
            <a:lvl1pPr algn="r" defTabSz="952418"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</a:lstStyle>
          <a:p>
            <a:endParaRPr lang="es-ES_tradnl" altLang="es-ES_tradnl"/>
          </a:p>
        </p:txBody>
      </p:sp>
      <p:sp>
        <p:nvSpPr>
          <p:cNvPr id="2048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2188" y="768350"/>
            <a:ext cx="5116512" cy="38369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2048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46151" y="4862513"/>
            <a:ext cx="5207000" cy="46037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176" tIns="47589" rIns="95176" bIns="4758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_tradnl" altLang="es-ES_tradnl"/>
              <a:t>Haga clic para modificar el estilo de texto del patrón</a:t>
            </a:r>
          </a:p>
          <a:p>
            <a:pPr lvl="1"/>
            <a:r>
              <a:rPr lang="es-ES_tradnl" altLang="es-ES_tradnl"/>
              <a:t>Segundo nivel</a:t>
            </a:r>
          </a:p>
          <a:p>
            <a:pPr lvl="2"/>
            <a:r>
              <a:rPr lang="es-ES_tradnl" altLang="es-ES_tradnl"/>
              <a:t>Tercer nivel</a:t>
            </a:r>
          </a:p>
          <a:p>
            <a:pPr lvl="3"/>
            <a:r>
              <a:rPr lang="es-ES_tradnl" altLang="es-ES_tradnl"/>
              <a:t>Cuarto nivel</a:t>
            </a:r>
          </a:p>
          <a:p>
            <a:pPr lvl="4"/>
            <a:r>
              <a:rPr lang="es-ES_tradnl" altLang="es-ES_tradnl"/>
              <a:t>Quinto nivel</a:t>
            </a:r>
          </a:p>
        </p:txBody>
      </p:sp>
      <p:sp>
        <p:nvSpPr>
          <p:cNvPr id="2048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" y="9723439"/>
            <a:ext cx="3076575" cy="5111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176" tIns="47589" rIns="95176" bIns="47589" numCol="1" anchor="b" anchorCtr="0" compatLnSpc="1">
            <a:prstTxWarp prst="textNoShape">
              <a:avLst/>
            </a:prstTxWarp>
          </a:bodyPr>
          <a:lstStyle>
            <a:lvl1pPr defTabSz="952418"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</a:lstStyle>
          <a:p>
            <a:endParaRPr lang="es-ES_tradnl" altLang="es-ES_tradnl"/>
          </a:p>
        </p:txBody>
      </p:sp>
      <p:sp>
        <p:nvSpPr>
          <p:cNvPr id="2048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2725" y="9723439"/>
            <a:ext cx="3076575" cy="5111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176" tIns="47589" rIns="95176" bIns="47589" numCol="1" anchor="b" anchorCtr="0" compatLnSpc="1">
            <a:prstTxWarp prst="textNoShape">
              <a:avLst/>
            </a:prstTxWarp>
          </a:bodyPr>
          <a:lstStyle>
            <a:lvl1pPr algn="r" defTabSz="952418"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</a:lstStyle>
          <a:p>
            <a:fld id="{389E8C68-6FB1-41F5-B009-78BD9DC24830}" type="slidenum">
              <a:rPr lang="es-ES_tradnl" altLang="es-ES_tradnl"/>
              <a:pPr/>
              <a:t>‹Nº›</a:t>
            </a:fld>
            <a:endParaRPr lang="es-ES_tradnl" altLang="es-ES_tradnl"/>
          </a:p>
        </p:txBody>
      </p:sp>
    </p:spTree>
    <p:extLst>
      <p:ext uri="{BB962C8B-B14F-4D97-AF65-F5344CB8AC3E}">
        <p14:creationId xmlns:p14="http://schemas.microsoft.com/office/powerpoint/2010/main" val="331591751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ES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9E8C68-6FB1-41F5-B009-78BD9DC24830}" type="slidenum">
              <a:rPr lang="es-ES_tradnl" altLang="es-ES_tradnl" smtClean="0"/>
              <a:pPr/>
              <a:t>1</a:t>
            </a:fld>
            <a:endParaRPr lang="es-ES_tradnl" altLang="es-ES_tradnl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499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361097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FC0C8B-905A-E4D4-642B-42F673FD42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>
            <a:extLst>
              <a:ext uri="{FF2B5EF4-FFF2-40B4-BE49-F238E27FC236}">
                <a16:creationId xmlns:a16="http://schemas.microsoft.com/office/drawing/2014/main" id="{50A821FE-244D-B1D2-EF03-F82D9B1F568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9091" name="Rectangle 3">
            <a:extLst>
              <a:ext uri="{FF2B5EF4-FFF2-40B4-BE49-F238E27FC236}">
                <a16:creationId xmlns:a16="http://schemas.microsoft.com/office/drawing/2014/main" id="{3636D901-441D-3F59-54B7-0DBD4943F87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6855913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D655AF-488B-4593-366B-3BB85DE081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>
            <a:extLst>
              <a:ext uri="{FF2B5EF4-FFF2-40B4-BE49-F238E27FC236}">
                <a16:creationId xmlns:a16="http://schemas.microsoft.com/office/drawing/2014/main" id="{A52F0731-73DE-5038-04DA-EB9ED726379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9091" name="Rectangle 3">
            <a:extLst>
              <a:ext uri="{FF2B5EF4-FFF2-40B4-BE49-F238E27FC236}">
                <a16:creationId xmlns:a16="http://schemas.microsoft.com/office/drawing/2014/main" id="{B749DB1A-B64B-100E-8B29-02F3B3750E7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67840777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E0F1BC-06E2-F9D4-A595-E54467FCE0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>
            <a:extLst>
              <a:ext uri="{FF2B5EF4-FFF2-40B4-BE49-F238E27FC236}">
                <a16:creationId xmlns:a16="http://schemas.microsoft.com/office/drawing/2014/main" id="{A5AEEE01-1689-4D72-0A7D-C51DB131502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9091" name="Rectangle 3">
            <a:extLst>
              <a:ext uri="{FF2B5EF4-FFF2-40B4-BE49-F238E27FC236}">
                <a16:creationId xmlns:a16="http://schemas.microsoft.com/office/drawing/2014/main" id="{E986D07C-55E3-F4BC-9066-BD31434E9C6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9533760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294352-5D8A-A37B-94C1-CC39CCFD5E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>
            <a:extLst>
              <a:ext uri="{FF2B5EF4-FFF2-40B4-BE49-F238E27FC236}">
                <a16:creationId xmlns:a16="http://schemas.microsoft.com/office/drawing/2014/main" id="{FE8585F2-9188-57F5-4240-DB176A9DDCF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9091" name="Rectangle 3">
            <a:extLst>
              <a:ext uri="{FF2B5EF4-FFF2-40B4-BE49-F238E27FC236}">
                <a16:creationId xmlns:a16="http://schemas.microsoft.com/office/drawing/2014/main" id="{A654AAEC-0BD1-BBF0-BEAA-3A0FB8EE0B5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9499399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931CCF-B5DB-B554-2F99-48964F2EE9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>
            <a:extLst>
              <a:ext uri="{FF2B5EF4-FFF2-40B4-BE49-F238E27FC236}">
                <a16:creationId xmlns:a16="http://schemas.microsoft.com/office/drawing/2014/main" id="{4B701469-8F8F-281D-797A-8EEEE9954D0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9091" name="Rectangle 3">
            <a:extLst>
              <a:ext uri="{FF2B5EF4-FFF2-40B4-BE49-F238E27FC236}">
                <a16:creationId xmlns:a16="http://schemas.microsoft.com/office/drawing/2014/main" id="{DADB9EB3-64D1-F16E-810F-F7AB384603C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27697927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0F2A7F-3257-6CF4-3235-7B3E70B092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>
            <a:extLst>
              <a:ext uri="{FF2B5EF4-FFF2-40B4-BE49-F238E27FC236}">
                <a16:creationId xmlns:a16="http://schemas.microsoft.com/office/drawing/2014/main" id="{5DBFF129-39D0-663A-2F00-4452EAD2BF4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9091" name="Rectangle 3">
            <a:extLst>
              <a:ext uri="{FF2B5EF4-FFF2-40B4-BE49-F238E27FC236}">
                <a16:creationId xmlns:a16="http://schemas.microsoft.com/office/drawing/2014/main" id="{CAFAC323-25EA-08C3-94BC-04DB64CE448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75884538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407708-843B-D788-DA6F-B1FE95CE90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>
            <a:extLst>
              <a:ext uri="{FF2B5EF4-FFF2-40B4-BE49-F238E27FC236}">
                <a16:creationId xmlns:a16="http://schemas.microsoft.com/office/drawing/2014/main" id="{535163A5-EA12-E272-8EBB-FA60FABDA21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9091" name="Rectangle 3">
            <a:extLst>
              <a:ext uri="{FF2B5EF4-FFF2-40B4-BE49-F238E27FC236}">
                <a16:creationId xmlns:a16="http://schemas.microsoft.com/office/drawing/2014/main" id="{4D51E001-4A1C-7AAE-62AE-AAD48F214FC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60631184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453E61-D25A-EDC9-AD9F-C1CB696174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>
            <a:extLst>
              <a:ext uri="{FF2B5EF4-FFF2-40B4-BE49-F238E27FC236}">
                <a16:creationId xmlns:a16="http://schemas.microsoft.com/office/drawing/2014/main" id="{752E936A-B638-DA3C-5E65-8DEE588B7C4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9091" name="Rectangle 3">
            <a:extLst>
              <a:ext uri="{FF2B5EF4-FFF2-40B4-BE49-F238E27FC236}">
                <a16:creationId xmlns:a16="http://schemas.microsoft.com/office/drawing/2014/main" id="{4852C94C-8D72-B66C-E75E-DB2F2D80CB9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83956454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BD7895-37AB-CE41-4D1B-8CBEAB0574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>
            <a:extLst>
              <a:ext uri="{FF2B5EF4-FFF2-40B4-BE49-F238E27FC236}">
                <a16:creationId xmlns:a16="http://schemas.microsoft.com/office/drawing/2014/main" id="{B02373BF-83A0-2A79-7CFE-F53CFB8EA31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9091" name="Rectangle 3">
            <a:extLst>
              <a:ext uri="{FF2B5EF4-FFF2-40B4-BE49-F238E27FC236}">
                <a16:creationId xmlns:a16="http://schemas.microsoft.com/office/drawing/2014/main" id="{002F50C3-4C55-D491-B433-64F4C7ECC14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79866094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3174FD-566B-0F79-8D1A-C60411826A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>
            <a:extLst>
              <a:ext uri="{FF2B5EF4-FFF2-40B4-BE49-F238E27FC236}">
                <a16:creationId xmlns:a16="http://schemas.microsoft.com/office/drawing/2014/main" id="{D7FFF0AB-9F8F-B3B2-081A-F2C5783574F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9091" name="Rectangle 3">
            <a:extLst>
              <a:ext uri="{FF2B5EF4-FFF2-40B4-BE49-F238E27FC236}">
                <a16:creationId xmlns:a16="http://schemas.microsoft.com/office/drawing/2014/main" id="{E3AC7CA3-D2A4-967F-FA36-4B9AC17142D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3883181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EE4070-D5E3-E5A7-ABA0-8481CB56BA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>
            <a:extLst>
              <a:ext uri="{FF2B5EF4-FFF2-40B4-BE49-F238E27FC236}">
                <a16:creationId xmlns:a16="http://schemas.microsoft.com/office/drawing/2014/main" id="{E630EF50-7B08-DA14-D2F0-36F883AE94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9091" name="Rectangle 3">
            <a:extLst>
              <a:ext uri="{FF2B5EF4-FFF2-40B4-BE49-F238E27FC236}">
                <a16:creationId xmlns:a16="http://schemas.microsoft.com/office/drawing/2014/main" id="{BE07E923-559F-1AB0-4D5E-1AA3DFDAE83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10011550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8C79DB-8E40-A8D4-80D0-9594F37B2A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>
            <a:extLst>
              <a:ext uri="{FF2B5EF4-FFF2-40B4-BE49-F238E27FC236}">
                <a16:creationId xmlns:a16="http://schemas.microsoft.com/office/drawing/2014/main" id="{3E4DB4BF-ABC5-6506-DE29-B6122CE6B12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9091" name="Rectangle 3">
            <a:extLst>
              <a:ext uri="{FF2B5EF4-FFF2-40B4-BE49-F238E27FC236}">
                <a16:creationId xmlns:a16="http://schemas.microsoft.com/office/drawing/2014/main" id="{7571C743-3AEE-7EE1-CDD6-460D5E56344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9162104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B5AD06-6413-D2B4-78FB-310AE17794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>
            <a:extLst>
              <a:ext uri="{FF2B5EF4-FFF2-40B4-BE49-F238E27FC236}">
                <a16:creationId xmlns:a16="http://schemas.microsoft.com/office/drawing/2014/main" id="{16ABC6C6-21FA-E55E-5800-49D9B03D583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4995" name="Rectangle 3">
            <a:extLst>
              <a:ext uri="{FF2B5EF4-FFF2-40B4-BE49-F238E27FC236}">
                <a16:creationId xmlns:a16="http://schemas.microsoft.com/office/drawing/2014/main" id="{362ADB14-1BF8-E4B5-8577-0B812AA8123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8984228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A5C961-EA29-9138-B345-C5E498EDF4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>
            <a:extLst>
              <a:ext uri="{FF2B5EF4-FFF2-40B4-BE49-F238E27FC236}">
                <a16:creationId xmlns:a16="http://schemas.microsoft.com/office/drawing/2014/main" id="{4451E33D-FA52-9CF4-E8ED-0A7C4CEA09F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9091" name="Rectangle 3">
            <a:extLst>
              <a:ext uri="{FF2B5EF4-FFF2-40B4-BE49-F238E27FC236}">
                <a16:creationId xmlns:a16="http://schemas.microsoft.com/office/drawing/2014/main" id="{808403B3-EC07-B6F8-D557-3C0594E4E6F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39002402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C30239-5E01-2F8E-0EB7-C097E04E37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>
            <a:extLst>
              <a:ext uri="{FF2B5EF4-FFF2-40B4-BE49-F238E27FC236}">
                <a16:creationId xmlns:a16="http://schemas.microsoft.com/office/drawing/2014/main" id="{D62C7CC8-DB27-1CD9-98CF-B6B2F17D66D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9091" name="Rectangle 3">
            <a:extLst>
              <a:ext uri="{FF2B5EF4-FFF2-40B4-BE49-F238E27FC236}">
                <a16:creationId xmlns:a16="http://schemas.microsoft.com/office/drawing/2014/main" id="{0D168184-02C3-6F52-6A42-251C7BB991F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61096516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A2FB21-D46D-EB80-1A43-9F1E4233D6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>
            <a:extLst>
              <a:ext uri="{FF2B5EF4-FFF2-40B4-BE49-F238E27FC236}">
                <a16:creationId xmlns:a16="http://schemas.microsoft.com/office/drawing/2014/main" id="{4D975999-A0E2-19CF-0C29-E7B629E8FB1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9091" name="Rectangle 3">
            <a:extLst>
              <a:ext uri="{FF2B5EF4-FFF2-40B4-BE49-F238E27FC236}">
                <a16:creationId xmlns:a16="http://schemas.microsoft.com/office/drawing/2014/main" id="{605801CB-0D2E-4021-63D0-50E7C4022A1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95312407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F03906-B69C-78DF-599C-50CB91BCBF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>
            <a:extLst>
              <a:ext uri="{FF2B5EF4-FFF2-40B4-BE49-F238E27FC236}">
                <a16:creationId xmlns:a16="http://schemas.microsoft.com/office/drawing/2014/main" id="{A729C000-14D8-02A3-DB9B-E6FDA94248D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9091" name="Rectangle 3">
            <a:extLst>
              <a:ext uri="{FF2B5EF4-FFF2-40B4-BE49-F238E27FC236}">
                <a16:creationId xmlns:a16="http://schemas.microsoft.com/office/drawing/2014/main" id="{C34B0496-535E-EDCA-0092-B03F62D0343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46138329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DD77CC-FACB-41BB-0C2A-0DC23B8AA5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>
            <a:extLst>
              <a:ext uri="{FF2B5EF4-FFF2-40B4-BE49-F238E27FC236}">
                <a16:creationId xmlns:a16="http://schemas.microsoft.com/office/drawing/2014/main" id="{79B6C142-6CA9-8490-E2D9-B33A97CC4CA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9091" name="Rectangle 3">
            <a:extLst>
              <a:ext uri="{FF2B5EF4-FFF2-40B4-BE49-F238E27FC236}">
                <a16:creationId xmlns:a16="http://schemas.microsoft.com/office/drawing/2014/main" id="{C2F1EFC0-33D2-CB03-10AE-9BAD9BA51A3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37187253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D21ED3-1300-3D1D-DA88-387DCFCFD6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>
            <a:extLst>
              <a:ext uri="{FF2B5EF4-FFF2-40B4-BE49-F238E27FC236}">
                <a16:creationId xmlns:a16="http://schemas.microsoft.com/office/drawing/2014/main" id="{5F5B3723-663E-A70E-F94A-ADFE8F07677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9091" name="Rectangle 3">
            <a:extLst>
              <a:ext uri="{FF2B5EF4-FFF2-40B4-BE49-F238E27FC236}">
                <a16:creationId xmlns:a16="http://schemas.microsoft.com/office/drawing/2014/main" id="{30DFF9E7-CD6C-5D2F-D3EE-5E5199B5A9D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37309299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D0848C-62F0-13AC-ADA8-5DE2108985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>
            <a:extLst>
              <a:ext uri="{FF2B5EF4-FFF2-40B4-BE49-F238E27FC236}">
                <a16:creationId xmlns:a16="http://schemas.microsoft.com/office/drawing/2014/main" id="{F7BDC845-C67C-D2FF-6052-E0B254E3F09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9091" name="Rectangle 3">
            <a:extLst>
              <a:ext uri="{FF2B5EF4-FFF2-40B4-BE49-F238E27FC236}">
                <a16:creationId xmlns:a16="http://schemas.microsoft.com/office/drawing/2014/main" id="{436C9BB7-5AB5-BF10-42F6-209E37264F9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7817281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3B92CF-85B9-531B-DE13-C3FE6EB29F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>
            <a:extLst>
              <a:ext uri="{FF2B5EF4-FFF2-40B4-BE49-F238E27FC236}">
                <a16:creationId xmlns:a16="http://schemas.microsoft.com/office/drawing/2014/main" id="{23C7D9D1-FE95-4D4C-8E8E-964A9A9340E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9091" name="Rectangle 3">
            <a:extLst>
              <a:ext uri="{FF2B5EF4-FFF2-40B4-BE49-F238E27FC236}">
                <a16:creationId xmlns:a16="http://schemas.microsoft.com/office/drawing/2014/main" id="{E3AEDEDA-E46A-CEE0-0417-E07C9AA3770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58884814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5EABDF-2784-A019-DC0F-0ED6815581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>
            <a:extLst>
              <a:ext uri="{FF2B5EF4-FFF2-40B4-BE49-F238E27FC236}">
                <a16:creationId xmlns:a16="http://schemas.microsoft.com/office/drawing/2014/main" id="{3501E2A8-2518-F0A6-B4F2-06530021C4E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9091" name="Rectangle 3">
            <a:extLst>
              <a:ext uri="{FF2B5EF4-FFF2-40B4-BE49-F238E27FC236}">
                <a16:creationId xmlns:a16="http://schemas.microsoft.com/office/drawing/2014/main" id="{70D5E2FF-6E27-EF4D-5660-D7202F935DC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82542343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9EA73D-D7E1-A4D4-3F6E-03A16E2ABA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>
            <a:extLst>
              <a:ext uri="{FF2B5EF4-FFF2-40B4-BE49-F238E27FC236}">
                <a16:creationId xmlns:a16="http://schemas.microsoft.com/office/drawing/2014/main" id="{7762F9B8-3028-5395-D9E0-C6E69815AF5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9091" name="Rectangle 3">
            <a:extLst>
              <a:ext uri="{FF2B5EF4-FFF2-40B4-BE49-F238E27FC236}">
                <a16:creationId xmlns:a16="http://schemas.microsoft.com/office/drawing/2014/main" id="{70231D1E-66D1-242F-DFC7-627BF12102F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37447916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545F23-D551-C05A-850E-2481FA904E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>
            <a:extLst>
              <a:ext uri="{FF2B5EF4-FFF2-40B4-BE49-F238E27FC236}">
                <a16:creationId xmlns:a16="http://schemas.microsoft.com/office/drawing/2014/main" id="{3BB4F069-C277-689D-BE5A-977CF8EC9A5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9091" name="Rectangle 3">
            <a:extLst>
              <a:ext uri="{FF2B5EF4-FFF2-40B4-BE49-F238E27FC236}">
                <a16:creationId xmlns:a16="http://schemas.microsoft.com/office/drawing/2014/main" id="{8E7FB62C-91DB-EF60-EB42-1972F96EC6D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19258971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5747E6-3EDE-CE89-59C3-649D26B87F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>
            <a:extLst>
              <a:ext uri="{FF2B5EF4-FFF2-40B4-BE49-F238E27FC236}">
                <a16:creationId xmlns:a16="http://schemas.microsoft.com/office/drawing/2014/main" id="{70FC07AB-D629-DB20-688E-937DB1E33C6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9091" name="Rectangle 3">
            <a:extLst>
              <a:ext uri="{FF2B5EF4-FFF2-40B4-BE49-F238E27FC236}">
                <a16:creationId xmlns:a16="http://schemas.microsoft.com/office/drawing/2014/main" id="{882A9E71-C941-54E2-AFFE-ADC203E5AFF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6711878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6805C0-1C5A-CE8F-14F3-4075280D56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>
            <a:extLst>
              <a:ext uri="{FF2B5EF4-FFF2-40B4-BE49-F238E27FC236}">
                <a16:creationId xmlns:a16="http://schemas.microsoft.com/office/drawing/2014/main" id="{535DE9A3-D832-7AE5-E06E-6DF5B34E92F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9091" name="Rectangle 3">
            <a:extLst>
              <a:ext uri="{FF2B5EF4-FFF2-40B4-BE49-F238E27FC236}">
                <a16:creationId xmlns:a16="http://schemas.microsoft.com/office/drawing/2014/main" id="{CD56B6E5-2E18-547F-F400-095F092679C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7968877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7272EE-7103-978A-EAFE-B0B4807489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>
            <a:extLst>
              <a:ext uri="{FF2B5EF4-FFF2-40B4-BE49-F238E27FC236}">
                <a16:creationId xmlns:a16="http://schemas.microsoft.com/office/drawing/2014/main" id="{3A8FEC36-143E-DDBB-9D68-606C8E85196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9091" name="Rectangle 3">
            <a:extLst>
              <a:ext uri="{FF2B5EF4-FFF2-40B4-BE49-F238E27FC236}">
                <a16:creationId xmlns:a16="http://schemas.microsoft.com/office/drawing/2014/main" id="{E53D2A6C-9BEF-17BD-3C71-9D29748E04F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58370123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082135-7CE6-3680-FC67-D3FC590CD0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>
            <a:extLst>
              <a:ext uri="{FF2B5EF4-FFF2-40B4-BE49-F238E27FC236}">
                <a16:creationId xmlns:a16="http://schemas.microsoft.com/office/drawing/2014/main" id="{623691BC-3A82-7710-B34D-6BA73D125BF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9091" name="Rectangle 3">
            <a:extLst>
              <a:ext uri="{FF2B5EF4-FFF2-40B4-BE49-F238E27FC236}">
                <a16:creationId xmlns:a16="http://schemas.microsoft.com/office/drawing/2014/main" id="{B4E8E954-96DA-E24D-2247-62D5C1BADE7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52270485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AEE2B7-041C-1644-11A9-8B33095EB7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>
            <a:extLst>
              <a:ext uri="{FF2B5EF4-FFF2-40B4-BE49-F238E27FC236}">
                <a16:creationId xmlns:a16="http://schemas.microsoft.com/office/drawing/2014/main" id="{EB22D1F9-A591-D4E6-868E-BAE398A10A9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9091" name="Rectangle 3">
            <a:extLst>
              <a:ext uri="{FF2B5EF4-FFF2-40B4-BE49-F238E27FC236}">
                <a16:creationId xmlns:a16="http://schemas.microsoft.com/office/drawing/2014/main" id="{7E63A90F-FF67-2763-3010-9447FF57F48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24421199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865CCC-9CB2-0A87-C434-51AB6C2579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>
            <a:extLst>
              <a:ext uri="{FF2B5EF4-FFF2-40B4-BE49-F238E27FC236}">
                <a16:creationId xmlns:a16="http://schemas.microsoft.com/office/drawing/2014/main" id="{89FA8512-14A8-10D8-BA04-0A67DE52446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9091" name="Rectangle 3">
            <a:extLst>
              <a:ext uri="{FF2B5EF4-FFF2-40B4-BE49-F238E27FC236}">
                <a16:creationId xmlns:a16="http://schemas.microsoft.com/office/drawing/2014/main" id="{58E45230-E45A-2DD0-FCE7-E14EB0A8E8E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383980299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AABFF8-AB45-8FE1-7AAC-CBFC7D2FFD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>
            <a:extLst>
              <a:ext uri="{FF2B5EF4-FFF2-40B4-BE49-F238E27FC236}">
                <a16:creationId xmlns:a16="http://schemas.microsoft.com/office/drawing/2014/main" id="{C6066DA7-2658-BD0F-AF7D-0FD2DC02B8C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9091" name="Rectangle 3">
            <a:extLst>
              <a:ext uri="{FF2B5EF4-FFF2-40B4-BE49-F238E27FC236}">
                <a16:creationId xmlns:a16="http://schemas.microsoft.com/office/drawing/2014/main" id="{AAC302D6-7A8F-BB8A-DC0B-71D49096CB3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552903215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3090C3-434E-0BBB-1D2E-3A6E4D85A7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>
            <a:extLst>
              <a:ext uri="{FF2B5EF4-FFF2-40B4-BE49-F238E27FC236}">
                <a16:creationId xmlns:a16="http://schemas.microsoft.com/office/drawing/2014/main" id="{6C73F619-73DA-15AB-BE19-4D406BF9B70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9091" name="Rectangle 3">
            <a:extLst>
              <a:ext uri="{FF2B5EF4-FFF2-40B4-BE49-F238E27FC236}">
                <a16:creationId xmlns:a16="http://schemas.microsoft.com/office/drawing/2014/main" id="{6FC00F3F-955C-C062-60FD-6A005C3BCB2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504138438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6DDE06-2F32-B6BB-0E24-D7DA6449A6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>
            <a:extLst>
              <a:ext uri="{FF2B5EF4-FFF2-40B4-BE49-F238E27FC236}">
                <a16:creationId xmlns:a16="http://schemas.microsoft.com/office/drawing/2014/main" id="{75FC03A4-34CA-80F8-2AF4-B94690E6258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9091" name="Rectangle 3">
            <a:extLst>
              <a:ext uri="{FF2B5EF4-FFF2-40B4-BE49-F238E27FC236}">
                <a16:creationId xmlns:a16="http://schemas.microsoft.com/office/drawing/2014/main" id="{1B96CCC2-5D55-F69F-CFF9-921827901AA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523799132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FC5500-2B89-5BAA-8F2D-0BED8F8432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>
            <a:extLst>
              <a:ext uri="{FF2B5EF4-FFF2-40B4-BE49-F238E27FC236}">
                <a16:creationId xmlns:a16="http://schemas.microsoft.com/office/drawing/2014/main" id="{B7F88476-5BC4-F7C2-E77F-F5B01FDE4B6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9091" name="Rectangle 3">
            <a:extLst>
              <a:ext uri="{FF2B5EF4-FFF2-40B4-BE49-F238E27FC236}">
                <a16:creationId xmlns:a16="http://schemas.microsoft.com/office/drawing/2014/main" id="{E181BC7B-E6C5-2E5F-FAE7-567021690B7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620174856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7D948C-69A7-6A56-0D98-95D5F06EF0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>
            <a:extLst>
              <a:ext uri="{FF2B5EF4-FFF2-40B4-BE49-F238E27FC236}">
                <a16:creationId xmlns:a16="http://schemas.microsoft.com/office/drawing/2014/main" id="{A6824AE1-804D-5940-435D-C37111E35AE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4995" name="Rectangle 3">
            <a:extLst>
              <a:ext uri="{FF2B5EF4-FFF2-40B4-BE49-F238E27FC236}">
                <a16:creationId xmlns:a16="http://schemas.microsoft.com/office/drawing/2014/main" id="{9FB64B28-01B6-E181-4382-6343D90977B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90828016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B819A5-7786-7B0A-5FFA-BD6F85DE33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>
            <a:extLst>
              <a:ext uri="{FF2B5EF4-FFF2-40B4-BE49-F238E27FC236}">
                <a16:creationId xmlns:a16="http://schemas.microsoft.com/office/drawing/2014/main" id="{EEDDA1BB-B763-C8D4-1848-205F6DDE05B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9091" name="Rectangle 3">
            <a:extLst>
              <a:ext uri="{FF2B5EF4-FFF2-40B4-BE49-F238E27FC236}">
                <a16:creationId xmlns:a16="http://schemas.microsoft.com/office/drawing/2014/main" id="{23947247-1056-DBC6-F856-75D6FC90EBD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71201124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B7F52F-1E5B-DF97-284E-086A876F7E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>
            <a:extLst>
              <a:ext uri="{FF2B5EF4-FFF2-40B4-BE49-F238E27FC236}">
                <a16:creationId xmlns:a16="http://schemas.microsoft.com/office/drawing/2014/main" id="{73D4BF76-6A04-F2D2-77A1-868BECF7970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9091" name="Rectangle 3">
            <a:extLst>
              <a:ext uri="{FF2B5EF4-FFF2-40B4-BE49-F238E27FC236}">
                <a16:creationId xmlns:a16="http://schemas.microsoft.com/office/drawing/2014/main" id="{2B5C6450-6B0E-E1ED-F8BE-EBD944647F0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21564357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CDE19E-98A9-D911-2759-39B74B3FE0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>
            <a:extLst>
              <a:ext uri="{FF2B5EF4-FFF2-40B4-BE49-F238E27FC236}">
                <a16:creationId xmlns:a16="http://schemas.microsoft.com/office/drawing/2014/main" id="{C6C15B0A-777D-E001-97BC-695142835C3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9091" name="Rectangle 3">
            <a:extLst>
              <a:ext uri="{FF2B5EF4-FFF2-40B4-BE49-F238E27FC236}">
                <a16:creationId xmlns:a16="http://schemas.microsoft.com/office/drawing/2014/main" id="{B0743DE3-B004-0433-D30A-40B4A1CED7E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525163734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898519-3FD4-8A42-758D-E969ECB000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>
            <a:extLst>
              <a:ext uri="{FF2B5EF4-FFF2-40B4-BE49-F238E27FC236}">
                <a16:creationId xmlns:a16="http://schemas.microsoft.com/office/drawing/2014/main" id="{A69DD9C5-1742-2FF4-3C18-5E96F0BB227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9091" name="Rectangle 3">
            <a:extLst>
              <a:ext uri="{FF2B5EF4-FFF2-40B4-BE49-F238E27FC236}">
                <a16:creationId xmlns:a16="http://schemas.microsoft.com/office/drawing/2014/main" id="{4EDA3C03-4049-8663-8167-4F8C1A83FD6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0320097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5B5C94-1378-DCA6-FF3E-2F0ACA7E16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>
            <a:extLst>
              <a:ext uri="{FF2B5EF4-FFF2-40B4-BE49-F238E27FC236}">
                <a16:creationId xmlns:a16="http://schemas.microsoft.com/office/drawing/2014/main" id="{A27A8D7F-A69E-153B-638C-D909D009AB8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9091" name="Rectangle 3">
            <a:extLst>
              <a:ext uri="{FF2B5EF4-FFF2-40B4-BE49-F238E27FC236}">
                <a16:creationId xmlns:a16="http://schemas.microsoft.com/office/drawing/2014/main" id="{B7EE2B51-A454-A94B-C135-5A9279E35C4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016493787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9762C8-ABB9-C3B6-AAB1-A52FE06984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>
            <a:extLst>
              <a:ext uri="{FF2B5EF4-FFF2-40B4-BE49-F238E27FC236}">
                <a16:creationId xmlns:a16="http://schemas.microsoft.com/office/drawing/2014/main" id="{6538B11C-1042-86DE-6240-6AF1FAF940E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9091" name="Rectangle 3">
            <a:extLst>
              <a:ext uri="{FF2B5EF4-FFF2-40B4-BE49-F238E27FC236}">
                <a16:creationId xmlns:a16="http://schemas.microsoft.com/office/drawing/2014/main" id="{537EB360-46E7-07DE-92E9-BD94A9F45AF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69994234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49A7D5-97CE-6B40-8833-D59E81F627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>
            <a:extLst>
              <a:ext uri="{FF2B5EF4-FFF2-40B4-BE49-F238E27FC236}">
                <a16:creationId xmlns:a16="http://schemas.microsoft.com/office/drawing/2014/main" id="{C5217C4D-3049-557F-33EB-9FCAD8ED94E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9091" name="Rectangle 3">
            <a:extLst>
              <a:ext uri="{FF2B5EF4-FFF2-40B4-BE49-F238E27FC236}">
                <a16:creationId xmlns:a16="http://schemas.microsoft.com/office/drawing/2014/main" id="{D7CC6A0D-FFBE-FF19-0129-1E395B2E56B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70199548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08589B-66D9-178F-420B-164486CFBD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>
            <a:extLst>
              <a:ext uri="{FF2B5EF4-FFF2-40B4-BE49-F238E27FC236}">
                <a16:creationId xmlns:a16="http://schemas.microsoft.com/office/drawing/2014/main" id="{E0252B55-A9A0-DE16-D67F-9BE12CCE9FB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9091" name="Rectangle 3">
            <a:extLst>
              <a:ext uri="{FF2B5EF4-FFF2-40B4-BE49-F238E27FC236}">
                <a16:creationId xmlns:a16="http://schemas.microsoft.com/office/drawing/2014/main" id="{52E0FB53-3CCD-F55E-3D21-578F3714693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11000050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588790-B5F1-51E9-7EE0-65A5C15483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>
            <a:extLst>
              <a:ext uri="{FF2B5EF4-FFF2-40B4-BE49-F238E27FC236}">
                <a16:creationId xmlns:a16="http://schemas.microsoft.com/office/drawing/2014/main" id="{3ADA36FD-3F2D-DD1F-5A22-73877649D5B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9091" name="Rectangle 3">
            <a:extLst>
              <a:ext uri="{FF2B5EF4-FFF2-40B4-BE49-F238E27FC236}">
                <a16:creationId xmlns:a16="http://schemas.microsoft.com/office/drawing/2014/main" id="{3DD89FF2-DD86-8FEA-1009-5C4A713D276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959993785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744340-FEA4-56A2-4275-8A6C16C0B5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>
            <a:extLst>
              <a:ext uri="{FF2B5EF4-FFF2-40B4-BE49-F238E27FC236}">
                <a16:creationId xmlns:a16="http://schemas.microsoft.com/office/drawing/2014/main" id="{C5242B1A-87CA-581F-FC32-EA371AB60F8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9091" name="Rectangle 3">
            <a:extLst>
              <a:ext uri="{FF2B5EF4-FFF2-40B4-BE49-F238E27FC236}">
                <a16:creationId xmlns:a16="http://schemas.microsoft.com/office/drawing/2014/main" id="{396EB307-153B-7968-F8C7-AE8E1304647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28297785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FBFA4F-C2A4-0360-1D2F-18AEEA26C8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>
            <a:extLst>
              <a:ext uri="{FF2B5EF4-FFF2-40B4-BE49-F238E27FC236}">
                <a16:creationId xmlns:a16="http://schemas.microsoft.com/office/drawing/2014/main" id="{0A5759DC-8149-59C7-DB04-2498D441F23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9091" name="Rectangle 3">
            <a:extLst>
              <a:ext uri="{FF2B5EF4-FFF2-40B4-BE49-F238E27FC236}">
                <a16:creationId xmlns:a16="http://schemas.microsoft.com/office/drawing/2014/main" id="{F6AADBDB-F40F-AA81-0E6C-984C9ECB1A9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80182355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42FEC3-EB05-0771-B77A-7DE84466FB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>
            <a:extLst>
              <a:ext uri="{FF2B5EF4-FFF2-40B4-BE49-F238E27FC236}">
                <a16:creationId xmlns:a16="http://schemas.microsoft.com/office/drawing/2014/main" id="{EC616D4A-CFF8-DB9F-4FB0-7CE8AA22A83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9091" name="Rectangle 3">
            <a:extLst>
              <a:ext uri="{FF2B5EF4-FFF2-40B4-BE49-F238E27FC236}">
                <a16:creationId xmlns:a16="http://schemas.microsoft.com/office/drawing/2014/main" id="{ECC70B3D-92ED-0938-0278-091CA54FD29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448123977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C49499-1864-875F-2671-9FFAF78C07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>
            <a:extLst>
              <a:ext uri="{FF2B5EF4-FFF2-40B4-BE49-F238E27FC236}">
                <a16:creationId xmlns:a16="http://schemas.microsoft.com/office/drawing/2014/main" id="{00979262-BD95-23CB-0F36-E50BAD5A721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9091" name="Rectangle 3">
            <a:extLst>
              <a:ext uri="{FF2B5EF4-FFF2-40B4-BE49-F238E27FC236}">
                <a16:creationId xmlns:a16="http://schemas.microsoft.com/office/drawing/2014/main" id="{AE981CA1-8AD2-64EF-919A-C5E36ACEE67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649263780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5889CA-E3FC-A855-E621-62379A3E91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>
            <a:extLst>
              <a:ext uri="{FF2B5EF4-FFF2-40B4-BE49-F238E27FC236}">
                <a16:creationId xmlns:a16="http://schemas.microsoft.com/office/drawing/2014/main" id="{FD11275C-1E0B-10A2-D7B3-A251DEE0C25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9091" name="Rectangle 3">
            <a:extLst>
              <a:ext uri="{FF2B5EF4-FFF2-40B4-BE49-F238E27FC236}">
                <a16:creationId xmlns:a16="http://schemas.microsoft.com/office/drawing/2014/main" id="{5DC3059E-6CB6-0C80-4508-840ED29DF2F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634363664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B5C05E-A498-4900-D423-47EF1AA7B7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>
            <a:extLst>
              <a:ext uri="{FF2B5EF4-FFF2-40B4-BE49-F238E27FC236}">
                <a16:creationId xmlns:a16="http://schemas.microsoft.com/office/drawing/2014/main" id="{3513E084-64D8-0E1B-3114-FEDA5C5322E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9091" name="Rectangle 3">
            <a:extLst>
              <a:ext uri="{FF2B5EF4-FFF2-40B4-BE49-F238E27FC236}">
                <a16:creationId xmlns:a16="http://schemas.microsoft.com/office/drawing/2014/main" id="{FFAAAAFA-A898-8DB4-E2A7-C590122F40C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829589677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0BB2D2-995C-90DE-619C-633E4ED0EE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>
            <a:extLst>
              <a:ext uri="{FF2B5EF4-FFF2-40B4-BE49-F238E27FC236}">
                <a16:creationId xmlns:a16="http://schemas.microsoft.com/office/drawing/2014/main" id="{C51709F9-A969-1DEF-D9C0-1EB59CD6345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9091" name="Rectangle 3">
            <a:extLst>
              <a:ext uri="{FF2B5EF4-FFF2-40B4-BE49-F238E27FC236}">
                <a16:creationId xmlns:a16="http://schemas.microsoft.com/office/drawing/2014/main" id="{0A750672-FF0B-D5C7-9547-08ED8D5CDE5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629541150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57DE44-52DF-9EF3-4E9D-4D39E3EFE8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>
            <a:extLst>
              <a:ext uri="{FF2B5EF4-FFF2-40B4-BE49-F238E27FC236}">
                <a16:creationId xmlns:a16="http://schemas.microsoft.com/office/drawing/2014/main" id="{AB37AC01-1B26-2581-E0A2-EA92A6EC978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9091" name="Rectangle 3">
            <a:extLst>
              <a:ext uri="{FF2B5EF4-FFF2-40B4-BE49-F238E27FC236}">
                <a16:creationId xmlns:a16="http://schemas.microsoft.com/office/drawing/2014/main" id="{5F5D0C68-173F-43ED-8E1D-1E50186672A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789685133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684315-AF5B-B458-A425-3629D4094E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>
            <a:extLst>
              <a:ext uri="{FF2B5EF4-FFF2-40B4-BE49-F238E27FC236}">
                <a16:creationId xmlns:a16="http://schemas.microsoft.com/office/drawing/2014/main" id="{0C8E3175-824F-DC27-2B24-B14BA9174BE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9091" name="Rectangle 3">
            <a:extLst>
              <a:ext uri="{FF2B5EF4-FFF2-40B4-BE49-F238E27FC236}">
                <a16:creationId xmlns:a16="http://schemas.microsoft.com/office/drawing/2014/main" id="{0A8CD28F-75C1-D271-FCF8-34B11A74C3D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781035403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169BA1-2DED-DD2F-A31A-9BCF433DF4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>
            <a:extLst>
              <a:ext uri="{FF2B5EF4-FFF2-40B4-BE49-F238E27FC236}">
                <a16:creationId xmlns:a16="http://schemas.microsoft.com/office/drawing/2014/main" id="{BBB57897-4CB7-DA16-F073-30832FAB83E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9091" name="Rectangle 3">
            <a:extLst>
              <a:ext uri="{FF2B5EF4-FFF2-40B4-BE49-F238E27FC236}">
                <a16:creationId xmlns:a16="http://schemas.microsoft.com/office/drawing/2014/main" id="{4005804E-6EED-7A38-792D-00681ACFE43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596443650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BF8B7F-3AF2-B2BB-2E21-06F0C6047F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>
            <a:extLst>
              <a:ext uri="{FF2B5EF4-FFF2-40B4-BE49-F238E27FC236}">
                <a16:creationId xmlns:a16="http://schemas.microsoft.com/office/drawing/2014/main" id="{BA8B7F6F-6494-66E0-8714-40C60655FF6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9091" name="Rectangle 3">
            <a:extLst>
              <a:ext uri="{FF2B5EF4-FFF2-40B4-BE49-F238E27FC236}">
                <a16:creationId xmlns:a16="http://schemas.microsoft.com/office/drawing/2014/main" id="{0BDC28B4-6B21-EF2B-7E53-4E1B42F8330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999080734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0108B0-75CE-8F7B-8C82-64298005B1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>
            <a:extLst>
              <a:ext uri="{FF2B5EF4-FFF2-40B4-BE49-F238E27FC236}">
                <a16:creationId xmlns:a16="http://schemas.microsoft.com/office/drawing/2014/main" id="{58036A6B-65A7-EC2E-B05E-2F821E3DC1C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9091" name="Rectangle 3">
            <a:extLst>
              <a:ext uri="{FF2B5EF4-FFF2-40B4-BE49-F238E27FC236}">
                <a16:creationId xmlns:a16="http://schemas.microsoft.com/office/drawing/2014/main" id="{A99A823C-68AB-57A0-33AD-22592562994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85669932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7A4494-4E82-35EB-8C25-9EB241E81A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>
            <a:extLst>
              <a:ext uri="{FF2B5EF4-FFF2-40B4-BE49-F238E27FC236}">
                <a16:creationId xmlns:a16="http://schemas.microsoft.com/office/drawing/2014/main" id="{0D012A89-E6FD-1377-B231-9BAFABB87FF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9091" name="Rectangle 3">
            <a:extLst>
              <a:ext uri="{FF2B5EF4-FFF2-40B4-BE49-F238E27FC236}">
                <a16:creationId xmlns:a16="http://schemas.microsoft.com/office/drawing/2014/main" id="{DCC793E8-0E11-55D3-CE47-A4E18610E68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085727599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C8E0F6-A60D-0407-3B3C-64884C705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>
            <a:extLst>
              <a:ext uri="{FF2B5EF4-FFF2-40B4-BE49-F238E27FC236}">
                <a16:creationId xmlns:a16="http://schemas.microsoft.com/office/drawing/2014/main" id="{89CEE043-A8A2-90C4-B0DC-E7539B525FB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9091" name="Rectangle 3">
            <a:extLst>
              <a:ext uri="{FF2B5EF4-FFF2-40B4-BE49-F238E27FC236}">
                <a16:creationId xmlns:a16="http://schemas.microsoft.com/office/drawing/2014/main" id="{EBF90D38-FA5F-EF7C-049C-14927F6A79D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150028044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11A33B-9419-946F-82D4-84BFA434A2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>
            <a:extLst>
              <a:ext uri="{FF2B5EF4-FFF2-40B4-BE49-F238E27FC236}">
                <a16:creationId xmlns:a16="http://schemas.microsoft.com/office/drawing/2014/main" id="{AE86DF4A-2C6C-751B-C2B8-E1024E8DE55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9091" name="Rectangle 3">
            <a:extLst>
              <a:ext uri="{FF2B5EF4-FFF2-40B4-BE49-F238E27FC236}">
                <a16:creationId xmlns:a16="http://schemas.microsoft.com/office/drawing/2014/main" id="{4E31B030-607F-A431-8FFC-B1A731E523C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139648776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2CB2F5-4618-1137-ECA3-8C85B18AF8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>
            <a:extLst>
              <a:ext uri="{FF2B5EF4-FFF2-40B4-BE49-F238E27FC236}">
                <a16:creationId xmlns:a16="http://schemas.microsoft.com/office/drawing/2014/main" id="{936776BF-5545-D0F9-F8D4-F30D009097B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9091" name="Rectangle 3">
            <a:extLst>
              <a:ext uri="{FF2B5EF4-FFF2-40B4-BE49-F238E27FC236}">
                <a16:creationId xmlns:a16="http://schemas.microsoft.com/office/drawing/2014/main" id="{430C04E2-F003-760D-EF35-EC03AB4507C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222476663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B9FDB7-31DE-BED9-4F2B-500662B307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>
            <a:extLst>
              <a:ext uri="{FF2B5EF4-FFF2-40B4-BE49-F238E27FC236}">
                <a16:creationId xmlns:a16="http://schemas.microsoft.com/office/drawing/2014/main" id="{62A1AC7E-154F-E044-7D06-353F1A249EA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9091" name="Rectangle 3">
            <a:extLst>
              <a:ext uri="{FF2B5EF4-FFF2-40B4-BE49-F238E27FC236}">
                <a16:creationId xmlns:a16="http://schemas.microsoft.com/office/drawing/2014/main" id="{78C6A3FE-F533-B540-3E01-C65B6A03E70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41874166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99C7BD-6E02-F7E3-C236-D765C8A29E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>
            <a:extLst>
              <a:ext uri="{FF2B5EF4-FFF2-40B4-BE49-F238E27FC236}">
                <a16:creationId xmlns:a16="http://schemas.microsoft.com/office/drawing/2014/main" id="{13DD8F8D-ECC4-FD7D-278A-3C8E5907189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9091" name="Rectangle 3">
            <a:extLst>
              <a:ext uri="{FF2B5EF4-FFF2-40B4-BE49-F238E27FC236}">
                <a16:creationId xmlns:a16="http://schemas.microsoft.com/office/drawing/2014/main" id="{B81F4879-74F0-877D-DEEA-0660CD8206E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35311679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E9B132-7FE8-130C-AA0D-94C5137871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>
            <a:extLst>
              <a:ext uri="{FF2B5EF4-FFF2-40B4-BE49-F238E27FC236}">
                <a16:creationId xmlns:a16="http://schemas.microsoft.com/office/drawing/2014/main" id="{06424C64-3DA5-D7A3-6E41-D571A69656A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9091" name="Rectangle 3">
            <a:extLst>
              <a:ext uri="{FF2B5EF4-FFF2-40B4-BE49-F238E27FC236}">
                <a16:creationId xmlns:a16="http://schemas.microsoft.com/office/drawing/2014/main" id="{A2E3A5CF-8A37-034D-F205-87CFAD0670A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155893100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2BA0DF-FDE1-35C6-A334-8D14DC1A59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>
            <a:extLst>
              <a:ext uri="{FF2B5EF4-FFF2-40B4-BE49-F238E27FC236}">
                <a16:creationId xmlns:a16="http://schemas.microsoft.com/office/drawing/2014/main" id="{BD257704-D759-9F1A-0970-5D0BFFCBA07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9091" name="Rectangle 3">
            <a:extLst>
              <a:ext uri="{FF2B5EF4-FFF2-40B4-BE49-F238E27FC236}">
                <a16:creationId xmlns:a16="http://schemas.microsoft.com/office/drawing/2014/main" id="{BED8611E-7138-FB37-F239-3E57EDC1B6C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322382850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B0BE00-AEE8-EDD8-F1E9-41BDFDB8EB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>
            <a:extLst>
              <a:ext uri="{FF2B5EF4-FFF2-40B4-BE49-F238E27FC236}">
                <a16:creationId xmlns:a16="http://schemas.microsoft.com/office/drawing/2014/main" id="{198562D0-B65B-FD96-F7EC-16BEB81F859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9091" name="Rectangle 3">
            <a:extLst>
              <a:ext uri="{FF2B5EF4-FFF2-40B4-BE49-F238E27FC236}">
                <a16:creationId xmlns:a16="http://schemas.microsoft.com/office/drawing/2014/main" id="{491AF00B-111D-D7B1-65F1-E34A7F69D61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284599980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8EE113-0A5E-B071-7A60-BCF6B3AB22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>
            <a:extLst>
              <a:ext uri="{FF2B5EF4-FFF2-40B4-BE49-F238E27FC236}">
                <a16:creationId xmlns:a16="http://schemas.microsoft.com/office/drawing/2014/main" id="{920DD6FA-AEAB-93A2-CBD6-A18F6A6CC54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9091" name="Rectangle 3">
            <a:extLst>
              <a:ext uri="{FF2B5EF4-FFF2-40B4-BE49-F238E27FC236}">
                <a16:creationId xmlns:a16="http://schemas.microsoft.com/office/drawing/2014/main" id="{F27DEC83-9CF5-273D-D65A-BA426087BD5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242981070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129D0E-5050-18D6-A80E-22E9EE0859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>
            <a:extLst>
              <a:ext uri="{FF2B5EF4-FFF2-40B4-BE49-F238E27FC236}">
                <a16:creationId xmlns:a16="http://schemas.microsoft.com/office/drawing/2014/main" id="{C188421A-5F87-B07B-CC80-F22867F070C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9091" name="Rectangle 3">
            <a:extLst>
              <a:ext uri="{FF2B5EF4-FFF2-40B4-BE49-F238E27FC236}">
                <a16:creationId xmlns:a16="http://schemas.microsoft.com/office/drawing/2014/main" id="{4C71A1C6-75BF-BD2F-CCB1-CE928C57752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57430874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FAF2B5-EE98-B1F0-D2E0-E5A7FB4E38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>
            <a:extLst>
              <a:ext uri="{FF2B5EF4-FFF2-40B4-BE49-F238E27FC236}">
                <a16:creationId xmlns:a16="http://schemas.microsoft.com/office/drawing/2014/main" id="{FDC64A9C-24AC-70BD-C1B2-C7E42C780B8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9091" name="Rectangle 3">
            <a:extLst>
              <a:ext uri="{FF2B5EF4-FFF2-40B4-BE49-F238E27FC236}">
                <a16:creationId xmlns:a16="http://schemas.microsoft.com/office/drawing/2014/main" id="{B6FE4645-894F-9FFA-057B-F9D66E73529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964559123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449887-B7A1-FA64-691C-8C479C8B34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>
            <a:extLst>
              <a:ext uri="{FF2B5EF4-FFF2-40B4-BE49-F238E27FC236}">
                <a16:creationId xmlns:a16="http://schemas.microsoft.com/office/drawing/2014/main" id="{B719BEF2-96CB-B0CA-3CE8-F836BF05075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9091" name="Rectangle 3">
            <a:extLst>
              <a:ext uri="{FF2B5EF4-FFF2-40B4-BE49-F238E27FC236}">
                <a16:creationId xmlns:a16="http://schemas.microsoft.com/office/drawing/2014/main" id="{F232C777-183E-BB92-CAAD-C081495C9D5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773816152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F6DA6A-B2E3-7E7C-9C82-751FA60D5C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>
            <a:extLst>
              <a:ext uri="{FF2B5EF4-FFF2-40B4-BE49-F238E27FC236}">
                <a16:creationId xmlns:a16="http://schemas.microsoft.com/office/drawing/2014/main" id="{A8497959-5789-AF8E-4939-CF289597D14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9091" name="Rectangle 3">
            <a:extLst>
              <a:ext uri="{FF2B5EF4-FFF2-40B4-BE49-F238E27FC236}">
                <a16:creationId xmlns:a16="http://schemas.microsoft.com/office/drawing/2014/main" id="{E2E496F2-8121-EE17-0AC8-7D10159F4B9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26056208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0F4DD1-D468-DD6C-A7A0-52876D1D2C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>
            <a:extLst>
              <a:ext uri="{FF2B5EF4-FFF2-40B4-BE49-F238E27FC236}">
                <a16:creationId xmlns:a16="http://schemas.microsoft.com/office/drawing/2014/main" id="{381BDD1C-DE76-B945-A959-023A0DE31A9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9091" name="Rectangle 3">
            <a:extLst>
              <a:ext uri="{FF2B5EF4-FFF2-40B4-BE49-F238E27FC236}">
                <a16:creationId xmlns:a16="http://schemas.microsoft.com/office/drawing/2014/main" id="{EFB8DD34-866D-E1F6-F3D0-0AF73A321A7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1877513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A62BA6-889C-B917-EA0B-4DFD928230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>
            <a:extLst>
              <a:ext uri="{FF2B5EF4-FFF2-40B4-BE49-F238E27FC236}">
                <a16:creationId xmlns:a16="http://schemas.microsoft.com/office/drawing/2014/main" id="{3AAE8F03-396E-5814-ECA9-85B8DC978ED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9091" name="Rectangle 3">
            <a:extLst>
              <a:ext uri="{FF2B5EF4-FFF2-40B4-BE49-F238E27FC236}">
                <a16:creationId xmlns:a16="http://schemas.microsoft.com/office/drawing/2014/main" id="{F8E9EF34-A11F-6D81-CB8A-86481CEC26A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316825673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DF418B-D4E8-C901-E5D5-FF0F727C38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>
            <a:extLst>
              <a:ext uri="{FF2B5EF4-FFF2-40B4-BE49-F238E27FC236}">
                <a16:creationId xmlns:a16="http://schemas.microsoft.com/office/drawing/2014/main" id="{14A3446E-238B-6167-027C-EBAA474B484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9091" name="Rectangle 3">
            <a:extLst>
              <a:ext uri="{FF2B5EF4-FFF2-40B4-BE49-F238E27FC236}">
                <a16:creationId xmlns:a16="http://schemas.microsoft.com/office/drawing/2014/main" id="{B6D17D03-1015-8FC4-019C-F52B26CD176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4077968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DD371C-EFEA-9F0A-5B8E-B23D24E3CB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>
            <a:extLst>
              <a:ext uri="{FF2B5EF4-FFF2-40B4-BE49-F238E27FC236}">
                <a16:creationId xmlns:a16="http://schemas.microsoft.com/office/drawing/2014/main" id="{3451AD85-EF3F-02A4-A853-EEC752EB574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9091" name="Rectangle 3">
            <a:extLst>
              <a:ext uri="{FF2B5EF4-FFF2-40B4-BE49-F238E27FC236}">
                <a16:creationId xmlns:a16="http://schemas.microsoft.com/office/drawing/2014/main" id="{D1F72670-1EF5-8363-0C0A-40F27C2A034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389545168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16AF4D-F3AD-AD28-9BA1-56468DD333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>
            <a:extLst>
              <a:ext uri="{FF2B5EF4-FFF2-40B4-BE49-F238E27FC236}">
                <a16:creationId xmlns:a16="http://schemas.microsoft.com/office/drawing/2014/main" id="{EE2BB542-CBD9-4549-EB0A-BEEF16BCC7A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9091" name="Rectangle 3">
            <a:extLst>
              <a:ext uri="{FF2B5EF4-FFF2-40B4-BE49-F238E27FC236}">
                <a16:creationId xmlns:a16="http://schemas.microsoft.com/office/drawing/2014/main" id="{C31C925D-333D-9098-7B82-9BF4152496A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96212163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977A82-0517-E954-07AC-A98F3071B8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>
            <a:extLst>
              <a:ext uri="{FF2B5EF4-FFF2-40B4-BE49-F238E27FC236}">
                <a16:creationId xmlns:a16="http://schemas.microsoft.com/office/drawing/2014/main" id="{11A00362-31D0-2F9E-3847-701B3CA7DA8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9091" name="Rectangle 3">
            <a:extLst>
              <a:ext uri="{FF2B5EF4-FFF2-40B4-BE49-F238E27FC236}">
                <a16:creationId xmlns:a16="http://schemas.microsoft.com/office/drawing/2014/main" id="{14191043-6C1E-DC05-5076-80935F2C223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86553784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4AB7F7-2EB2-A663-0129-4CCC558C39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>
            <a:extLst>
              <a:ext uri="{FF2B5EF4-FFF2-40B4-BE49-F238E27FC236}">
                <a16:creationId xmlns:a16="http://schemas.microsoft.com/office/drawing/2014/main" id="{5C4E2DA6-B30C-A82B-FCB8-919CD93CD63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9091" name="Rectangle 3">
            <a:extLst>
              <a:ext uri="{FF2B5EF4-FFF2-40B4-BE49-F238E27FC236}">
                <a16:creationId xmlns:a16="http://schemas.microsoft.com/office/drawing/2014/main" id="{DE9774FA-3135-6180-2954-41EB04A8739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54814730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2C6618-3EBB-CCD2-078E-E5EB2654C2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>
            <a:extLst>
              <a:ext uri="{FF2B5EF4-FFF2-40B4-BE49-F238E27FC236}">
                <a16:creationId xmlns:a16="http://schemas.microsoft.com/office/drawing/2014/main" id="{C70E5657-D7CC-82FB-D84A-0E1D71ED558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9091" name="Rectangle 3">
            <a:extLst>
              <a:ext uri="{FF2B5EF4-FFF2-40B4-BE49-F238E27FC236}">
                <a16:creationId xmlns:a16="http://schemas.microsoft.com/office/drawing/2014/main" id="{D7B3FD57-6FD8-57A6-F091-A854EBB46BD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7793494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204535-E9B1-3243-F952-EA08A00852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>
            <a:extLst>
              <a:ext uri="{FF2B5EF4-FFF2-40B4-BE49-F238E27FC236}">
                <a16:creationId xmlns:a16="http://schemas.microsoft.com/office/drawing/2014/main" id="{C434B8AB-0532-F5E7-01BE-D41AE324B13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9091" name="Rectangle 3">
            <a:extLst>
              <a:ext uri="{FF2B5EF4-FFF2-40B4-BE49-F238E27FC236}">
                <a16:creationId xmlns:a16="http://schemas.microsoft.com/office/drawing/2014/main" id="{1EB5A9DC-E9B5-65AA-7131-045A73967FA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73490732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FB2B11-3C7C-6E5C-6625-3794FB62A3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>
            <a:extLst>
              <a:ext uri="{FF2B5EF4-FFF2-40B4-BE49-F238E27FC236}">
                <a16:creationId xmlns:a16="http://schemas.microsoft.com/office/drawing/2014/main" id="{1ABD391F-5DFC-E472-DF4E-49C88755268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9091" name="Rectangle 3">
            <a:extLst>
              <a:ext uri="{FF2B5EF4-FFF2-40B4-BE49-F238E27FC236}">
                <a16:creationId xmlns:a16="http://schemas.microsoft.com/office/drawing/2014/main" id="{25935AD2-F324-0E12-5FF8-C2C71FC2E91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313800020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21FBCA-A514-0C83-14FB-5C78C21470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>
            <a:extLst>
              <a:ext uri="{FF2B5EF4-FFF2-40B4-BE49-F238E27FC236}">
                <a16:creationId xmlns:a16="http://schemas.microsoft.com/office/drawing/2014/main" id="{405C56A7-02A4-6969-DB36-882D090B149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9091" name="Rectangle 3">
            <a:extLst>
              <a:ext uri="{FF2B5EF4-FFF2-40B4-BE49-F238E27FC236}">
                <a16:creationId xmlns:a16="http://schemas.microsoft.com/office/drawing/2014/main" id="{57BBC8C0-22EF-53FA-6239-2984B7BB945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507494513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CC90A6-A09C-DEAF-4EFB-BC882F1866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>
            <a:extLst>
              <a:ext uri="{FF2B5EF4-FFF2-40B4-BE49-F238E27FC236}">
                <a16:creationId xmlns:a16="http://schemas.microsoft.com/office/drawing/2014/main" id="{9B9D61AE-5FDB-5D6B-91E6-128F5C32410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4995" name="Rectangle 3">
            <a:extLst>
              <a:ext uri="{FF2B5EF4-FFF2-40B4-BE49-F238E27FC236}">
                <a16:creationId xmlns:a16="http://schemas.microsoft.com/office/drawing/2014/main" id="{1376F4F9-60DC-26A8-4FED-905E7DA3B58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38187149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73C532-6FAD-AB5F-026C-8DDD18D106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>
            <a:extLst>
              <a:ext uri="{FF2B5EF4-FFF2-40B4-BE49-F238E27FC236}">
                <a16:creationId xmlns:a16="http://schemas.microsoft.com/office/drawing/2014/main" id="{22570D40-8260-6827-5352-1DEA35AE6CA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9091" name="Rectangle 3">
            <a:extLst>
              <a:ext uri="{FF2B5EF4-FFF2-40B4-BE49-F238E27FC236}">
                <a16:creationId xmlns:a16="http://schemas.microsoft.com/office/drawing/2014/main" id="{316A74CA-95B3-078A-1924-83B26666782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126987259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7C8687-8DFA-3B10-6BCE-0025D0C13C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>
            <a:extLst>
              <a:ext uri="{FF2B5EF4-FFF2-40B4-BE49-F238E27FC236}">
                <a16:creationId xmlns:a16="http://schemas.microsoft.com/office/drawing/2014/main" id="{6883A69C-96B9-5716-F830-B8695E66DBB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9091" name="Rectangle 3">
            <a:extLst>
              <a:ext uri="{FF2B5EF4-FFF2-40B4-BE49-F238E27FC236}">
                <a16:creationId xmlns:a16="http://schemas.microsoft.com/office/drawing/2014/main" id="{966A2D3B-E7CF-F52B-77BC-9410F4B8331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376717346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C6423A-DAF6-6198-7EF0-9963BF4C70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>
            <a:extLst>
              <a:ext uri="{FF2B5EF4-FFF2-40B4-BE49-F238E27FC236}">
                <a16:creationId xmlns:a16="http://schemas.microsoft.com/office/drawing/2014/main" id="{867F86DB-F552-9B0C-A37A-CFFC9A568C6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9091" name="Rectangle 3">
            <a:extLst>
              <a:ext uri="{FF2B5EF4-FFF2-40B4-BE49-F238E27FC236}">
                <a16:creationId xmlns:a16="http://schemas.microsoft.com/office/drawing/2014/main" id="{70C67930-402E-609A-4B4D-56E8A98B921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2976191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>
            <a:lvl1pPr>
              <a:buClr>
                <a:schemeClr val="accent2">
                  <a:lumMod val="75000"/>
                </a:schemeClr>
              </a:buClr>
              <a:defRPr/>
            </a:lvl1pPr>
            <a:lvl2pPr>
              <a:buClr>
                <a:schemeClr val="bg2">
                  <a:lumMod val="50000"/>
                </a:schemeClr>
              </a:buClr>
              <a:buFont typeface="Wingdings" pitchFamily="2" charset="2"/>
              <a:buChar char="ü"/>
              <a:defRPr/>
            </a:lvl2pPr>
          </a:lstStyle>
          <a:p>
            <a:pPr lvl="0"/>
            <a:r>
              <a:rPr lang="es-ES" noProof="0"/>
              <a:t>Haga clic para modificar el estilo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  <a:p>
            <a:pPr lvl="3"/>
            <a:r>
              <a:rPr lang="es-ES" noProof="0"/>
              <a:t>Cuarto nivel</a:t>
            </a:r>
          </a:p>
          <a:p>
            <a:pPr lvl="4"/>
            <a:r>
              <a:rPr lang="es-ES" noProof="0"/>
              <a:t>Quinto nivel</a:t>
            </a:r>
            <a:endParaRPr lang="es-ES" noProof="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100"/>
            </a:lvl1pPr>
          </a:lstStyle>
          <a:p>
            <a:fld id="{DF299904-AEB1-46FB-8F2B-FBE7A5DAFADA}" type="datetimeFigureOut">
              <a:rPr lang="es-ES" smtClean="0"/>
              <a:pPr/>
              <a:t>7/8/26</a:t>
            </a:fld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000"/>
            </a:lvl1pPr>
          </a:lstStyle>
          <a:p>
            <a:fld id="{E88C8E71-B8D3-4220-A7B2-A3892330A7CF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9"/>
          <p:cNvSpPr/>
          <p:nvPr/>
        </p:nvSpPr>
        <p:spPr bwMode="invGray">
          <a:xfrm>
            <a:off x="2286000" y="0"/>
            <a:ext cx="76200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buFont typeface="Wingdings" pitchFamily="48" charset="2"/>
              <a:buNone/>
              <a:defRPr/>
            </a:pPr>
            <a:endParaRPr lang="es-ES" dirty="0"/>
          </a:p>
        </p:txBody>
      </p:sp>
      <p:sp>
        <p:nvSpPr>
          <p:cNvPr id="6" name="Oval 7"/>
          <p:cNvSpPr/>
          <p:nvPr/>
        </p:nvSpPr>
        <p:spPr>
          <a:xfrm>
            <a:off x="2172321" y="2814656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50000" t="50000" r="100000" b="1250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>
              <a:buFont typeface="Wingdings" pitchFamily="48" charset="2"/>
              <a:buNone/>
              <a:defRPr/>
            </a:pPr>
            <a:endParaRPr lang="es-ES" dirty="0"/>
          </a:p>
        </p:txBody>
      </p:sp>
      <p:sp>
        <p:nvSpPr>
          <p:cNvPr id="7" name="Oval 8"/>
          <p:cNvSpPr/>
          <p:nvPr/>
        </p:nvSpPr>
        <p:spPr>
          <a:xfrm>
            <a:off x="2408238" y="2746375"/>
            <a:ext cx="63500" cy="63500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>
              <a:buFont typeface="Wingdings" pitchFamily="48" charset="2"/>
              <a:buNone/>
              <a:defRPr/>
            </a:pPr>
            <a:endParaRPr lang="es-E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8392" y="2600325"/>
            <a:ext cx="6400800" cy="2286000"/>
          </a:xfrm>
        </p:spPr>
        <p:txBody>
          <a:bodyPr anchor="t"/>
          <a:lstStyle>
            <a:lvl1pPr algn="l" latinLnBrk="0">
              <a:lnSpc>
                <a:spcPts val="4500"/>
              </a:lnSpc>
              <a:buNone/>
              <a:defRPr lang="es-ES" sz="4000" b="1" cap="all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8392" y="1100138"/>
            <a:ext cx="6400800" cy="1509712"/>
          </a:xfrm>
        </p:spPr>
        <p:txBody>
          <a:bodyPr anchor="b"/>
          <a:lstStyle>
            <a:lvl1pPr marL="27432" indent="0" latinLnBrk="0">
              <a:lnSpc>
                <a:spcPts val="2300"/>
              </a:lnSpc>
              <a:spcBef>
                <a:spcPts val="0"/>
              </a:spcBef>
              <a:buNone/>
              <a:defRPr lang="es-ES" sz="20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>
              <a:buNone/>
              <a:defRPr lang="es-ES"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lang="es-ES"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lang="es-ES"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lang="es-ES"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299904-AEB1-46FB-8F2B-FBE7A5DAFADA}" type="datetimeFigureOut">
              <a:rPr lang="es-ES" smtClean="0"/>
              <a:pPr/>
              <a:t>7/8/26</a:t>
            </a:fld>
            <a:endParaRPr lang="es-ES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88C8E71-B8D3-4220-A7B2-A3892330A7CF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Contenido d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e 8"/>
          <p:cNvSpPr/>
          <p:nvPr/>
        </p:nvSpPr>
        <p:spPr>
          <a:xfrm>
            <a:off x="-815975" y="-815975"/>
            <a:ext cx="1638300" cy="1638300"/>
          </a:xfrm>
          <a:prstGeom prst="pie">
            <a:avLst>
              <a:gd name="adj1" fmla="val 0"/>
              <a:gd name="adj2" fmla="val 5402120"/>
            </a:avLst>
          </a:prstGeom>
          <a:solidFill>
            <a:schemeClr val="bg2">
              <a:tint val="18000"/>
              <a:satMod val="220000"/>
              <a:alpha val="33000"/>
            </a:schemeClr>
          </a:solidFill>
          <a:ln w="3175" cap="rnd" cmpd="sng" algn="ctr">
            <a:solidFill>
              <a:schemeClr val="bg2">
                <a:shade val="70000"/>
                <a:satMod val="200000"/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buFont typeface="Wingdings" pitchFamily="48" charset="2"/>
              <a:buNone/>
              <a:defRPr/>
            </a:pPr>
            <a:endParaRPr lang="es-ES" dirty="0"/>
          </a:p>
        </p:txBody>
      </p:sp>
      <p:sp>
        <p:nvSpPr>
          <p:cNvPr id="6" name="Oval 9"/>
          <p:cNvSpPr/>
          <p:nvPr/>
        </p:nvSpPr>
        <p:spPr>
          <a:xfrm>
            <a:off x="168275" y="20638"/>
            <a:ext cx="1703388" cy="1703387"/>
          </a:xfrm>
          <a:prstGeom prst="ellipse">
            <a:avLst/>
          </a:prstGeom>
          <a:noFill/>
          <a:ln w="27305" cap="rnd" cmpd="sng" algn="ctr">
            <a:solidFill>
              <a:schemeClr val="bg2">
                <a:tint val="45000"/>
                <a:satMod val="325000"/>
                <a:alpha val="100000"/>
              </a:schemeClr>
            </a:solidFill>
            <a:prstDash val="solid"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buFont typeface="Wingdings" pitchFamily="48" charset="2"/>
              <a:buNone/>
              <a:defRPr/>
            </a:pPr>
            <a:endParaRPr lang="es-ES" dirty="0"/>
          </a:p>
        </p:txBody>
      </p:sp>
      <p:sp>
        <p:nvSpPr>
          <p:cNvPr id="7" name="Donut 10"/>
          <p:cNvSpPr/>
          <p:nvPr/>
        </p:nvSpPr>
        <p:spPr>
          <a:xfrm rot="2315675">
            <a:off x="182881" y="1055077"/>
            <a:ext cx="1125717" cy="1102624"/>
          </a:xfrm>
          <a:prstGeom prst="donut">
            <a:avLst>
              <a:gd name="adj" fmla="val 11833"/>
            </a:avLst>
          </a:prstGeom>
          <a:gradFill rotWithShape="1">
            <a:gsLst>
              <a:gs pos="0">
                <a:schemeClr val="bg2">
                  <a:tint val="10000"/>
                  <a:shade val="99000"/>
                  <a:satMod val="355000"/>
                  <a:alpha val="70000"/>
                </a:schemeClr>
              </a:gs>
              <a:gs pos="70000">
                <a:schemeClr val="bg2">
                  <a:tint val="6000"/>
                  <a:shade val="100000"/>
                  <a:satMod val="400000"/>
                  <a:alpha val="55000"/>
                </a:schemeClr>
              </a:gs>
              <a:gs pos="100000">
                <a:schemeClr val="bg2">
                  <a:tint val="100000"/>
                  <a:shade val="75000"/>
                  <a:satMod val="370000"/>
                  <a:alpha val="60000"/>
                </a:schemeClr>
              </a:gs>
            </a:gsLst>
            <a:path path="circle">
              <a:fillToRect l="85000" t="100000" r="1000000" b="300000"/>
            </a:path>
          </a:gradFill>
          <a:ln w="7350" cap="rnd" cmpd="sng" algn="ctr">
            <a:solidFill>
              <a:schemeClr val="bg2">
                <a:shade val="60000"/>
                <a:satMod val="220000"/>
                <a:alpha val="100000"/>
              </a:schemeClr>
            </a:solidFill>
            <a:prstDash val="solid"/>
          </a:ln>
          <a:effectLst>
            <a:outerShdw blurRad="12700" dist="15000" dir="4500000" algn="tl" rotWithShape="0">
              <a:schemeClr val="bg2">
                <a:shade val="10000"/>
                <a:satMod val="200000"/>
                <a:alpha val="3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buFont typeface="Wingdings" pitchFamily="48" charset="2"/>
              <a:buNone/>
              <a:defRPr/>
            </a:pPr>
            <a:endParaRPr lang="es-E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3568" y="116632"/>
            <a:ext cx="8136904" cy="936104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E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3568" y="1340768"/>
            <a:ext cx="3888432" cy="4824536"/>
          </a:xfrm>
        </p:spPr>
        <p:txBody>
          <a:bodyPr>
            <a:normAutofit/>
          </a:bodyPr>
          <a:lstStyle>
            <a:lvl1pPr latinLnBrk="0">
              <a:defRPr lang="es-ES" sz="240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lang="es-ES" sz="200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 lang="es-ES" sz="180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defRPr lang="es-ES" sz="160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>
              <a:defRPr lang="es-ES" sz="16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60032" y="1340768"/>
            <a:ext cx="4001648" cy="4824536"/>
          </a:xfrm>
        </p:spPr>
        <p:txBody>
          <a:bodyPr>
            <a:normAutofit/>
          </a:bodyPr>
          <a:lstStyle>
            <a:lvl1pPr algn="l" rtl="0" eaLnBrk="0" fontAlgn="base" latinLnBrk="0" hangingPunct="0">
              <a:spcAft>
                <a:spcPct val="0"/>
              </a:spcAft>
              <a:defRPr lang="es-ES" sz="240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l" rtl="0" eaLnBrk="0" fontAlgn="base" hangingPunct="0">
              <a:spcAft>
                <a:spcPct val="0"/>
              </a:spcAft>
              <a:defRPr lang="es-ES" sz="200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algn="l" rtl="0" eaLnBrk="0" fontAlgn="base" hangingPunct="0">
              <a:spcAft>
                <a:spcPct val="0"/>
              </a:spcAft>
              <a:defRPr lang="es-ES" sz="180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algn="l" rtl="0" eaLnBrk="0" fontAlgn="base" hangingPunct="0">
              <a:spcAft>
                <a:spcPct val="0"/>
              </a:spcAft>
              <a:defRPr lang="es-ES" sz="160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algn="l" rtl="0" eaLnBrk="0" fontAlgn="base" hangingPunct="0">
              <a:spcAft>
                <a:spcPct val="0"/>
              </a:spcAft>
              <a:defRPr lang="es-ES" sz="16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" dirty="0"/>
          </a:p>
        </p:txBody>
      </p:sp>
      <p:sp>
        <p:nvSpPr>
          <p:cNvPr id="9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299904-AEB1-46FB-8F2B-FBE7A5DAFADA}" type="datetimeFigureOut">
              <a:rPr lang="es-ES" smtClean="0"/>
              <a:pPr/>
              <a:t>7/8/26</a:t>
            </a:fld>
            <a:endParaRPr lang="es-ES"/>
          </a:p>
        </p:txBody>
      </p:sp>
      <p:sp>
        <p:nvSpPr>
          <p:cNvPr id="11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88C8E71-B8D3-4220-A7B2-A3892330A7CF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3568" y="116632"/>
            <a:ext cx="8250120" cy="864096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E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299904-AEB1-46FB-8F2B-FBE7A5DAFADA}" type="datetimeFigureOut">
              <a:rPr lang="es-ES" smtClean="0"/>
              <a:pPr/>
              <a:t>7/8/26</a:t>
            </a:fld>
            <a:endParaRPr lang="es-E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88C8E71-B8D3-4220-A7B2-A3892330A7CF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299904-AEB1-46FB-8F2B-FBE7A5DAFADA}" type="datetimeFigureOut">
              <a:rPr lang="es-ES" smtClean="0"/>
              <a:pPr/>
              <a:t>7/8/26</a:t>
            </a:fld>
            <a:endParaRPr lang="es-E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88C8E71-B8D3-4220-A7B2-A3892330A7CF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77" name="Rectangle 25"/>
          <p:cNvSpPr>
            <a:spLocks noGrp="1" noChangeArrowheads="1"/>
          </p:cNvSpPr>
          <p:nvPr>
            <p:ph type="ctrTitle" hasCustomPrompt="1"/>
          </p:nvPr>
        </p:nvSpPr>
        <p:spPr>
          <a:xfrm>
            <a:off x="971600" y="3291681"/>
            <a:ext cx="7416824" cy="2441575"/>
          </a:xfrm>
        </p:spPr>
        <p:txBody>
          <a:bodyPr/>
          <a:lstStyle>
            <a:lvl1pPr algn="ctr">
              <a:defRPr sz="4000"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s-ES" altLang="es-ES_tradnl" dirty="0"/>
              <a:t>Haga clic para cambiar el estilo de título	</a:t>
            </a:r>
          </a:p>
        </p:txBody>
      </p:sp>
      <p:pic>
        <p:nvPicPr>
          <p:cNvPr id="4" name="Picture 10" descr="logoDISCA">
            <a:extLst>
              <a:ext uri="{FF2B5EF4-FFF2-40B4-BE49-F238E27FC236}">
                <a16:creationId xmlns:a16="http://schemas.microsoft.com/office/drawing/2014/main" id="{051248BF-7BDD-973F-984F-6FF891F7358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7596188" y="5516563"/>
            <a:ext cx="1436687" cy="581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angle 2">
            <a:extLst>
              <a:ext uri="{FF2B5EF4-FFF2-40B4-BE49-F238E27FC236}">
                <a16:creationId xmlns:a16="http://schemas.microsoft.com/office/drawing/2014/main" id="{7B538480-2B3F-4BB3-F6BC-A3CC114C3874}"/>
              </a:ext>
            </a:extLst>
          </p:cNvPr>
          <p:cNvSpPr txBox="1">
            <a:spLocks noChangeArrowheads="1"/>
          </p:cNvSpPr>
          <p:nvPr userDrawn="1"/>
        </p:nvSpPr>
        <p:spPr>
          <a:xfrm>
            <a:off x="755650" y="115888"/>
            <a:ext cx="7772400" cy="1676400"/>
          </a:xfrm>
          <a:prstGeom prst="rect">
            <a:avLst/>
          </a:prstGeom>
        </p:spPr>
        <p:txBody>
          <a:bodyPr anchor="ctr"/>
          <a:lstStyle>
            <a:lvl1pPr>
              <a:defRPr sz="4000"/>
            </a:lvl1pPr>
          </a:lstStyle>
          <a:p>
            <a:pPr algn="ctr" eaLnBrk="1" fontAlgn="auto" hangingPunct="1">
              <a:spcBef>
                <a:spcPct val="0"/>
              </a:spcBef>
              <a:spcAft>
                <a:spcPts val="0"/>
              </a:spcAft>
              <a:buFontTx/>
              <a:buNone/>
              <a:defRPr/>
            </a:pPr>
            <a:r>
              <a:rPr lang="es-ES" dirty="0">
                <a:solidFill>
                  <a:schemeClr val="tx2">
                    <a:satMod val="130000"/>
                  </a:schemeClr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latin typeface="+mj-lt"/>
                <a:ea typeface="+mj-ea"/>
                <a:cs typeface="+mj-cs"/>
              </a:rPr>
              <a:t>Estructura de Computadores</a:t>
            </a:r>
            <a:endParaRPr lang="ca-ES" dirty="0">
              <a:solidFill>
                <a:schemeClr val="tx2">
                  <a:satMod val="130000"/>
                </a:schemeClr>
              </a:solidFill>
              <a:effectLst>
                <a:outerShdw blurRad="50000" dist="30000" dir="5400000" algn="tl" rotWithShape="0">
                  <a:srgbClr val="000000">
                    <a:alpha val="30000"/>
                  </a:srgbClr>
                </a:outerShdw>
              </a:effectLst>
              <a:latin typeface="+mj-lt"/>
              <a:ea typeface="+mj-ea"/>
              <a:cs typeface="+mj-cs"/>
            </a:endParaRPr>
          </a:p>
        </p:txBody>
      </p:sp>
      <p:sp>
        <p:nvSpPr>
          <p:cNvPr id="6" name="4 CuadroTexto">
            <a:extLst>
              <a:ext uri="{FF2B5EF4-FFF2-40B4-BE49-F238E27FC236}">
                <a16:creationId xmlns:a16="http://schemas.microsoft.com/office/drawing/2014/main" id="{A8197F14-F2E9-46EC-00E1-FDEFBCE31739}"/>
              </a:ext>
            </a:extLst>
          </p:cNvPr>
          <p:cNvSpPr txBox="1"/>
          <p:nvPr userDrawn="1"/>
        </p:nvSpPr>
        <p:spPr>
          <a:xfrm>
            <a:off x="2565704" y="1844675"/>
            <a:ext cx="4152291" cy="9079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  <a:defRPr/>
            </a:pPr>
            <a:r>
              <a:rPr lang="es-ES" sz="2400" dirty="0">
                <a:solidFill>
                  <a:schemeClr val="accent1">
                    <a:lumMod val="50000"/>
                  </a:schemeClr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latin typeface="+mj-lt"/>
                <a:ea typeface="+mj-ea"/>
                <a:cs typeface="+mj-cs"/>
              </a:rPr>
              <a:t>Grado de Ingeniería Informática</a:t>
            </a:r>
          </a:p>
          <a:p>
            <a:pPr algn="ctr">
              <a:defRPr/>
            </a:pPr>
            <a:r>
              <a:rPr lang="es-ES" sz="2400" dirty="0">
                <a:solidFill>
                  <a:schemeClr val="accent1">
                    <a:lumMod val="50000"/>
                  </a:schemeClr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latin typeface="+mj-lt"/>
                <a:ea typeface="+mj-ea"/>
                <a:cs typeface="+mj-cs"/>
              </a:rPr>
              <a:t>ETSINF</a:t>
            </a:r>
          </a:p>
        </p:txBody>
      </p:sp>
      <p:sp>
        <p:nvSpPr>
          <p:cNvPr id="9" name="Oval 7">
            <a:extLst>
              <a:ext uri="{FF2B5EF4-FFF2-40B4-BE49-F238E27FC236}">
                <a16:creationId xmlns:a16="http://schemas.microsoft.com/office/drawing/2014/main" id="{20EBE08B-87E7-9A1D-2620-64C0A491161D}"/>
              </a:ext>
            </a:extLst>
          </p:cNvPr>
          <p:cNvSpPr/>
          <p:nvPr userDrawn="1"/>
        </p:nvSpPr>
        <p:spPr>
          <a:xfrm>
            <a:off x="204788" y="1844675"/>
            <a:ext cx="1271587" cy="1270000"/>
          </a:xfrm>
          <a:prstGeom prst="ellipse">
            <a:avLst/>
          </a:prstGeom>
          <a:noFill/>
          <a:ln w="27305" cap="rnd" cmpd="sng" algn="ctr">
            <a:solidFill>
              <a:schemeClr val="bg2">
                <a:tint val="45000"/>
                <a:satMod val="325000"/>
                <a:alpha val="100000"/>
              </a:schemeClr>
            </a:solidFill>
            <a:prstDash val="solid"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buFont typeface="Wingdings" pitchFamily="48" charset="2"/>
              <a:buNone/>
              <a:defRPr/>
            </a:pPr>
            <a:endParaRPr lang="es-ES"/>
          </a:p>
        </p:txBody>
      </p:sp>
      <p:sp>
        <p:nvSpPr>
          <p:cNvPr id="10" name="Pie 6">
            <a:extLst>
              <a:ext uri="{FF2B5EF4-FFF2-40B4-BE49-F238E27FC236}">
                <a16:creationId xmlns:a16="http://schemas.microsoft.com/office/drawing/2014/main" id="{35553C7D-5E5B-C28D-05C1-DD36EAF95A0D}"/>
              </a:ext>
            </a:extLst>
          </p:cNvPr>
          <p:cNvSpPr/>
          <p:nvPr userDrawn="1"/>
        </p:nvSpPr>
        <p:spPr>
          <a:xfrm>
            <a:off x="-1422400" y="-1295400"/>
            <a:ext cx="2844800" cy="2590800"/>
          </a:xfrm>
          <a:prstGeom prst="pie">
            <a:avLst>
              <a:gd name="adj1" fmla="val 0"/>
              <a:gd name="adj2" fmla="val 5402120"/>
            </a:avLst>
          </a:prstGeom>
          <a:solidFill>
            <a:schemeClr val="bg2">
              <a:tint val="18000"/>
              <a:satMod val="220000"/>
              <a:alpha val="33000"/>
            </a:schemeClr>
          </a:solidFill>
          <a:ln w="3175" cap="rnd" cmpd="sng" algn="ctr">
            <a:solidFill>
              <a:schemeClr val="bg2">
                <a:shade val="70000"/>
                <a:satMod val="200000"/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buFont typeface="Wingdings" pitchFamily="48" charset="2"/>
              <a:buNone/>
              <a:defRPr/>
            </a:pPr>
            <a:endParaRPr lang="es-ES"/>
          </a:p>
        </p:txBody>
      </p:sp>
      <p:sp>
        <p:nvSpPr>
          <p:cNvPr id="11" name="11 Arco de bloque">
            <a:extLst>
              <a:ext uri="{FF2B5EF4-FFF2-40B4-BE49-F238E27FC236}">
                <a16:creationId xmlns:a16="http://schemas.microsoft.com/office/drawing/2014/main" id="{15E17934-1689-9E52-6DA4-ACB5F38BB0A3}"/>
              </a:ext>
            </a:extLst>
          </p:cNvPr>
          <p:cNvSpPr/>
          <p:nvPr userDrawn="1"/>
        </p:nvSpPr>
        <p:spPr>
          <a:xfrm rot="5400000">
            <a:off x="-1404144" y="1988344"/>
            <a:ext cx="2808287" cy="2809876"/>
          </a:xfrm>
          <a:prstGeom prst="blockArc">
            <a:avLst>
              <a:gd name="adj1" fmla="val 10800000"/>
              <a:gd name="adj2" fmla="val 21582511"/>
              <a:gd name="adj3" fmla="val 0"/>
            </a:avLst>
          </a:prstGeom>
          <a:noFill/>
          <a:ln w="27305" cap="rnd" cmpd="sng" algn="ctr">
            <a:solidFill>
              <a:schemeClr val="bg2">
                <a:tint val="45000"/>
                <a:satMod val="325000"/>
                <a:alpha val="100000"/>
              </a:schemeClr>
            </a:solidFill>
            <a:prstDash val="solid"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buFont typeface="Wingdings" pitchFamily="48" charset="2"/>
              <a:buNone/>
              <a:defRPr/>
            </a:pPr>
            <a:endParaRPr lang="es-ES"/>
          </a:p>
        </p:txBody>
      </p:sp>
      <p:sp>
        <p:nvSpPr>
          <p:cNvPr id="12" name="Donut 10">
            <a:extLst>
              <a:ext uri="{FF2B5EF4-FFF2-40B4-BE49-F238E27FC236}">
                <a16:creationId xmlns:a16="http://schemas.microsoft.com/office/drawing/2014/main" id="{25D8E35C-19CC-88D1-C73A-EE926ED7E5EA}"/>
              </a:ext>
            </a:extLst>
          </p:cNvPr>
          <p:cNvSpPr/>
          <p:nvPr userDrawn="1"/>
        </p:nvSpPr>
        <p:spPr>
          <a:xfrm rot="2315675">
            <a:off x="3025756" y="5560002"/>
            <a:ext cx="560076" cy="548587"/>
          </a:xfrm>
          <a:prstGeom prst="donut">
            <a:avLst>
              <a:gd name="adj" fmla="val 11833"/>
            </a:avLst>
          </a:prstGeom>
          <a:gradFill rotWithShape="1">
            <a:gsLst>
              <a:gs pos="0">
                <a:schemeClr val="bg2">
                  <a:tint val="10000"/>
                  <a:shade val="99000"/>
                  <a:satMod val="355000"/>
                  <a:alpha val="70000"/>
                </a:schemeClr>
              </a:gs>
              <a:gs pos="70000">
                <a:schemeClr val="bg2">
                  <a:tint val="6000"/>
                  <a:shade val="100000"/>
                  <a:satMod val="400000"/>
                  <a:alpha val="55000"/>
                </a:schemeClr>
              </a:gs>
              <a:gs pos="100000">
                <a:schemeClr val="bg2">
                  <a:tint val="100000"/>
                  <a:shade val="75000"/>
                  <a:satMod val="370000"/>
                  <a:alpha val="60000"/>
                </a:schemeClr>
              </a:gs>
            </a:gsLst>
            <a:path path="circle">
              <a:fillToRect l="85000" t="100000" r="1000000" b="300000"/>
            </a:path>
          </a:gradFill>
          <a:ln w="7350" cap="rnd" cmpd="sng" algn="ctr">
            <a:solidFill>
              <a:schemeClr val="bg2">
                <a:shade val="60000"/>
                <a:satMod val="220000"/>
                <a:alpha val="100000"/>
              </a:schemeClr>
            </a:solidFill>
            <a:prstDash val="solid"/>
          </a:ln>
          <a:effectLst>
            <a:outerShdw blurRad="12700" dist="15000" dir="4500000" algn="tl" rotWithShape="0">
              <a:schemeClr val="bg2">
                <a:shade val="10000"/>
                <a:satMod val="200000"/>
                <a:alpha val="3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buFont typeface="Wingdings" pitchFamily="48" charset="2"/>
              <a:buNone/>
              <a:defRPr/>
            </a:pPr>
            <a:endParaRPr lang="es-ES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val 7"/>
          <p:cNvSpPr/>
          <p:nvPr/>
        </p:nvSpPr>
        <p:spPr>
          <a:xfrm>
            <a:off x="250825" y="5013325"/>
            <a:ext cx="1703388" cy="1701800"/>
          </a:xfrm>
          <a:prstGeom prst="ellipse">
            <a:avLst/>
          </a:prstGeom>
          <a:noFill/>
          <a:ln w="27305" cap="rnd" cmpd="sng" algn="ctr">
            <a:solidFill>
              <a:schemeClr val="bg2">
                <a:tint val="45000"/>
                <a:satMod val="325000"/>
                <a:alpha val="100000"/>
              </a:schemeClr>
            </a:solidFill>
            <a:prstDash val="solid"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buFont typeface="Wingdings" pitchFamily="48" charset="2"/>
              <a:buNone/>
              <a:defRPr/>
            </a:pPr>
            <a:endParaRPr lang="es-ES"/>
          </a:p>
        </p:txBody>
      </p:sp>
      <p:sp>
        <p:nvSpPr>
          <p:cNvPr id="7" name="Pie 6"/>
          <p:cNvSpPr/>
          <p:nvPr/>
        </p:nvSpPr>
        <p:spPr>
          <a:xfrm>
            <a:off x="-815975" y="-815975"/>
            <a:ext cx="1638300" cy="1638300"/>
          </a:xfrm>
          <a:prstGeom prst="pie">
            <a:avLst>
              <a:gd name="adj1" fmla="val 0"/>
              <a:gd name="adj2" fmla="val 5402120"/>
            </a:avLst>
          </a:prstGeom>
          <a:solidFill>
            <a:schemeClr val="bg2">
              <a:tint val="18000"/>
              <a:satMod val="220000"/>
              <a:alpha val="33000"/>
            </a:schemeClr>
          </a:solidFill>
          <a:ln w="3175" cap="rnd" cmpd="sng" algn="ctr">
            <a:solidFill>
              <a:schemeClr val="bg2">
                <a:shade val="70000"/>
                <a:satMod val="200000"/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buFont typeface="Wingdings" pitchFamily="48" charset="2"/>
              <a:buNone/>
              <a:defRPr/>
            </a:pPr>
            <a:endParaRPr lang="es-ES"/>
          </a:p>
        </p:txBody>
      </p:sp>
      <p:sp>
        <p:nvSpPr>
          <p:cNvPr id="8" name="Oval 7"/>
          <p:cNvSpPr/>
          <p:nvPr/>
        </p:nvSpPr>
        <p:spPr>
          <a:xfrm>
            <a:off x="168275" y="20638"/>
            <a:ext cx="1703388" cy="1703387"/>
          </a:xfrm>
          <a:prstGeom prst="ellipse">
            <a:avLst/>
          </a:prstGeom>
          <a:noFill/>
          <a:ln w="27305" cap="rnd" cmpd="sng" algn="ctr">
            <a:solidFill>
              <a:schemeClr val="bg2">
                <a:tint val="45000"/>
                <a:satMod val="325000"/>
                <a:alpha val="100000"/>
              </a:schemeClr>
            </a:solidFill>
            <a:prstDash val="solid"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buFont typeface="Wingdings" pitchFamily="48" charset="2"/>
              <a:buNone/>
              <a:defRPr/>
            </a:pPr>
            <a:endParaRPr lang="es-ES"/>
          </a:p>
        </p:txBody>
      </p:sp>
      <p:sp>
        <p:nvSpPr>
          <p:cNvPr id="11" name="Donut 10"/>
          <p:cNvSpPr/>
          <p:nvPr/>
        </p:nvSpPr>
        <p:spPr>
          <a:xfrm rot="2315675">
            <a:off x="182881" y="1055077"/>
            <a:ext cx="1125717" cy="1102624"/>
          </a:xfrm>
          <a:prstGeom prst="donut">
            <a:avLst>
              <a:gd name="adj" fmla="val 11833"/>
            </a:avLst>
          </a:prstGeom>
          <a:gradFill rotWithShape="1">
            <a:gsLst>
              <a:gs pos="0">
                <a:schemeClr val="bg2">
                  <a:tint val="10000"/>
                  <a:shade val="99000"/>
                  <a:satMod val="355000"/>
                  <a:alpha val="70000"/>
                </a:schemeClr>
              </a:gs>
              <a:gs pos="70000">
                <a:schemeClr val="bg2">
                  <a:tint val="6000"/>
                  <a:shade val="100000"/>
                  <a:satMod val="400000"/>
                  <a:alpha val="55000"/>
                </a:schemeClr>
              </a:gs>
              <a:gs pos="100000">
                <a:schemeClr val="bg2">
                  <a:tint val="100000"/>
                  <a:shade val="75000"/>
                  <a:satMod val="370000"/>
                  <a:alpha val="60000"/>
                </a:schemeClr>
              </a:gs>
            </a:gsLst>
            <a:path path="circle">
              <a:fillToRect l="85000" t="100000" r="1000000" b="300000"/>
            </a:path>
          </a:gradFill>
          <a:ln w="7350" cap="rnd" cmpd="sng" algn="ctr">
            <a:solidFill>
              <a:schemeClr val="bg2">
                <a:shade val="60000"/>
                <a:satMod val="220000"/>
                <a:alpha val="100000"/>
              </a:schemeClr>
            </a:solidFill>
            <a:prstDash val="solid"/>
          </a:ln>
          <a:effectLst>
            <a:outerShdw blurRad="12700" dist="15000" dir="4500000" algn="tl" rotWithShape="0">
              <a:schemeClr val="bg2">
                <a:shade val="10000"/>
                <a:satMod val="200000"/>
                <a:alpha val="3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buFont typeface="Wingdings" pitchFamily="48" charset="2"/>
              <a:buNone/>
              <a:defRPr/>
            </a:pPr>
            <a:endParaRPr lang="es-ES"/>
          </a:p>
        </p:txBody>
      </p:sp>
      <p:sp>
        <p:nvSpPr>
          <p:cNvPr id="12" name="Rectangle 11"/>
          <p:cNvSpPr/>
          <p:nvPr/>
        </p:nvSpPr>
        <p:spPr>
          <a:xfrm>
            <a:off x="539750" y="0"/>
            <a:ext cx="8604250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buFont typeface="Wingdings" pitchFamily="48" charset="2"/>
              <a:buNone/>
              <a:defRPr/>
            </a:pPr>
            <a:endParaRPr lang="es-ES" dirty="0"/>
          </a:p>
        </p:txBody>
      </p:sp>
      <p:sp>
        <p:nvSpPr>
          <p:cNvPr id="5" name="Title Placeholder 4"/>
          <p:cNvSpPr>
            <a:spLocks noGrp="1"/>
          </p:cNvSpPr>
          <p:nvPr>
            <p:ph type="title"/>
          </p:nvPr>
        </p:nvSpPr>
        <p:spPr>
          <a:xfrm>
            <a:off x="684213" y="115888"/>
            <a:ext cx="8250237" cy="865187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r>
              <a:rPr lang="es-ES" noProof="0"/>
              <a:t>Haga clic el estilo de título del patrón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>
          <a:xfrm>
            <a:off x="684213" y="1125538"/>
            <a:ext cx="8250237" cy="5256212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/>
            <a:r>
              <a:rPr lang="es-ES" noProof="0"/>
              <a:t>Haga clic para modificar los estilos de título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  <a:p>
            <a:pPr lvl="3"/>
            <a:r>
              <a:rPr lang="es-ES" noProof="0"/>
              <a:t>Cuarto nivel</a:t>
            </a:r>
          </a:p>
          <a:p>
            <a:pPr lvl="4"/>
            <a:r>
              <a:rPr lang="es-ES" noProof="0"/>
              <a:t>Quinto nivel</a:t>
            </a:r>
          </a:p>
          <a:p>
            <a:pPr lvl="5"/>
            <a:r>
              <a:rPr lang="es-ES" noProof="0"/>
              <a:t>Sexto nivel</a:t>
            </a:r>
          </a:p>
          <a:p>
            <a:pPr lvl="6"/>
            <a:r>
              <a:rPr lang="es-ES" noProof="0"/>
              <a:t>Séptimo nivel</a:t>
            </a:r>
          </a:p>
          <a:p>
            <a:pPr lvl="7"/>
            <a:r>
              <a:rPr lang="es-ES" noProof="0"/>
              <a:t>Octavo nivel</a:t>
            </a:r>
          </a:p>
          <a:p>
            <a:pPr lvl="8"/>
            <a:r>
              <a:rPr lang="es-ES" noProof="0"/>
              <a:t>Noveno nivel</a:t>
            </a:r>
          </a:p>
        </p:txBody>
      </p:sp>
      <p:sp>
        <p:nvSpPr>
          <p:cNvPr id="24" name="Date Placeholder 23"/>
          <p:cNvSpPr>
            <a:spLocks noGrp="1"/>
          </p:cNvSpPr>
          <p:nvPr>
            <p:ph type="dt" sz="half" idx="2"/>
          </p:nvPr>
        </p:nvSpPr>
        <p:spPr>
          <a:xfrm>
            <a:off x="3635375" y="6529388"/>
            <a:ext cx="2133600" cy="328612"/>
          </a:xfrm>
          <a:prstGeom prst="rect">
            <a:avLst/>
          </a:prstGeom>
        </p:spPr>
        <p:txBody>
          <a:bodyPr anchor="b"/>
          <a:lstStyle>
            <a:lvl1pPr algn="r" latinLnBrk="0">
              <a:buFont typeface="Wingdings" pitchFamily="48" charset="2"/>
              <a:buNone/>
              <a:defRPr lang="es-ES" sz="1100">
                <a:solidFill>
                  <a:schemeClr val="bg2">
                    <a:shade val="50000"/>
                    <a:satMod val="200000"/>
                  </a:schemeClr>
                </a:solidFill>
                <a:latin typeface="Arial" charset="0"/>
                <a:ea typeface="ＭＳ Ｐゴシック" pitchFamily="48" charset="-128"/>
              </a:defRPr>
            </a:lvl1pPr>
          </a:lstStyle>
          <a:p>
            <a:fld id="{23A271A1-F6D6-438B-A432-4747EE7ECD40}" type="datetimeFigureOut">
              <a:rPr lang="en-US" smtClean="0"/>
              <a:pPr/>
              <a:t>8/7/26</a:t>
            </a:fld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4"/>
          </p:nvPr>
        </p:nvSpPr>
        <p:spPr>
          <a:xfrm>
            <a:off x="8686800" y="6529388"/>
            <a:ext cx="457200" cy="328612"/>
          </a:xfrm>
          <a:prstGeom prst="rect">
            <a:avLst/>
          </a:prstGeom>
        </p:spPr>
        <p:txBody>
          <a:bodyPr anchor="b"/>
          <a:lstStyle>
            <a:lvl1pPr algn="ctr" latinLnBrk="0">
              <a:buFont typeface="Wingdings" pitchFamily="48" charset="2"/>
              <a:buNone/>
              <a:defRPr lang="es-ES" sz="1000">
                <a:solidFill>
                  <a:schemeClr val="bg2">
                    <a:shade val="50000"/>
                    <a:satMod val="200000"/>
                  </a:schemeClr>
                </a:solidFill>
                <a:effectLst/>
                <a:latin typeface="Arial" charset="0"/>
                <a:ea typeface="ＭＳ Ｐゴシック" pitchFamily="48" charset="-128"/>
              </a:defRPr>
            </a:lvl1pPr>
          </a:lstStyle>
          <a:p>
            <a:fld id="{362C080D-FB7E-43B0-AAD4-BE830371F2EC}" type="slidenum">
              <a:rPr lang="en-US" altLang="es-ES_tradnl" smtClean="0"/>
              <a:pPr/>
              <a:t>‹Nº›</a:t>
            </a:fld>
            <a:endParaRPr lang="en-US" altLang="es-ES_tradnl"/>
          </a:p>
        </p:txBody>
      </p:sp>
      <p:sp>
        <p:nvSpPr>
          <p:cNvPr id="14" name="13 Rectángulo"/>
          <p:cNvSpPr/>
          <p:nvPr/>
        </p:nvSpPr>
        <p:spPr>
          <a:xfrm rot="16200000">
            <a:off x="-799306" y="5796756"/>
            <a:ext cx="1860550" cy="26193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Font typeface="Wingdings" pitchFamily="48" charset="2"/>
              <a:buNone/>
              <a:defRPr/>
            </a:pPr>
            <a:r>
              <a:rPr lang="es-ES" sz="1100" dirty="0">
                <a:solidFill>
                  <a:schemeClr val="tx2">
                    <a:satMod val="130000"/>
                  </a:schemeClr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latin typeface="+mj-lt"/>
                <a:ea typeface="+mj-ea"/>
                <a:cs typeface="+mj-cs"/>
              </a:rPr>
              <a:t>Estructura de Computadores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85" r:id="rId2"/>
    <p:sldLayoutId id="2147483686" r:id="rId3"/>
    <p:sldLayoutId id="2147483687" r:id="rId4"/>
    <p:sldLayoutId id="2147483688" r:id="rId5"/>
    <p:sldLayoutId id="2147483690" r:id="rId6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lang="es-ES" sz="3200" kern="1200">
          <a:solidFill>
            <a:srgbClr val="572314"/>
          </a:solidFill>
          <a:effectLst>
            <a:outerShdw blurRad="50000" dist="30000" dir="5400000" algn="tl" rotWithShape="0">
              <a:srgbClr val="000000">
                <a:alpha val="30000"/>
              </a:srgbClr>
            </a:outerShdw>
          </a:effectLst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200">
          <a:solidFill>
            <a:srgbClr val="572314"/>
          </a:solidFill>
          <a:latin typeface="Gill Sans MT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200">
          <a:solidFill>
            <a:srgbClr val="572314"/>
          </a:solidFill>
          <a:latin typeface="Gill Sans MT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200">
          <a:solidFill>
            <a:srgbClr val="572314"/>
          </a:solidFill>
          <a:latin typeface="Gill Sans MT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200">
          <a:solidFill>
            <a:srgbClr val="572314"/>
          </a:solidFill>
          <a:latin typeface="Gill Sans MT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200">
          <a:solidFill>
            <a:srgbClr val="572314"/>
          </a:solidFill>
          <a:latin typeface="Gill Sans MT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200">
          <a:solidFill>
            <a:srgbClr val="572314"/>
          </a:solidFill>
          <a:latin typeface="Gill Sans MT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200">
          <a:solidFill>
            <a:srgbClr val="572314"/>
          </a:solidFill>
          <a:latin typeface="Gill Sans MT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200">
          <a:solidFill>
            <a:srgbClr val="572314"/>
          </a:solidFill>
          <a:latin typeface="Gill Sans MT" pitchFamily="34" charset="0"/>
        </a:defRPr>
      </a:lvl9pPr>
    </p:titleStyle>
    <p:bodyStyle>
      <a:lvl1pPr marL="365125" indent="-282575" algn="l" rtl="0" eaLnBrk="1" fontAlgn="base" hangingPunct="1">
        <a:lnSpc>
          <a:spcPts val="3000"/>
        </a:lnSpc>
        <a:spcBef>
          <a:spcPts val="600"/>
        </a:spcBef>
        <a:spcAft>
          <a:spcPct val="0"/>
        </a:spcAft>
        <a:buClr>
          <a:schemeClr val="accent1"/>
        </a:buClr>
        <a:buSzPct val="80000"/>
        <a:buFont typeface="Wingdings 2" pitchFamily="18" charset="2"/>
        <a:buChar char=""/>
        <a:defRPr lang="es-ES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39763" indent="-236538" algn="l" rtl="0" eaLnBrk="1" fontAlgn="base" hangingPunct="1">
        <a:lnSpc>
          <a:spcPts val="3000"/>
        </a:lnSpc>
        <a:spcBef>
          <a:spcPts val="550"/>
        </a:spcBef>
        <a:spcAft>
          <a:spcPct val="0"/>
        </a:spcAft>
        <a:buClr>
          <a:srgbClr val="C58D01"/>
        </a:buClr>
        <a:buSzPct val="85000"/>
        <a:buFont typeface="Wingdings" pitchFamily="2" charset="2"/>
        <a:buChar char="ü"/>
        <a:defRPr lang="es-ES"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885825" indent="-228600" algn="l" rtl="0" eaLnBrk="1" fontAlgn="base" hangingPunct="1">
        <a:lnSpc>
          <a:spcPts val="2800"/>
        </a:lnSpc>
        <a:spcBef>
          <a:spcPct val="20000"/>
        </a:spcBef>
        <a:spcAft>
          <a:spcPct val="0"/>
        </a:spcAft>
        <a:buFont typeface="Wingdings 2" pitchFamily="18" charset="2"/>
        <a:buChar char=""/>
        <a:defRPr lang="es-ES" kern="1200">
          <a:solidFill>
            <a:schemeClr val="tx1"/>
          </a:solidFill>
          <a:latin typeface="+mn-lt"/>
          <a:ea typeface="+mn-ea"/>
          <a:cs typeface="+mn-cs"/>
        </a:defRPr>
      </a:lvl3pPr>
      <a:lvl4pPr marL="1096963" indent="-173038" algn="l" rtl="0" eaLnBrk="1" fontAlgn="base" hangingPunct="1">
        <a:spcBef>
          <a:spcPct val="20000"/>
        </a:spcBef>
        <a:spcAft>
          <a:spcPct val="0"/>
        </a:spcAft>
        <a:buClr>
          <a:srgbClr val="C32D2E"/>
        </a:buClr>
        <a:buFont typeface="Wingdings 2" pitchFamily="18" charset="2"/>
        <a:buChar char=""/>
        <a:defRPr lang="es-ES"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96988" indent="-182563" algn="l" rtl="0" eaLnBrk="1" fontAlgn="base" hangingPunct="1">
        <a:spcBef>
          <a:spcPct val="20000"/>
        </a:spcBef>
        <a:spcAft>
          <a:spcPct val="0"/>
        </a:spcAft>
        <a:buClr>
          <a:srgbClr val="84AA33"/>
        </a:buClr>
        <a:buFont typeface="Wingdings 2" pitchFamily="18" charset="2"/>
        <a:buChar char=""/>
        <a:defRPr lang="es-ES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508760" indent="-182880" algn="l" rtl="0" eaLnBrk="1" latinLnBrk="0" hangingPunct="1">
        <a:spcBef>
          <a:spcPct val="20000"/>
        </a:spcBef>
        <a:buClr>
          <a:schemeClr val="accent5"/>
        </a:buClr>
        <a:buFont typeface="Wingdings 2"/>
        <a:buChar char=""/>
        <a:defRPr lang="es-ES"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719072" indent="-182880" algn="l" rtl="0" eaLnBrk="1" latinLnBrk="0" hangingPunct="1">
        <a:spcBef>
          <a:spcPct val="20000"/>
        </a:spcBef>
        <a:buClr>
          <a:schemeClr val="accent6"/>
        </a:buClr>
        <a:buFont typeface="Wingdings 2"/>
        <a:buChar char=""/>
        <a:defRPr lang="es-ES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spcBef>
          <a:spcPct val="20000"/>
        </a:spcBef>
        <a:buClr>
          <a:schemeClr val="accent6"/>
        </a:buClr>
        <a:buFont typeface="Wingdings 2"/>
        <a:buChar char=""/>
        <a:defRPr lang="es-ES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130552" indent="-182880" algn="l" rtl="0" eaLnBrk="1" latinLnBrk="0" hangingPunct="1">
        <a:spcBef>
          <a:spcPct val="20000"/>
        </a:spcBef>
        <a:buClr>
          <a:schemeClr val="accent6"/>
        </a:buClr>
        <a:buFont typeface="Wingdings 2"/>
        <a:buChar char=""/>
        <a:defRPr lang="es-ES"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lang="es-ES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hangingPunct="1">
        <a:defRPr lang="es-ES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hangingPunct="1">
        <a:defRPr lang="es-ES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hangingPunct="1">
        <a:defRPr lang="es-ES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hangingPunct="1">
        <a:defRPr lang="es-ES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hangingPunct="1">
        <a:defRPr lang="es-ES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hangingPunct="1">
        <a:defRPr lang="es-ES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hangingPunct="1">
        <a:defRPr lang="es-ES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hangingPunct="1">
        <a:defRPr lang="es-ES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wmf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wmf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wmf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wmf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1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1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1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1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1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1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1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1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1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wmf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1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4" name="Rectangle 6"/>
          <p:cNvSpPr>
            <a:spLocks noGrp="1" noChangeArrowheads="1"/>
          </p:cNvSpPr>
          <p:nvPr>
            <p:ph type="ctrTitle"/>
          </p:nvPr>
        </p:nvSpPr>
        <p:spPr>
          <a:xfrm>
            <a:off x="899592" y="3291681"/>
            <a:ext cx="7920880" cy="713383"/>
          </a:xfrm>
        </p:spPr>
        <p:txBody>
          <a:bodyPr/>
          <a:lstStyle/>
          <a:p>
            <a:r>
              <a:rPr lang="es-ES_tradnl" noProof="0" dirty="0"/>
              <a:t>Tema 3:  Aritmética de enteros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noProof="0" dirty="0"/>
              <a:t>Contenido</a:t>
            </a:r>
          </a:p>
        </p:txBody>
      </p:sp>
      <p:sp>
        <p:nvSpPr>
          <p:cNvPr id="8196" name="Rectangle 3"/>
          <p:cNvSpPr>
            <a:spLocks noGrp="1" noChangeArrowheads="1"/>
          </p:cNvSpPr>
          <p:nvPr>
            <p:ph idx="1"/>
          </p:nvPr>
        </p:nvSpPr>
        <p:spPr>
          <a:xfrm>
            <a:off x="827584" y="838200"/>
            <a:ext cx="7632202" cy="5562600"/>
          </a:xfrm>
        </p:spPr>
        <p:txBody>
          <a:bodyPr numCol="2">
            <a:norm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s-ES_tradnl" sz="1900" noProof="0" dirty="0">
                <a:latin typeface="Arial" panose="020B0604020202020204" pitchFamily="34" charset="0"/>
                <a:cs typeface="Arial" panose="020B0604020202020204" pitchFamily="34" charset="0"/>
              </a:rPr>
              <a:t>1 - Introducción</a:t>
            </a:r>
          </a:p>
          <a:p>
            <a:pPr marL="857250" lvl="1" indent="-457200">
              <a:lnSpc>
                <a:spcPct val="120000"/>
              </a:lnSpc>
            </a:pPr>
            <a:r>
              <a:rPr lang="es-ES_tradnl" sz="1900" noProof="0" dirty="0">
                <a:latin typeface="Arial" panose="020B0604020202020204" pitchFamily="34" charset="0"/>
                <a:cs typeface="Arial" panose="020B0604020202020204" pitchFamily="34" charset="0"/>
              </a:rPr>
              <a:t>Tipos en alto y bajo nivel</a:t>
            </a:r>
          </a:p>
          <a:p>
            <a:pPr marL="857250" lvl="1" indent="-457200">
              <a:lnSpc>
                <a:spcPct val="120000"/>
              </a:lnSpc>
            </a:pPr>
            <a:r>
              <a:rPr lang="es-ES_tradnl" sz="1900" noProof="0" dirty="0">
                <a:latin typeface="Arial" panose="020B0604020202020204" pitchFamily="34" charset="0"/>
                <a:cs typeface="Arial" panose="020B0604020202020204" pitchFamily="34" charset="0"/>
              </a:rPr>
              <a:t>Operaciones y operadores</a:t>
            </a:r>
          </a:p>
          <a:p>
            <a:pPr marL="857250" lvl="1" indent="-457200">
              <a:lnSpc>
                <a:spcPct val="120000"/>
              </a:lnSpc>
            </a:pPr>
            <a:r>
              <a:rPr lang="es-ES_tradnl" sz="1900" noProof="0" dirty="0">
                <a:latin typeface="Arial" panose="020B0604020202020204" pitchFamily="34" charset="0"/>
                <a:cs typeface="Arial" panose="020B0604020202020204" pitchFamily="34" charset="0"/>
              </a:rPr>
              <a:t>Operaciones lógicas</a:t>
            </a:r>
          </a:p>
          <a:p>
            <a:pPr marL="857250" lvl="1" indent="-457200">
              <a:lnSpc>
                <a:spcPct val="120000"/>
              </a:lnSpc>
            </a:pPr>
            <a:r>
              <a:rPr lang="es-ES_tradnl" sz="1900" noProof="0" dirty="0">
                <a:latin typeface="Arial" panose="020B0604020202020204" pitchFamily="34" charset="0"/>
                <a:cs typeface="Arial" panose="020B0604020202020204" pitchFamily="34" charset="0"/>
              </a:rPr>
              <a:t>Representación de enteros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s-ES_tradnl" sz="1900" noProof="0" dirty="0">
                <a:latin typeface="Arial" panose="020B0604020202020204" pitchFamily="34" charset="0"/>
                <a:cs typeface="Arial" panose="020B0604020202020204" pitchFamily="34" charset="0"/>
              </a:rPr>
              <a:t>2 - Suma y resta de enteros</a:t>
            </a:r>
          </a:p>
          <a:p>
            <a:pPr marL="857250" lvl="1" indent="-457200">
              <a:lnSpc>
                <a:spcPct val="120000"/>
              </a:lnSpc>
            </a:pPr>
            <a:r>
              <a:rPr lang="es-ES_tradnl" sz="1900" noProof="0" dirty="0">
                <a:latin typeface="Arial" panose="020B0604020202020204" pitchFamily="34" charset="0"/>
                <a:cs typeface="Arial" panose="020B0604020202020204" pitchFamily="34" charset="0"/>
              </a:rPr>
              <a:t>Fundamentos</a:t>
            </a:r>
          </a:p>
          <a:p>
            <a:pPr marL="857250" lvl="1" indent="-457200">
              <a:lnSpc>
                <a:spcPct val="120000"/>
              </a:lnSpc>
            </a:pPr>
            <a:r>
              <a:rPr lang="es-ES_tradnl" sz="1900" noProof="0" dirty="0">
                <a:latin typeface="Arial" panose="020B0604020202020204" pitchFamily="34" charset="0"/>
                <a:cs typeface="Arial" panose="020B0604020202020204" pitchFamily="34" charset="0"/>
              </a:rPr>
              <a:t>Suma y resta en RISC-V</a:t>
            </a:r>
          </a:p>
          <a:p>
            <a:pPr marL="857250" lvl="1" indent="-457200">
              <a:lnSpc>
                <a:spcPct val="120000"/>
              </a:lnSpc>
            </a:pPr>
            <a:r>
              <a:rPr lang="es-ES_tradnl" sz="1900" noProof="0" dirty="0">
                <a:latin typeface="Arial" panose="020B0604020202020204" pitchFamily="34" charset="0"/>
                <a:cs typeface="Arial" panose="020B0604020202020204" pitchFamily="34" charset="0"/>
              </a:rPr>
              <a:t>Operadores de suma</a:t>
            </a:r>
          </a:p>
          <a:p>
            <a:pPr marL="857250" lvl="1" indent="-457200">
              <a:lnSpc>
                <a:spcPct val="120000"/>
              </a:lnSpc>
            </a:pPr>
            <a:r>
              <a:rPr lang="es-ES_tradnl" sz="1900" noProof="0" dirty="0">
                <a:latin typeface="Arial" panose="020B0604020202020204" pitchFamily="34" charset="0"/>
                <a:cs typeface="Arial" panose="020B0604020202020204" pitchFamily="34" charset="0"/>
              </a:rPr>
              <a:t>Operadores de resta</a:t>
            </a:r>
          </a:p>
          <a:p>
            <a:pPr marL="400050" lvl="1" indent="0">
              <a:lnSpc>
                <a:spcPct val="120000"/>
              </a:lnSpc>
              <a:buNone/>
            </a:pPr>
            <a:endParaRPr lang="es-ES_tradnl" sz="1900" noProof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00050" lvl="1" indent="0">
              <a:lnSpc>
                <a:spcPct val="120000"/>
              </a:lnSpc>
              <a:buNone/>
            </a:pPr>
            <a:endParaRPr lang="es-ES_tradnl" sz="1900" noProof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buNone/>
              <a:defRPr/>
            </a:pPr>
            <a:r>
              <a:rPr lang="es-ES_tradnl" sz="1900" noProof="0" dirty="0">
                <a:latin typeface="Arial" panose="020B0604020202020204" pitchFamily="34" charset="0"/>
                <a:cs typeface="Arial" panose="020B0604020202020204" pitchFamily="34" charset="0"/>
              </a:rPr>
              <a:t>    3 - Multiplicación de enteros</a:t>
            </a:r>
          </a:p>
          <a:p>
            <a:pPr marL="857250" lvl="1" indent="-457200">
              <a:lnSpc>
                <a:spcPct val="120000"/>
              </a:lnSpc>
              <a:defRPr/>
            </a:pPr>
            <a:r>
              <a:rPr lang="es-ES_tradnl" sz="1900" noProof="0" dirty="0">
                <a:latin typeface="Arial" panose="020B0604020202020204" pitchFamily="34" charset="0"/>
                <a:cs typeface="Arial" panose="020B0604020202020204" pitchFamily="34" charset="0"/>
              </a:rPr>
              <a:t>Fundamentos</a:t>
            </a:r>
          </a:p>
          <a:p>
            <a:pPr marL="857250" lvl="1" indent="-457200">
              <a:lnSpc>
                <a:spcPct val="120000"/>
              </a:lnSpc>
              <a:defRPr/>
            </a:pPr>
            <a:r>
              <a:rPr lang="es-ES_tradnl" sz="1900" noProof="0" dirty="0">
                <a:latin typeface="Arial" panose="020B0604020202020204" pitchFamily="34" charset="0"/>
                <a:cs typeface="Arial" panose="020B0604020202020204" pitchFamily="34" charset="0"/>
              </a:rPr>
              <a:t>Multiplicación y división en RISC-V</a:t>
            </a:r>
          </a:p>
          <a:p>
            <a:pPr marL="857250" lvl="1" indent="-457200">
              <a:lnSpc>
                <a:spcPct val="120000"/>
              </a:lnSpc>
              <a:defRPr/>
            </a:pPr>
            <a:r>
              <a:rPr lang="es-ES_tradnl" sz="1900" noProof="0" dirty="0">
                <a:latin typeface="Arial" panose="020B0604020202020204" pitchFamily="34" charset="0"/>
                <a:cs typeface="Arial" panose="020B0604020202020204" pitchFamily="34" charset="0"/>
              </a:rPr>
              <a:t>Operadores de desplazamiento</a:t>
            </a:r>
          </a:p>
          <a:p>
            <a:pPr marL="857250" lvl="1" indent="-457200">
              <a:lnSpc>
                <a:spcPct val="120000"/>
              </a:lnSpc>
              <a:defRPr/>
            </a:pPr>
            <a:r>
              <a:rPr lang="es-ES_tradnl" sz="1900" noProof="0" dirty="0">
                <a:latin typeface="Arial" panose="020B0604020202020204" pitchFamily="34" charset="0"/>
                <a:cs typeface="Arial" panose="020B0604020202020204" pitchFamily="34" charset="0"/>
              </a:rPr>
              <a:t>Operadores de multiplicación sin signo</a:t>
            </a:r>
          </a:p>
          <a:p>
            <a:pPr marL="857250" lvl="1" indent="-457200">
              <a:lnSpc>
                <a:spcPct val="120000"/>
              </a:lnSpc>
              <a:defRPr/>
            </a:pPr>
            <a:r>
              <a:rPr lang="es-ES_tradnl" sz="1900" noProof="0" dirty="0">
                <a:latin typeface="Arial" panose="020B0604020202020204" pitchFamily="34" charset="0"/>
                <a:cs typeface="Arial" panose="020B0604020202020204" pitchFamily="34" charset="0"/>
              </a:rPr>
              <a:t>Operadores de multiplicación con signo</a:t>
            </a:r>
          </a:p>
          <a:p>
            <a:pPr marL="582613" indent="-574675">
              <a:lnSpc>
                <a:spcPct val="120000"/>
              </a:lnSpc>
              <a:buNone/>
              <a:defRPr/>
            </a:pPr>
            <a:r>
              <a:rPr lang="es-ES_tradnl" sz="1900" noProof="0" dirty="0">
                <a:latin typeface="Arial" panose="020B0604020202020204" pitchFamily="34" charset="0"/>
                <a:cs typeface="Arial" panose="020B0604020202020204" pitchFamily="34" charset="0"/>
              </a:rPr>
              <a:t>    4 - Apéndice: Multiplicadores combinacionales y división de enteros</a:t>
            </a:r>
          </a:p>
          <a:p>
            <a:pPr marL="857250" lvl="1" indent="-457200">
              <a:buFont typeface="+mj-lt"/>
              <a:buAutoNum type="arabicPeriod"/>
            </a:pPr>
            <a:endParaRPr lang="es-ES_tradnl" sz="1600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194" name="3 Marcador de número de diapositiva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>
            <a:normAutofit/>
          </a:bodyPr>
          <a:lstStyle/>
          <a:p>
            <a:fld id="{EFAC9BB4-1D55-43DF-93CA-63C12A2BD25D}" type="slidenum">
              <a:rPr lang="es-ES_tradnl" noProof="0" smtClean="0"/>
              <a:pPr/>
              <a:t>2</a:t>
            </a:fld>
            <a:endParaRPr lang="es-ES_tradnl" noProof="0" dirty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4355976" y="1052736"/>
            <a:ext cx="4491608" cy="55626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400050" marR="0" lvl="1" algn="l" defTabSz="914400" rtl="0" eaLnBrk="1" fontAlgn="base" latinLnBrk="0" hangingPunct="1">
              <a:lnSpc>
                <a:spcPts val="3000"/>
              </a:lnSpc>
              <a:spcBef>
                <a:spcPts val="550"/>
              </a:spcBef>
              <a:spcAft>
                <a:spcPct val="0"/>
              </a:spcAft>
              <a:buClr>
                <a:schemeClr val="bg2">
                  <a:lumMod val="50000"/>
                </a:schemeClr>
              </a:buClr>
              <a:buSzPct val="85000"/>
              <a:tabLst/>
              <a:defRPr/>
            </a:pPr>
            <a:endParaRPr kumimoji="0" lang="es-ES_tradnl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Lucida Handwriting" pitchFamily="66" charset="0"/>
            </a:endParaRPr>
          </a:p>
          <a:p>
            <a:pPr marL="400050" marR="0" lvl="1" algn="l" defTabSz="914400" rtl="0" eaLnBrk="1" fontAlgn="base" latinLnBrk="0" hangingPunct="1">
              <a:lnSpc>
                <a:spcPts val="3000"/>
              </a:lnSpc>
              <a:spcBef>
                <a:spcPts val="550"/>
              </a:spcBef>
              <a:spcAft>
                <a:spcPct val="0"/>
              </a:spcAft>
              <a:buClr>
                <a:schemeClr val="bg2">
                  <a:lumMod val="50000"/>
                </a:schemeClr>
              </a:buClr>
              <a:buSzPct val="85000"/>
              <a:tabLst/>
              <a:defRPr/>
            </a:pPr>
            <a:endParaRPr kumimoji="0" lang="es-ES_tradnl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Lucida Handwriting" pitchFamily="66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49C40C-AE0E-3745-F3E2-B130ADEFF9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3 Marcador de número de diapositiva">
            <a:extLst>
              <a:ext uri="{FF2B5EF4-FFF2-40B4-BE49-F238E27FC236}">
                <a16:creationId xmlns:a16="http://schemas.microsoft.com/office/drawing/2014/main" id="{80D3FFB7-E492-8A1F-DB86-537F3A27A6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4E7847B6-FB90-4985-BDAD-0FC52C69182E}" type="slidenum">
              <a:rPr lang="es-ES_tradnl" noProof="0" smtClean="0"/>
              <a:pPr/>
              <a:t>3</a:t>
            </a:fld>
            <a:endParaRPr lang="es-ES_tradnl" noProof="0" dirty="0"/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5FF74785-AAD2-D069-EBCF-9417D3ED18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Tipos en alto y en bajo nivel</a:t>
            </a:r>
            <a:endParaRPr lang="en-US" dirty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695E31E-1A7A-110A-C501-B7A697A37E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_tradnl" dirty="0"/>
              <a:t>Tipos de datos básicos</a:t>
            </a:r>
          </a:p>
        </p:txBody>
      </p: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9B7F2CD6-6965-8170-981C-47F059C6B2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5338888"/>
              </p:ext>
            </p:extLst>
          </p:nvPr>
        </p:nvGraphicFramePr>
        <p:xfrm>
          <a:off x="685800" y="1722120"/>
          <a:ext cx="8001000" cy="445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3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7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335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335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s-ES_tradnl" noProof="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28575" cap="flat" cmpd="sng" algn="ctr">
                      <a:solidFill>
                        <a:srgbClr val="FFCC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ES_tradnl" noProof="0" dirty="0"/>
                        <a:t>bits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28575" cap="flat" cmpd="sng" algn="ctr">
                      <a:solidFill>
                        <a:srgbClr val="FFCC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s-ES_tradnl" noProof="0" dirty="0"/>
                        <a:t>Java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28575" cap="flat" cmpd="sng" algn="ctr">
                      <a:solidFill>
                        <a:srgbClr val="FFCC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_tradnl" noProof="0" dirty="0"/>
                        <a:t>C/C++ (32 bits)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28575" cap="flat" cmpd="sng" algn="ctr">
                      <a:solidFill>
                        <a:srgbClr val="FFCC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s-ES_tradnl" noProof="0" dirty="0"/>
                        <a:t>RISC-V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28575" cap="flat" cmpd="sng" algn="ctr">
                      <a:solidFill>
                        <a:srgbClr val="FFCC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s-ES_tradnl" noProof="0" dirty="0"/>
                        <a:t>x64/IA-64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28575" cap="flat" cmpd="sng" algn="ctr">
                      <a:solidFill>
                        <a:srgbClr val="FFCC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 rowSpan="2">
                  <a:txBody>
                    <a:bodyPr/>
                    <a:lstStyle/>
                    <a:p>
                      <a:r>
                        <a:rPr lang="es-ES_tradnl" noProof="0" dirty="0">
                          <a:solidFill>
                            <a:schemeClr val="tx1"/>
                          </a:solidFill>
                        </a:rPr>
                        <a:t>carácter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FFCC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rgbClr val="FFCC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_tradnl" noProof="0" dirty="0"/>
                        <a:t>8</a:t>
                      </a:r>
                    </a:p>
                  </a:txBody>
                  <a:tcPr anchor="ctr">
                    <a:lnT w="28575" cap="flat" cmpd="sng" algn="ctr">
                      <a:solidFill>
                        <a:srgbClr val="FFCC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s-ES_tradnl" noProof="0" dirty="0"/>
                        <a:t>—</a:t>
                      </a:r>
                    </a:p>
                  </a:txBody>
                  <a:tcPr anchor="ctr">
                    <a:lnT w="28575" cap="flat" cmpd="sng" algn="ctr">
                      <a:solidFill>
                        <a:srgbClr val="FFCC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s-ES_tradnl" noProof="0" dirty="0" err="1"/>
                        <a:t>char</a:t>
                      </a:r>
                      <a:endParaRPr lang="es-ES_tradnl" noProof="0" dirty="0"/>
                    </a:p>
                  </a:txBody>
                  <a:tcPr anchor="ctr">
                    <a:lnT w="28575" cap="flat" cmpd="sng" algn="ctr">
                      <a:solidFill>
                        <a:srgbClr val="FFCC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s-ES_tradnl" noProof="0" dirty="0"/>
                        <a:t>byte</a:t>
                      </a:r>
                    </a:p>
                  </a:txBody>
                  <a:tcPr anchor="ctr">
                    <a:lnT w="28575" cap="flat" cmpd="sng" algn="ctr">
                      <a:solidFill>
                        <a:srgbClr val="FFCC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s-ES_tradnl" noProof="0" dirty="0"/>
                        <a:t>byte</a:t>
                      </a:r>
                    </a:p>
                  </a:txBody>
                  <a:tcPr anchor="ctr">
                    <a:lnR w="28575" cap="flat" cmpd="sng" algn="ctr">
                      <a:solidFill>
                        <a:srgbClr val="FFCC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CC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s-ES_tradn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_tradnl" noProof="0" dirty="0"/>
                        <a:t>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ES_tradnl" noProof="0" dirty="0" err="1"/>
                        <a:t>char</a:t>
                      </a:r>
                      <a:endParaRPr lang="es-ES_tradnl" noProof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_tradnl" noProof="0" dirty="0" err="1"/>
                        <a:t>wchar_t</a:t>
                      </a:r>
                      <a:endParaRPr lang="es-ES_tradnl" noProof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ES_tradnl" noProof="0" dirty="0" err="1"/>
                        <a:t>halfword</a:t>
                      </a:r>
                      <a:endParaRPr lang="es-ES_tradnl" noProof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ES_tradnl" noProof="0" dirty="0" err="1"/>
                        <a:t>word</a:t>
                      </a:r>
                      <a:endParaRPr lang="es-ES_tradnl" noProof="0" dirty="0"/>
                    </a:p>
                  </a:txBody>
                  <a:tcPr anchor="ctr">
                    <a:lnR w="28575" cap="flat" cmpd="sng" algn="ctr">
                      <a:solidFill>
                        <a:srgbClr val="FFCC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 rowSpan="3">
                  <a:txBody>
                    <a:bodyPr/>
                    <a:lstStyle/>
                    <a:p>
                      <a:r>
                        <a:rPr lang="es-ES_tradnl" noProof="0" dirty="0">
                          <a:solidFill>
                            <a:schemeClr val="tx1"/>
                          </a:solidFill>
                        </a:rPr>
                        <a:t>entero</a:t>
                      </a:r>
                      <a:r>
                        <a:rPr lang="es-ES_tradnl" baseline="0" noProof="0" dirty="0">
                          <a:solidFill>
                            <a:schemeClr val="tx1"/>
                          </a:solidFill>
                        </a:rPr>
                        <a:t> sin signo</a:t>
                      </a:r>
                      <a:endParaRPr lang="es-ES_tradnl" noProof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rgbClr val="FFCC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_tradnl" noProof="0" dirty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ES_tradnl" noProof="0" dirty="0"/>
                        <a:t>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ES_tradnl" noProof="0" dirty="0" err="1"/>
                        <a:t>unsigned</a:t>
                      </a:r>
                      <a:r>
                        <a:rPr lang="es-ES_tradnl" baseline="0" noProof="0" dirty="0"/>
                        <a:t> byte</a:t>
                      </a:r>
                      <a:endParaRPr lang="es-ES_tradnl" noProof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ES_tradnl" noProof="0" dirty="0"/>
                        <a:t>byte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ES_tradnl" noProof="0" dirty="0"/>
                        <a:t>byte</a:t>
                      </a:r>
                    </a:p>
                  </a:txBody>
                  <a:tcPr anchor="ctr">
                    <a:lnR w="28575" cap="flat" cmpd="sng" algn="ctr">
                      <a:solidFill>
                        <a:srgbClr val="FFCC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s-ES_tradnl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ES_tradnl" noProof="0" dirty="0"/>
                        <a:t>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ES_tradnl" noProof="0" dirty="0"/>
                        <a:t>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ES_tradnl" noProof="0" dirty="0" err="1"/>
                        <a:t>unsigned</a:t>
                      </a:r>
                      <a:r>
                        <a:rPr lang="es-ES_tradnl" noProof="0" dirty="0"/>
                        <a:t> short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ES_tradnl" noProof="0" dirty="0" err="1"/>
                        <a:t>halfword</a:t>
                      </a:r>
                      <a:endParaRPr lang="es-ES_tradnl" noProof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ES_tradnl" noProof="0" dirty="0" err="1"/>
                        <a:t>word</a:t>
                      </a:r>
                      <a:endParaRPr lang="es-ES_tradnl" noProof="0" dirty="0"/>
                    </a:p>
                  </a:txBody>
                  <a:tcPr anchor="ctr">
                    <a:lnR w="28575" cap="flat" cmpd="sng" algn="ctr">
                      <a:solidFill>
                        <a:srgbClr val="FFCC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s-ES_tradnl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ES_tradnl" noProof="0" dirty="0"/>
                        <a:t>32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ES_tradnl" noProof="0" dirty="0"/>
                        <a:t>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ES_tradnl" noProof="0" dirty="0" err="1"/>
                        <a:t>unsigned</a:t>
                      </a:r>
                      <a:r>
                        <a:rPr lang="es-ES_tradnl" noProof="0" dirty="0"/>
                        <a:t>  </a:t>
                      </a:r>
                      <a:r>
                        <a:rPr lang="es-ES_tradnl" noProof="0" dirty="0" err="1"/>
                        <a:t>int</a:t>
                      </a:r>
                      <a:r>
                        <a:rPr lang="es-ES_tradnl" noProof="0" dirty="0"/>
                        <a:t> (</a:t>
                      </a:r>
                      <a:r>
                        <a:rPr lang="es-ES_tradnl" noProof="0" dirty="0" err="1"/>
                        <a:t>long</a:t>
                      </a:r>
                      <a:r>
                        <a:rPr lang="es-ES_tradnl" noProof="0" dirty="0"/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ES_tradnl" noProof="0" dirty="0" err="1"/>
                        <a:t>word</a:t>
                      </a:r>
                      <a:endParaRPr lang="es-ES_tradnl" noProof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ES_tradnl" noProof="0" dirty="0" err="1"/>
                        <a:t>dword</a:t>
                      </a:r>
                      <a:endParaRPr lang="es-ES_tradnl" noProof="0" dirty="0"/>
                    </a:p>
                  </a:txBody>
                  <a:tcPr anchor="ctr">
                    <a:lnR w="28575" cap="flat" cmpd="sng" algn="ctr">
                      <a:solidFill>
                        <a:srgbClr val="FFCC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 rowSpan="4">
                  <a:txBody>
                    <a:bodyPr/>
                    <a:lstStyle/>
                    <a:p>
                      <a:r>
                        <a:rPr lang="es-ES_tradnl" noProof="0" dirty="0">
                          <a:solidFill>
                            <a:schemeClr val="tx1"/>
                          </a:solidFill>
                        </a:rPr>
                        <a:t>entero con signo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FFCC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_tradnl" noProof="0" dirty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ES_tradnl" noProof="0" dirty="0"/>
                        <a:t>byte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ES_tradnl" noProof="0" dirty="0"/>
                        <a:t>byte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ES_tradnl" noProof="0" dirty="0"/>
                        <a:t>byte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ES_tradnl" noProof="0" dirty="0"/>
                        <a:t>byte</a:t>
                      </a:r>
                    </a:p>
                  </a:txBody>
                  <a:tcPr anchor="ctr">
                    <a:lnR w="28575" cap="flat" cmpd="sng" algn="ctr">
                      <a:solidFill>
                        <a:srgbClr val="FFCC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s-ES_tradnl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ES_tradnl" noProof="0" dirty="0"/>
                        <a:t>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ES_tradnl" noProof="0" dirty="0"/>
                        <a:t>short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ES_tradnl" noProof="0" dirty="0"/>
                        <a:t>short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ES_tradnl" noProof="0" dirty="0" err="1"/>
                        <a:t>halfword</a:t>
                      </a:r>
                      <a:endParaRPr lang="es-ES_tradnl" noProof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ES_tradnl" noProof="0" dirty="0" err="1"/>
                        <a:t>word</a:t>
                      </a:r>
                      <a:endParaRPr lang="es-ES_tradnl" noProof="0" dirty="0"/>
                    </a:p>
                  </a:txBody>
                  <a:tcPr anchor="ctr">
                    <a:lnR w="28575" cap="flat" cmpd="sng" algn="ctr">
                      <a:solidFill>
                        <a:srgbClr val="FFCC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s-ES_tradnl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ES_tradnl" noProof="0" dirty="0"/>
                        <a:t>32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ES_tradnl" noProof="0" dirty="0" err="1"/>
                        <a:t>int</a:t>
                      </a:r>
                      <a:endParaRPr lang="es-ES_tradnl" noProof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ES_tradnl" noProof="0" dirty="0" err="1"/>
                        <a:t>int</a:t>
                      </a:r>
                      <a:r>
                        <a:rPr lang="es-ES_tradnl" noProof="0" dirty="0"/>
                        <a:t> /</a:t>
                      </a:r>
                      <a:r>
                        <a:rPr lang="es-ES_tradnl" noProof="0" dirty="0" err="1"/>
                        <a:t>long</a:t>
                      </a:r>
                      <a:endParaRPr lang="es-ES_tradnl" noProof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ES_tradnl" noProof="0" dirty="0" err="1"/>
                        <a:t>word</a:t>
                      </a:r>
                      <a:endParaRPr lang="es-ES_tradnl" noProof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ES_tradnl" noProof="0" dirty="0" err="1"/>
                        <a:t>dword</a:t>
                      </a:r>
                      <a:endParaRPr lang="es-ES_tradnl" noProof="0" dirty="0"/>
                    </a:p>
                  </a:txBody>
                  <a:tcPr anchor="ctr">
                    <a:lnR w="28575" cap="flat" cmpd="sng" algn="ctr">
                      <a:solidFill>
                        <a:srgbClr val="FFCC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s-ES_tradnl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ES_tradnl" noProof="0" dirty="0"/>
                        <a:t>64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ES_tradnl" noProof="0" dirty="0" err="1"/>
                        <a:t>long</a:t>
                      </a:r>
                      <a:endParaRPr lang="es-ES_tradnl" noProof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s-ES_tradnl" noProof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ES_tradnl" noProof="0" dirty="0" err="1"/>
                        <a:t>qword</a:t>
                      </a:r>
                      <a:endParaRPr lang="es-ES_tradnl" noProof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ES_tradnl" noProof="0" dirty="0" err="1"/>
                        <a:t>qword</a:t>
                      </a:r>
                      <a:endParaRPr lang="es-ES_tradnl" noProof="0" dirty="0"/>
                    </a:p>
                  </a:txBody>
                  <a:tcPr anchor="ctr">
                    <a:lnR w="28575" cap="flat" cmpd="sng" algn="ctr">
                      <a:solidFill>
                        <a:srgbClr val="FFCC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40">
                <a:tc rowSpan="2">
                  <a:txBody>
                    <a:bodyPr/>
                    <a:lstStyle/>
                    <a:p>
                      <a:r>
                        <a:rPr lang="es-ES_tradnl" noProof="0" dirty="0">
                          <a:solidFill>
                            <a:schemeClr val="tx1"/>
                          </a:solidFill>
                        </a:rPr>
                        <a:t>coma flotante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FFCC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28575" cap="flat" cmpd="sng" algn="ctr">
                      <a:solidFill>
                        <a:srgbClr val="FFCC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_tradnl" noProof="0" dirty="0"/>
                        <a:t>32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ES_tradnl" noProof="0" dirty="0" err="1"/>
                        <a:t>float</a:t>
                      </a:r>
                      <a:endParaRPr lang="es-ES_tradnl" noProof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ES_tradnl" noProof="0" dirty="0" err="1"/>
                        <a:t>float</a:t>
                      </a:r>
                      <a:endParaRPr lang="es-ES_tradnl" noProof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ES_tradnl" noProof="0" dirty="0" err="1"/>
                        <a:t>float</a:t>
                      </a:r>
                      <a:endParaRPr lang="es-ES_tradnl" noProof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ES_tradnl" noProof="0" dirty="0" err="1"/>
                        <a:t>float</a:t>
                      </a:r>
                      <a:endParaRPr lang="es-ES_tradnl" noProof="0" dirty="0"/>
                    </a:p>
                  </a:txBody>
                  <a:tcPr anchor="ctr">
                    <a:lnR w="28575" cap="flat" cmpd="sng" algn="ctr">
                      <a:solidFill>
                        <a:srgbClr val="FFCC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s-ES_tradnl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ES_tradnl" noProof="0" dirty="0"/>
                        <a:t>64</a:t>
                      </a:r>
                    </a:p>
                  </a:txBody>
                  <a:tcPr anchor="ctr">
                    <a:lnB w="28575" cap="flat" cmpd="sng" algn="ctr">
                      <a:solidFill>
                        <a:srgbClr val="FFCC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ES_tradnl" noProof="0" dirty="0" err="1"/>
                        <a:t>double</a:t>
                      </a:r>
                      <a:endParaRPr lang="es-ES_tradnl" noProof="0" dirty="0"/>
                    </a:p>
                  </a:txBody>
                  <a:tcPr anchor="ctr">
                    <a:lnB w="28575" cap="flat" cmpd="sng" algn="ctr">
                      <a:solidFill>
                        <a:srgbClr val="FFCC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ES_tradnl" noProof="0" dirty="0" err="1"/>
                        <a:t>double</a:t>
                      </a:r>
                      <a:endParaRPr lang="es-ES_tradnl" noProof="0" dirty="0"/>
                    </a:p>
                  </a:txBody>
                  <a:tcPr anchor="ctr">
                    <a:lnB w="28575" cap="flat" cmpd="sng" algn="ctr">
                      <a:solidFill>
                        <a:srgbClr val="FFCC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ES_tradnl" noProof="0" dirty="0" err="1"/>
                        <a:t>double</a:t>
                      </a:r>
                      <a:endParaRPr lang="es-ES_tradnl" noProof="0" dirty="0"/>
                    </a:p>
                  </a:txBody>
                  <a:tcPr anchor="ctr">
                    <a:lnB w="28575" cap="flat" cmpd="sng" algn="ctr">
                      <a:solidFill>
                        <a:srgbClr val="FFCC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ES_tradnl" noProof="0" dirty="0" err="1"/>
                        <a:t>double</a:t>
                      </a:r>
                      <a:endParaRPr lang="es-ES_tradnl" noProof="0" dirty="0"/>
                    </a:p>
                  </a:txBody>
                  <a:tcPr anchor="ctr">
                    <a:lnR w="28575" cap="flat" cmpd="sng" algn="ctr">
                      <a:solidFill>
                        <a:srgbClr val="FFCC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rgbClr val="FFCC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916851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03DD55-8B3F-D126-0C5A-BA3B8F6702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3 Marcador de número de diapositiva">
            <a:extLst>
              <a:ext uri="{FF2B5EF4-FFF2-40B4-BE49-F238E27FC236}">
                <a16:creationId xmlns:a16="http://schemas.microsoft.com/office/drawing/2014/main" id="{7D57C69A-98DD-C877-C4CB-E054C1CE56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4E7847B6-FB90-4985-BDAD-0FC52C69182E}" type="slidenum">
              <a:rPr lang="es-ES_tradnl" noProof="0" smtClean="0"/>
              <a:pPr/>
              <a:t>4</a:t>
            </a:fld>
            <a:endParaRPr lang="es-ES_tradnl" noProof="0" dirty="0"/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214AD2EB-A16B-F2CC-DEE2-EB5B8D56A5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Operaciones y operadores</a:t>
            </a:r>
            <a:endParaRPr lang="en-US" dirty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6C9D6AE-A536-5219-85AD-08F0E020D8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_tradnl" dirty="0"/>
              <a:t>Cálculos en los computadores</a:t>
            </a:r>
          </a:p>
          <a:p>
            <a:pPr lvl="1"/>
            <a:r>
              <a:rPr lang="es-ES_tradnl" dirty="0"/>
              <a:t>Las operaciones lógicas y aritméticas expresadas en alto nivel se traducen en datos y instrucciones de código máquina</a:t>
            </a:r>
          </a:p>
          <a:p>
            <a:pPr lvl="1"/>
            <a:r>
              <a:rPr lang="es-ES_tradnl" dirty="0"/>
              <a:t>Durante el ciclo de instrucción, el procesador aplica operadores para procesar los datos</a:t>
            </a:r>
          </a:p>
        </p:txBody>
      </p:sp>
      <p:sp>
        <p:nvSpPr>
          <p:cNvPr id="2" name="Redondear rectángulo de esquina sencilla 4">
            <a:extLst>
              <a:ext uri="{FF2B5EF4-FFF2-40B4-BE49-F238E27FC236}">
                <a16:creationId xmlns:a16="http://schemas.microsoft.com/office/drawing/2014/main" id="{F0772AA3-89B9-EEFD-3129-A4186FC062AF}"/>
              </a:ext>
            </a:extLst>
          </p:cNvPr>
          <p:cNvSpPr/>
          <p:nvPr/>
        </p:nvSpPr>
        <p:spPr bwMode="auto">
          <a:xfrm>
            <a:off x="827584" y="3413720"/>
            <a:ext cx="2514600" cy="2895600"/>
          </a:xfrm>
          <a:prstGeom prst="round1Rect">
            <a:avLst>
              <a:gd name="adj" fmla="val 8274"/>
            </a:avLst>
          </a:prstGeom>
          <a:solidFill>
            <a:schemeClr val="bg2">
              <a:lumMod val="90000"/>
            </a:scheme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46800" rIns="108000" bIns="46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ES_tradnl" sz="1800" b="1" noProof="0" dirty="0" err="1">
                <a:solidFill>
                  <a:schemeClr val="accent2">
                    <a:lumMod val="10000"/>
                  </a:schemeClr>
                </a:solidFill>
                <a:latin typeface="Courier New"/>
                <a:cs typeface="Courier New"/>
              </a:rPr>
              <a:t>int</a:t>
            </a:r>
            <a:r>
              <a:rPr lang="es-ES_tradnl" sz="1800" b="1" noProof="0" dirty="0">
                <a:solidFill>
                  <a:schemeClr val="accent2">
                    <a:lumMod val="10000"/>
                  </a:schemeClr>
                </a:solidFill>
                <a:latin typeface="Courier New"/>
                <a:cs typeface="Courier New"/>
              </a:rPr>
              <a:t>[] j;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ES_tradnl" sz="1800" b="1" noProof="0" dirty="0">
                <a:solidFill>
                  <a:schemeClr val="accent2">
                    <a:lumMod val="10000"/>
                  </a:schemeClr>
                </a:solidFill>
                <a:latin typeface="Courier New"/>
                <a:cs typeface="Courier New"/>
              </a:rPr>
              <a:t>short a;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_tradnl" sz="1800" b="1" u="none" strike="noStrike" cap="none" normalizeH="0" baseline="0" noProof="0" dirty="0" err="1">
                <a:ln>
                  <a:noFill/>
                </a:ln>
                <a:solidFill>
                  <a:schemeClr val="accent2">
                    <a:lumMod val="10000"/>
                  </a:schemeClr>
                </a:solidFill>
                <a:effectLst/>
                <a:latin typeface="Courier New"/>
                <a:cs typeface="Courier New"/>
              </a:rPr>
              <a:t>float</a:t>
            </a:r>
            <a:r>
              <a:rPr kumimoji="0" lang="es-ES_tradnl" sz="1800" b="1" u="none" strike="noStrike" cap="none" normalizeH="0" noProof="0" dirty="0">
                <a:ln>
                  <a:noFill/>
                </a:ln>
                <a:solidFill>
                  <a:schemeClr val="accent2">
                    <a:lumMod val="10000"/>
                  </a:schemeClr>
                </a:solidFill>
                <a:effectLst/>
                <a:latin typeface="Courier New"/>
                <a:cs typeface="Courier New"/>
              </a:rPr>
              <a:t> </a:t>
            </a:r>
            <a:r>
              <a:rPr kumimoji="0" lang="es-ES_tradnl" sz="1800" b="1" u="none" strike="noStrike" cap="none" normalizeH="0" noProof="0" dirty="0" err="1">
                <a:ln>
                  <a:noFill/>
                </a:ln>
                <a:solidFill>
                  <a:schemeClr val="accent2">
                    <a:lumMod val="10000"/>
                  </a:schemeClr>
                </a:solidFill>
                <a:effectLst/>
                <a:latin typeface="Courier New"/>
                <a:cs typeface="Courier New"/>
              </a:rPr>
              <a:t>x,y</a:t>
            </a:r>
            <a:r>
              <a:rPr kumimoji="0" lang="es-ES_tradnl" sz="1800" b="1" u="none" strike="noStrike" cap="none" normalizeH="0" noProof="0" dirty="0">
                <a:ln>
                  <a:noFill/>
                </a:ln>
                <a:solidFill>
                  <a:schemeClr val="accent2">
                    <a:lumMod val="10000"/>
                  </a:schemeClr>
                </a:solidFill>
                <a:effectLst/>
                <a:latin typeface="Courier New"/>
                <a:cs typeface="Courier New"/>
              </a:rPr>
              <a:t>;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_tradnl" sz="1800" b="1" u="none" strike="noStrike" cap="none" normalizeH="0" noProof="0" dirty="0">
              <a:ln>
                <a:noFill/>
              </a:ln>
              <a:solidFill>
                <a:schemeClr val="accent2">
                  <a:lumMod val="10000"/>
                </a:schemeClr>
              </a:solidFill>
              <a:effectLst/>
              <a:latin typeface="Courier New"/>
              <a:cs typeface="Courier New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ES_tradnl" sz="1800" b="1" noProof="0" dirty="0">
                <a:solidFill>
                  <a:schemeClr val="accent2">
                    <a:lumMod val="10000"/>
                  </a:schemeClr>
                </a:solidFill>
                <a:latin typeface="Courier New"/>
                <a:cs typeface="Courier New"/>
              </a:rPr>
              <a:t>x = 5*j[a];</a:t>
            </a:r>
            <a:endParaRPr kumimoji="0" lang="es-ES_tradnl" sz="1800" b="1" u="none" strike="noStrike" cap="none" normalizeH="0" noProof="0" dirty="0">
              <a:ln>
                <a:noFill/>
              </a:ln>
              <a:solidFill>
                <a:schemeClr val="accent2">
                  <a:lumMod val="10000"/>
                </a:schemeClr>
              </a:solidFill>
              <a:effectLst/>
              <a:latin typeface="Courier New"/>
              <a:cs typeface="Courier New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ES_tradnl" sz="1800" b="1" baseline="0" noProof="0" dirty="0" err="1">
                <a:solidFill>
                  <a:schemeClr val="accent2">
                    <a:lumMod val="10000"/>
                  </a:schemeClr>
                </a:solidFill>
                <a:latin typeface="Courier New"/>
                <a:cs typeface="Courier New"/>
              </a:rPr>
              <a:t>if</a:t>
            </a:r>
            <a:r>
              <a:rPr lang="es-ES_tradnl" sz="1800" b="1" noProof="0" dirty="0">
                <a:solidFill>
                  <a:schemeClr val="accent2">
                    <a:lumMod val="10000"/>
                  </a:schemeClr>
                </a:solidFill>
                <a:latin typeface="Courier New"/>
                <a:cs typeface="Courier New"/>
              </a:rPr>
              <a:t> (a&gt;x){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ES_tradnl" sz="1800" b="1" noProof="0" dirty="0">
                <a:solidFill>
                  <a:schemeClr val="accent2">
                    <a:lumMod val="10000"/>
                  </a:schemeClr>
                </a:solidFill>
                <a:latin typeface="Courier New"/>
                <a:cs typeface="Courier New"/>
              </a:rPr>
              <a:t>  y=x*1.3e5;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ES_tradnl" sz="1800" b="1" noProof="0" dirty="0">
                <a:solidFill>
                  <a:schemeClr val="accent2">
                    <a:lumMod val="10000"/>
                  </a:schemeClr>
                </a:solidFill>
                <a:latin typeface="Courier New"/>
                <a:cs typeface="Courier New"/>
              </a:rPr>
              <a:t>  j=(</a:t>
            </a:r>
            <a:r>
              <a:rPr lang="es-ES_tradnl" sz="1800" b="1" noProof="0" dirty="0" err="1">
                <a:solidFill>
                  <a:schemeClr val="accent2">
                    <a:lumMod val="10000"/>
                  </a:schemeClr>
                </a:solidFill>
                <a:latin typeface="Courier New"/>
                <a:cs typeface="Courier New"/>
              </a:rPr>
              <a:t>int</a:t>
            </a:r>
            <a:r>
              <a:rPr lang="es-ES_tradnl" sz="1800" b="1" noProof="0" dirty="0">
                <a:solidFill>
                  <a:schemeClr val="accent2">
                    <a:lumMod val="10000"/>
                  </a:schemeClr>
                </a:solidFill>
                <a:latin typeface="Courier New"/>
                <a:cs typeface="Courier New"/>
              </a:rPr>
              <a:t>)</a:t>
            </a:r>
            <a:r>
              <a:rPr lang="es-ES_tradnl" sz="1800" b="1" noProof="0" dirty="0" err="1">
                <a:solidFill>
                  <a:schemeClr val="accent2">
                    <a:lumMod val="10000"/>
                  </a:schemeClr>
                </a:solidFill>
                <a:latin typeface="Courier New"/>
                <a:cs typeface="Courier New"/>
              </a:rPr>
              <a:t>exp</a:t>
            </a:r>
            <a:r>
              <a:rPr lang="es-ES_tradnl" sz="1800" b="1" noProof="0" dirty="0">
                <a:solidFill>
                  <a:schemeClr val="accent2">
                    <a:lumMod val="10000"/>
                  </a:schemeClr>
                </a:solidFill>
                <a:latin typeface="Courier New"/>
                <a:cs typeface="Courier New"/>
              </a:rPr>
              <a:t>(x);</a:t>
            </a:r>
            <a:r>
              <a:rPr kumimoji="0" lang="es-ES_tradnl" sz="1800" b="1" u="none" strike="noStrike" cap="none" normalizeH="0" noProof="0" dirty="0">
                <a:ln>
                  <a:noFill/>
                </a:ln>
                <a:solidFill>
                  <a:schemeClr val="accent2">
                    <a:lumMod val="10000"/>
                  </a:schemeClr>
                </a:solidFill>
                <a:effectLst/>
                <a:latin typeface="Courier New"/>
                <a:cs typeface="Courier New"/>
              </a:rPr>
              <a:t>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ES_tradnl" sz="1800" b="1" noProof="0" dirty="0">
                <a:solidFill>
                  <a:schemeClr val="accent2">
                    <a:lumMod val="10000"/>
                  </a:schemeClr>
                </a:solidFill>
                <a:latin typeface="Courier New"/>
                <a:cs typeface="Courier New"/>
              </a:rPr>
              <a:t>}</a:t>
            </a:r>
            <a:r>
              <a:rPr kumimoji="0" lang="es-ES_tradnl" sz="1800" b="1" u="none" strike="noStrike" cap="none" normalizeH="0" noProof="0" dirty="0">
                <a:ln>
                  <a:noFill/>
                </a:ln>
                <a:solidFill>
                  <a:schemeClr val="accent2">
                    <a:lumMod val="10000"/>
                  </a:schemeClr>
                </a:solidFill>
                <a:effectLst/>
                <a:latin typeface="Courier New"/>
                <a:cs typeface="Courier New"/>
              </a:rPr>
              <a:t>  </a:t>
            </a:r>
            <a:endParaRPr kumimoji="0" lang="es-ES_tradnl" sz="1800" b="1" u="none" strike="noStrike" cap="none" normalizeH="0" baseline="0" noProof="0" dirty="0">
              <a:ln>
                <a:noFill/>
              </a:ln>
              <a:solidFill>
                <a:schemeClr val="accent2">
                  <a:lumMod val="10000"/>
                </a:schemeClr>
              </a:solidFill>
              <a:effectLst/>
              <a:latin typeface="Courier New"/>
              <a:cs typeface="Courier New"/>
            </a:endParaRPr>
          </a:p>
        </p:txBody>
      </p:sp>
      <p:graphicFrame>
        <p:nvGraphicFramePr>
          <p:cNvPr id="5" name="Tabla 4">
            <a:extLst>
              <a:ext uri="{FF2B5EF4-FFF2-40B4-BE49-F238E27FC236}">
                <a16:creationId xmlns:a16="http://schemas.microsoft.com/office/drawing/2014/main" id="{4E30B5EE-8C05-DB64-1345-863A238DD5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1636679"/>
              </p:ext>
            </p:extLst>
          </p:nvPr>
        </p:nvGraphicFramePr>
        <p:xfrm>
          <a:off x="3707903" y="3773760"/>
          <a:ext cx="2583325" cy="18542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583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ES_tradnl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Lb  x1, 0xFF0(t0)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_tradnl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lw</a:t>
                      </a:r>
                      <a:r>
                        <a:rPr lang="es-ES_tradnl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x2, 0x102(x2)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_tradnl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add</a:t>
                      </a:r>
                      <a:r>
                        <a:rPr lang="es-ES_tradnl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x0, x1, x2 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_tradnl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ori x1, x2, 0x100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_tradnl" noProof="0" dirty="0">
                          <a:latin typeface="Lucida Grande CE"/>
                          <a:cs typeface="Lucida Grande CE"/>
                        </a:rPr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6" name="Agrupar 108">
            <a:extLst>
              <a:ext uri="{FF2B5EF4-FFF2-40B4-BE49-F238E27FC236}">
                <a16:creationId xmlns:a16="http://schemas.microsoft.com/office/drawing/2014/main" id="{1536DF37-8577-C4A7-22EF-C229FB2BBDAC}"/>
              </a:ext>
            </a:extLst>
          </p:cNvPr>
          <p:cNvGrpSpPr/>
          <p:nvPr/>
        </p:nvGrpSpPr>
        <p:grpSpPr>
          <a:xfrm>
            <a:off x="6324600" y="4459220"/>
            <a:ext cx="2193167" cy="1757132"/>
            <a:chOff x="6428304" y="1500174"/>
            <a:chExt cx="2763822" cy="2214332"/>
          </a:xfrm>
        </p:grpSpPr>
        <p:sp>
          <p:nvSpPr>
            <p:cNvPr id="7" name="Line 411">
              <a:extLst>
                <a:ext uri="{FF2B5EF4-FFF2-40B4-BE49-F238E27FC236}">
                  <a16:creationId xmlns:a16="http://schemas.microsoft.com/office/drawing/2014/main" id="{85750379-B2F9-38D0-D633-E6F4BE858FA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69252" y="1640766"/>
              <a:ext cx="975889" cy="0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/>
            </a:ln>
            <a:effectLst/>
          </p:spPr>
          <p:txBody>
            <a:bodyPr anchor="ctr"/>
            <a:lstStyle/>
            <a:p>
              <a:endParaRPr lang="es-ES_tradnl" noProof="0" dirty="0"/>
            </a:p>
          </p:txBody>
        </p:sp>
        <p:sp>
          <p:nvSpPr>
            <p:cNvPr id="8" name="Line 418">
              <a:extLst>
                <a:ext uri="{FF2B5EF4-FFF2-40B4-BE49-F238E27FC236}">
                  <a16:creationId xmlns:a16="http://schemas.microsoft.com/office/drawing/2014/main" id="{2E59A66C-2BE0-2EF3-821F-6511C5C90B4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249964" y="2203136"/>
              <a:ext cx="195178" cy="0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/>
            </a:ln>
            <a:effectLst/>
          </p:spPr>
          <p:txBody>
            <a:bodyPr anchor="ctr"/>
            <a:lstStyle/>
            <a:p>
              <a:endParaRPr lang="es-ES_tradnl" noProof="0" dirty="0"/>
            </a:p>
          </p:txBody>
        </p:sp>
        <p:sp>
          <p:nvSpPr>
            <p:cNvPr id="9" name="Line 419">
              <a:extLst>
                <a:ext uri="{FF2B5EF4-FFF2-40B4-BE49-F238E27FC236}">
                  <a16:creationId xmlns:a16="http://schemas.microsoft.com/office/drawing/2014/main" id="{29A5591E-D4D4-BDDA-57DB-E64C21C4A4A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69252" y="2343729"/>
              <a:ext cx="195178" cy="0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/>
            </a:ln>
            <a:effectLst/>
          </p:spPr>
          <p:txBody>
            <a:bodyPr anchor="ctr"/>
            <a:lstStyle/>
            <a:p>
              <a:endParaRPr lang="es-ES_tradnl" noProof="0" dirty="0"/>
            </a:p>
          </p:txBody>
        </p:sp>
        <p:sp>
          <p:nvSpPr>
            <p:cNvPr id="10" name="Line 421">
              <a:extLst>
                <a:ext uri="{FF2B5EF4-FFF2-40B4-BE49-F238E27FC236}">
                  <a16:creationId xmlns:a16="http://schemas.microsoft.com/office/drawing/2014/main" id="{7171C9F2-9AA0-4E93-77FE-91BE49BE72D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249964" y="2765506"/>
              <a:ext cx="195178" cy="0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/>
            </a:ln>
            <a:effectLst/>
          </p:spPr>
          <p:txBody>
            <a:bodyPr anchor="ctr"/>
            <a:lstStyle/>
            <a:p>
              <a:endParaRPr lang="es-ES_tradnl" noProof="0" dirty="0"/>
            </a:p>
          </p:txBody>
        </p:sp>
        <p:sp>
          <p:nvSpPr>
            <p:cNvPr id="11" name="Line 423">
              <a:extLst>
                <a:ext uri="{FF2B5EF4-FFF2-40B4-BE49-F238E27FC236}">
                  <a16:creationId xmlns:a16="http://schemas.microsoft.com/office/drawing/2014/main" id="{3D5456B8-946E-D25E-ADBD-17D80A1E2D8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69252" y="3046691"/>
              <a:ext cx="975889" cy="0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/>
            </a:ln>
            <a:effectLst/>
          </p:spPr>
          <p:txBody>
            <a:bodyPr anchor="ctr"/>
            <a:lstStyle/>
            <a:p>
              <a:endParaRPr lang="es-ES_tradnl" noProof="0" dirty="0"/>
            </a:p>
          </p:txBody>
        </p:sp>
        <p:sp>
          <p:nvSpPr>
            <p:cNvPr id="12" name="Line 424">
              <a:extLst>
                <a:ext uri="{FF2B5EF4-FFF2-40B4-BE49-F238E27FC236}">
                  <a16:creationId xmlns:a16="http://schemas.microsoft.com/office/drawing/2014/main" id="{EEE9B173-D164-9196-0D8D-C6AA2A3E449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428304" y="3327876"/>
              <a:ext cx="2016837" cy="0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/>
            </a:ln>
            <a:effectLst/>
          </p:spPr>
          <p:txBody>
            <a:bodyPr anchor="ctr"/>
            <a:lstStyle/>
            <a:p>
              <a:endParaRPr lang="es-ES_tradnl" noProof="0" dirty="0"/>
            </a:p>
          </p:txBody>
        </p:sp>
        <p:sp>
          <p:nvSpPr>
            <p:cNvPr id="13" name="Line 431">
              <a:extLst>
                <a:ext uri="{FF2B5EF4-FFF2-40B4-BE49-F238E27FC236}">
                  <a16:creationId xmlns:a16="http://schemas.microsoft.com/office/drawing/2014/main" id="{8E7872C0-ADC9-E112-F0E3-ADCC2A0157B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948822" y="1786468"/>
              <a:ext cx="195178" cy="0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/>
            </a:ln>
            <a:effectLst/>
          </p:spPr>
          <p:txBody>
            <a:bodyPr anchor="ctr"/>
            <a:lstStyle/>
            <a:p>
              <a:endParaRPr lang="es-ES_tradnl" noProof="0" dirty="0"/>
            </a:p>
          </p:txBody>
        </p:sp>
        <p:grpSp>
          <p:nvGrpSpPr>
            <p:cNvPr id="14" name="Group 392">
              <a:extLst>
                <a:ext uri="{FF2B5EF4-FFF2-40B4-BE49-F238E27FC236}">
                  <a16:creationId xmlns:a16="http://schemas.microsoft.com/office/drawing/2014/main" id="{3683B55A-E151-2273-08D4-02DB872A094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382000" y="2667000"/>
              <a:ext cx="586888" cy="493538"/>
              <a:chOff x="4309" y="1776"/>
              <a:chExt cx="491" cy="420"/>
            </a:xfrm>
          </p:grpSpPr>
          <p:sp>
            <p:nvSpPr>
              <p:cNvPr id="52" name="Freeform 393">
                <a:extLst>
                  <a:ext uri="{FF2B5EF4-FFF2-40B4-BE49-F238E27FC236}">
                    <a16:creationId xmlns:a16="http://schemas.microsoft.com/office/drawing/2014/main" id="{64BB6F73-F761-1CD1-6EE1-CFED1E2048E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15" y="1980"/>
                <a:ext cx="285" cy="216"/>
              </a:xfrm>
              <a:custGeom>
                <a:avLst/>
                <a:gdLst/>
                <a:ahLst/>
                <a:cxnLst>
                  <a:cxn ang="0">
                    <a:pos x="0" y="199"/>
                  </a:cxn>
                  <a:cxn ang="0">
                    <a:pos x="0" y="199"/>
                  </a:cxn>
                  <a:cxn ang="0">
                    <a:pos x="0" y="199"/>
                  </a:cxn>
                  <a:cxn ang="0">
                    <a:pos x="0" y="199"/>
                  </a:cxn>
                  <a:cxn ang="0">
                    <a:pos x="0" y="199"/>
                  </a:cxn>
                  <a:cxn ang="0">
                    <a:pos x="0" y="199"/>
                  </a:cxn>
                  <a:cxn ang="0">
                    <a:pos x="0" y="199"/>
                  </a:cxn>
                  <a:cxn ang="0">
                    <a:pos x="27" y="199"/>
                  </a:cxn>
                  <a:cxn ang="0">
                    <a:pos x="53" y="196"/>
                  </a:cxn>
                  <a:cxn ang="0">
                    <a:pos x="79" y="192"/>
                  </a:cxn>
                  <a:cxn ang="0">
                    <a:pos x="105" y="186"/>
                  </a:cxn>
                  <a:cxn ang="0">
                    <a:pos x="130" y="178"/>
                  </a:cxn>
                  <a:cxn ang="0">
                    <a:pos x="155" y="168"/>
                  </a:cxn>
                  <a:cxn ang="0">
                    <a:pos x="179" y="158"/>
                  </a:cxn>
                  <a:cxn ang="0">
                    <a:pos x="202" y="145"/>
                  </a:cxn>
                  <a:cxn ang="0">
                    <a:pos x="223" y="132"/>
                  </a:cxn>
                  <a:cxn ang="0">
                    <a:pos x="245" y="117"/>
                  </a:cxn>
                  <a:cxn ang="0">
                    <a:pos x="265" y="101"/>
                  </a:cxn>
                  <a:cxn ang="0">
                    <a:pos x="284" y="82"/>
                  </a:cxn>
                  <a:cxn ang="0">
                    <a:pos x="302" y="64"/>
                  </a:cxn>
                  <a:cxn ang="0">
                    <a:pos x="319" y="43"/>
                  </a:cxn>
                  <a:cxn ang="0">
                    <a:pos x="334" y="22"/>
                  </a:cxn>
                  <a:cxn ang="0">
                    <a:pos x="348" y="0"/>
                  </a:cxn>
                </a:cxnLst>
                <a:rect l="0" t="0" r="r" b="b"/>
                <a:pathLst>
                  <a:path w="349" h="200">
                    <a:moveTo>
                      <a:pt x="0" y="199"/>
                    </a:moveTo>
                    <a:lnTo>
                      <a:pt x="0" y="199"/>
                    </a:lnTo>
                    <a:lnTo>
                      <a:pt x="0" y="199"/>
                    </a:lnTo>
                    <a:lnTo>
                      <a:pt x="0" y="199"/>
                    </a:lnTo>
                    <a:lnTo>
                      <a:pt x="0" y="199"/>
                    </a:lnTo>
                    <a:lnTo>
                      <a:pt x="0" y="199"/>
                    </a:lnTo>
                    <a:lnTo>
                      <a:pt x="0" y="199"/>
                    </a:lnTo>
                    <a:lnTo>
                      <a:pt x="27" y="199"/>
                    </a:lnTo>
                    <a:lnTo>
                      <a:pt x="53" y="196"/>
                    </a:lnTo>
                    <a:lnTo>
                      <a:pt x="79" y="192"/>
                    </a:lnTo>
                    <a:lnTo>
                      <a:pt x="105" y="186"/>
                    </a:lnTo>
                    <a:lnTo>
                      <a:pt x="130" y="178"/>
                    </a:lnTo>
                    <a:lnTo>
                      <a:pt x="155" y="168"/>
                    </a:lnTo>
                    <a:lnTo>
                      <a:pt x="179" y="158"/>
                    </a:lnTo>
                    <a:lnTo>
                      <a:pt x="202" y="145"/>
                    </a:lnTo>
                    <a:lnTo>
                      <a:pt x="223" y="132"/>
                    </a:lnTo>
                    <a:lnTo>
                      <a:pt x="245" y="117"/>
                    </a:lnTo>
                    <a:lnTo>
                      <a:pt x="265" y="101"/>
                    </a:lnTo>
                    <a:lnTo>
                      <a:pt x="284" y="82"/>
                    </a:lnTo>
                    <a:lnTo>
                      <a:pt x="302" y="64"/>
                    </a:lnTo>
                    <a:lnTo>
                      <a:pt x="319" y="43"/>
                    </a:lnTo>
                    <a:lnTo>
                      <a:pt x="334" y="22"/>
                    </a:lnTo>
                    <a:lnTo>
                      <a:pt x="348" y="0"/>
                    </a:lnTo>
                  </a:path>
                </a:pathLst>
              </a:custGeom>
              <a:noFill/>
              <a:ln w="25400" cap="rnd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endParaRPr lang="es-ES_tradnl" noProof="0" dirty="0"/>
              </a:p>
            </p:txBody>
          </p:sp>
          <p:sp>
            <p:nvSpPr>
              <p:cNvPr id="53" name="Line 394">
                <a:extLst>
                  <a:ext uri="{FF2B5EF4-FFF2-40B4-BE49-F238E27FC236}">
                    <a16:creationId xmlns:a16="http://schemas.microsoft.com/office/drawing/2014/main" id="{5A38388F-C390-23C9-FF59-07885DD0FD4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310" y="2195"/>
                <a:ext cx="20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es-ES_tradnl" noProof="0" dirty="0"/>
              </a:p>
            </p:txBody>
          </p:sp>
          <p:sp>
            <p:nvSpPr>
              <p:cNvPr id="54" name="Freeform 395">
                <a:extLst>
                  <a:ext uri="{FF2B5EF4-FFF2-40B4-BE49-F238E27FC236}">
                    <a16:creationId xmlns:a16="http://schemas.microsoft.com/office/drawing/2014/main" id="{792020AD-D2BF-33A0-560F-3C0A75CAC5E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09" y="1986"/>
                <a:ext cx="68" cy="209"/>
              </a:xfrm>
              <a:custGeom>
                <a:avLst/>
                <a:gdLst/>
                <a:ahLst/>
                <a:cxnLst>
                  <a:cxn ang="0">
                    <a:pos x="0" y="192"/>
                  </a:cxn>
                  <a:cxn ang="0">
                    <a:pos x="0" y="192"/>
                  </a:cxn>
                  <a:cxn ang="0">
                    <a:pos x="9" y="182"/>
                  </a:cxn>
                  <a:cxn ang="0">
                    <a:pos x="18" y="172"/>
                  </a:cxn>
                  <a:cxn ang="0">
                    <a:pos x="27" y="161"/>
                  </a:cxn>
                  <a:cxn ang="0">
                    <a:pos x="34" y="151"/>
                  </a:cxn>
                  <a:cxn ang="0">
                    <a:pos x="42" y="139"/>
                  </a:cxn>
                  <a:cxn ang="0">
                    <a:pos x="48" y="128"/>
                  </a:cxn>
                  <a:cxn ang="0">
                    <a:pos x="55" y="116"/>
                  </a:cxn>
                  <a:cxn ang="0">
                    <a:pos x="60" y="103"/>
                  </a:cxn>
                  <a:cxn ang="0">
                    <a:pos x="65" y="91"/>
                  </a:cxn>
                  <a:cxn ang="0">
                    <a:pos x="70" y="78"/>
                  </a:cxn>
                  <a:cxn ang="0">
                    <a:pos x="73" y="65"/>
                  </a:cxn>
                  <a:cxn ang="0">
                    <a:pos x="76" y="53"/>
                  </a:cxn>
                  <a:cxn ang="0">
                    <a:pos x="79" y="39"/>
                  </a:cxn>
                  <a:cxn ang="0">
                    <a:pos x="81" y="26"/>
                  </a:cxn>
                  <a:cxn ang="0">
                    <a:pos x="82" y="13"/>
                  </a:cxn>
                  <a:cxn ang="0">
                    <a:pos x="82" y="0"/>
                  </a:cxn>
                </a:cxnLst>
                <a:rect l="0" t="0" r="r" b="b"/>
                <a:pathLst>
                  <a:path w="83" h="193">
                    <a:moveTo>
                      <a:pt x="0" y="192"/>
                    </a:moveTo>
                    <a:lnTo>
                      <a:pt x="0" y="192"/>
                    </a:lnTo>
                    <a:lnTo>
                      <a:pt x="9" y="182"/>
                    </a:lnTo>
                    <a:lnTo>
                      <a:pt x="18" y="172"/>
                    </a:lnTo>
                    <a:lnTo>
                      <a:pt x="27" y="161"/>
                    </a:lnTo>
                    <a:lnTo>
                      <a:pt x="34" y="151"/>
                    </a:lnTo>
                    <a:lnTo>
                      <a:pt x="42" y="139"/>
                    </a:lnTo>
                    <a:lnTo>
                      <a:pt x="48" y="128"/>
                    </a:lnTo>
                    <a:lnTo>
                      <a:pt x="55" y="116"/>
                    </a:lnTo>
                    <a:lnTo>
                      <a:pt x="60" y="103"/>
                    </a:lnTo>
                    <a:lnTo>
                      <a:pt x="65" y="91"/>
                    </a:lnTo>
                    <a:lnTo>
                      <a:pt x="70" y="78"/>
                    </a:lnTo>
                    <a:lnTo>
                      <a:pt x="73" y="65"/>
                    </a:lnTo>
                    <a:lnTo>
                      <a:pt x="76" y="53"/>
                    </a:lnTo>
                    <a:lnTo>
                      <a:pt x="79" y="39"/>
                    </a:lnTo>
                    <a:lnTo>
                      <a:pt x="81" y="26"/>
                    </a:lnTo>
                    <a:lnTo>
                      <a:pt x="82" y="13"/>
                    </a:lnTo>
                    <a:lnTo>
                      <a:pt x="82" y="0"/>
                    </a:lnTo>
                  </a:path>
                </a:pathLst>
              </a:custGeom>
              <a:noFill/>
              <a:ln w="25400" cap="rnd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endParaRPr lang="es-ES_tradnl" noProof="0" dirty="0"/>
              </a:p>
            </p:txBody>
          </p:sp>
          <p:sp>
            <p:nvSpPr>
              <p:cNvPr id="55" name="Freeform 396">
                <a:extLst>
                  <a:ext uri="{FF2B5EF4-FFF2-40B4-BE49-F238E27FC236}">
                    <a16:creationId xmlns:a16="http://schemas.microsoft.com/office/drawing/2014/main" id="{649B1AF8-2B5B-A966-389A-9D60B9D2ED0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09" y="1777"/>
                <a:ext cx="68" cy="210"/>
              </a:xfrm>
              <a:custGeom>
                <a:avLst/>
                <a:gdLst/>
                <a:ahLst/>
                <a:cxnLst>
                  <a:cxn ang="0">
                    <a:pos x="82" y="193"/>
                  </a:cxn>
                  <a:cxn ang="0">
                    <a:pos x="82" y="193"/>
                  </a:cxn>
                  <a:cxn ang="0">
                    <a:pos x="82" y="179"/>
                  </a:cxn>
                  <a:cxn ang="0">
                    <a:pos x="81" y="166"/>
                  </a:cxn>
                  <a:cxn ang="0">
                    <a:pos x="79" y="153"/>
                  </a:cxn>
                  <a:cxn ang="0">
                    <a:pos x="76" y="139"/>
                  </a:cxn>
                  <a:cxn ang="0">
                    <a:pos x="73" y="127"/>
                  </a:cxn>
                  <a:cxn ang="0">
                    <a:pos x="70" y="114"/>
                  </a:cxn>
                  <a:cxn ang="0">
                    <a:pos x="65" y="101"/>
                  </a:cxn>
                  <a:cxn ang="0">
                    <a:pos x="60" y="89"/>
                  </a:cxn>
                  <a:cxn ang="0">
                    <a:pos x="55" y="76"/>
                  </a:cxn>
                  <a:cxn ang="0">
                    <a:pos x="48" y="64"/>
                  </a:cxn>
                  <a:cxn ang="0">
                    <a:pos x="42" y="53"/>
                  </a:cxn>
                  <a:cxn ang="0">
                    <a:pos x="34" y="41"/>
                  </a:cxn>
                  <a:cxn ang="0">
                    <a:pos x="27" y="31"/>
                  </a:cxn>
                  <a:cxn ang="0">
                    <a:pos x="18" y="20"/>
                  </a:cxn>
                  <a:cxn ang="0">
                    <a:pos x="9" y="10"/>
                  </a:cxn>
                  <a:cxn ang="0">
                    <a:pos x="0" y="0"/>
                  </a:cxn>
                </a:cxnLst>
                <a:rect l="0" t="0" r="r" b="b"/>
                <a:pathLst>
                  <a:path w="83" h="194">
                    <a:moveTo>
                      <a:pt x="82" y="193"/>
                    </a:moveTo>
                    <a:lnTo>
                      <a:pt x="82" y="193"/>
                    </a:lnTo>
                    <a:lnTo>
                      <a:pt x="82" y="179"/>
                    </a:lnTo>
                    <a:lnTo>
                      <a:pt x="81" y="166"/>
                    </a:lnTo>
                    <a:lnTo>
                      <a:pt x="79" y="153"/>
                    </a:lnTo>
                    <a:lnTo>
                      <a:pt x="76" y="139"/>
                    </a:lnTo>
                    <a:lnTo>
                      <a:pt x="73" y="127"/>
                    </a:lnTo>
                    <a:lnTo>
                      <a:pt x="70" y="114"/>
                    </a:lnTo>
                    <a:lnTo>
                      <a:pt x="65" y="101"/>
                    </a:lnTo>
                    <a:lnTo>
                      <a:pt x="60" y="89"/>
                    </a:lnTo>
                    <a:lnTo>
                      <a:pt x="55" y="76"/>
                    </a:lnTo>
                    <a:lnTo>
                      <a:pt x="48" y="64"/>
                    </a:lnTo>
                    <a:lnTo>
                      <a:pt x="42" y="53"/>
                    </a:lnTo>
                    <a:lnTo>
                      <a:pt x="34" y="41"/>
                    </a:lnTo>
                    <a:lnTo>
                      <a:pt x="27" y="31"/>
                    </a:lnTo>
                    <a:lnTo>
                      <a:pt x="18" y="20"/>
                    </a:lnTo>
                    <a:lnTo>
                      <a:pt x="9" y="10"/>
                    </a:lnTo>
                    <a:lnTo>
                      <a:pt x="0" y="0"/>
                    </a:lnTo>
                  </a:path>
                </a:pathLst>
              </a:custGeom>
              <a:noFill/>
              <a:ln w="25400" cap="rnd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endParaRPr lang="es-ES_tradnl" noProof="0" dirty="0"/>
              </a:p>
            </p:txBody>
          </p:sp>
          <p:sp>
            <p:nvSpPr>
              <p:cNvPr id="56" name="Line 397">
                <a:extLst>
                  <a:ext uri="{FF2B5EF4-FFF2-40B4-BE49-F238E27FC236}">
                    <a16:creationId xmlns:a16="http://schemas.microsoft.com/office/drawing/2014/main" id="{D70CB37E-2126-BD9C-4A7C-334AF2A4F42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10" y="1776"/>
                <a:ext cx="20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es-ES_tradnl" noProof="0" dirty="0"/>
              </a:p>
            </p:txBody>
          </p:sp>
          <p:sp>
            <p:nvSpPr>
              <p:cNvPr id="57" name="Freeform 398">
                <a:extLst>
                  <a:ext uri="{FF2B5EF4-FFF2-40B4-BE49-F238E27FC236}">
                    <a16:creationId xmlns:a16="http://schemas.microsoft.com/office/drawing/2014/main" id="{DAF88028-D491-540B-FE07-AD06C4E07EF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15" y="1776"/>
                <a:ext cx="285" cy="216"/>
              </a:xfrm>
              <a:custGeom>
                <a:avLst/>
                <a:gdLst/>
                <a:ahLst/>
                <a:cxnLst>
                  <a:cxn ang="0">
                    <a:pos x="348" y="199"/>
                  </a:cxn>
                  <a:cxn ang="0">
                    <a:pos x="348" y="199"/>
                  </a:cxn>
                  <a:cxn ang="0">
                    <a:pos x="334" y="177"/>
                  </a:cxn>
                  <a:cxn ang="0">
                    <a:pos x="319" y="156"/>
                  </a:cxn>
                  <a:cxn ang="0">
                    <a:pos x="302" y="135"/>
                  </a:cxn>
                  <a:cxn ang="0">
                    <a:pos x="284" y="117"/>
                  </a:cxn>
                  <a:cxn ang="0">
                    <a:pos x="265" y="98"/>
                  </a:cxn>
                  <a:cxn ang="0">
                    <a:pos x="245" y="82"/>
                  </a:cxn>
                  <a:cxn ang="0">
                    <a:pos x="223" y="67"/>
                  </a:cxn>
                  <a:cxn ang="0">
                    <a:pos x="202" y="54"/>
                  </a:cxn>
                  <a:cxn ang="0">
                    <a:pos x="179" y="41"/>
                  </a:cxn>
                  <a:cxn ang="0">
                    <a:pos x="155" y="31"/>
                  </a:cxn>
                  <a:cxn ang="0">
                    <a:pos x="130" y="21"/>
                  </a:cxn>
                  <a:cxn ang="0">
                    <a:pos x="105" y="13"/>
                  </a:cxn>
                  <a:cxn ang="0">
                    <a:pos x="79" y="7"/>
                  </a:cxn>
                  <a:cxn ang="0">
                    <a:pos x="53" y="3"/>
                  </a:cxn>
                  <a:cxn ang="0">
                    <a:pos x="27" y="0"/>
                  </a:cxn>
                  <a:cxn ang="0">
                    <a:pos x="0" y="0"/>
                  </a:cxn>
                </a:cxnLst>
                <a:rect l="0" t="0" r="r" b="b"/>
                <a:pathLst>
                  <a:path w="349" h="200">
                    <a:moveTo>
                      <a:pt x="348" y="199"/>
                    </a:moveTo>
                    <a:lnTo>
                      <a:pt x="348" y="199"/>
                    </a:lnTo>
                    <a:lnTo>
                      <a:pt x="334" y="177"/>
                    </a:lnTo>
                    <a:lnTo>
                      <a:pt x="319" y="156"/>
                    </a:lnTo>
                    <a:lnTo>
                      <a:pt x="302" y="135"/>
                    </a:lnTo>
                    <a:lnTo>
                      <a:pt x="284" y="117"/>
                    </a:lnTo>
                    <a:lnTo>
                      <a:pt x="265" y="98"/>
                    </a:lnTo>
                    <a:lnTo>
                      <a:pt x="245" y="82"/>
                    </a:lnTo>
                    <a:lnTo>
                      <a:pt x="223" y="67"/>
                    </a:lnTo>
                    <a:lnTo>
                      <a:pt x="202" y="54"/>
                    </a:lnTo>
                    <a:lnTo>
                      <a:pt x="179" y="41"/>
                    </a:lnTo>
                    <a:lnTo>
                      <a:pt x="155" y="31"/>
                    </a:lnTo>
                    <a:lnTo>
                      <a:pt x="130" y="21"/>
                    </a:lnTo>
                    <a:lnTo>
                      <a:pt x="105" y="13"/>
                    </a:lnTo>
                    <a:lnTo>
                      <a:pt x="79" y="7"/>
                    </a:lnTo>
                    <a:lnTo>
                      <a:pt x="53" y="3"/>
                    </a:lnTo>
                    <a:lnTo>
                      <a:pt x="27" y="0"/>
                    </a:lnTo>
                    <a:lnTo>
                      <a:pt x="0" y="0"/>
                    </a:lnTo>
                  </a:path>
                </a:pathLst>
              </a:custGeom>
              <a:noFill/>
              <a:ln w="25400" cap="rnd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endParaRPr lang="es-ES_tradnl" noProof="0" dirty="0"/>
              </a:p>
            </p:txBody>
          </p:sp>
        </p:grpSp>
        <p:grpSp>
          <p:nvGrpSpPr>
            <p:cNvPr id="15" name="Group 501">
              <a:extLst>
                <a:ext uri="{FF2B5EF4-FFF2-40B4-BE49-F238E27FC236}">
                  <a16:creationId xmlns:a16="http://schemas.microsoft.com/office/drawing/2014/main" id="{D2D51474-3C17-1BE8-8447-51164C97129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445141" y="1535322"/>
              <a:ext cx="520474" cy="492074"/>
              <a:chOff x="3744" y="888"/>
              <a:chExt cx="384" cy="336"/>
            </a:xfrm>
          </p:grpSpPr>
          <p:sp>
            <p:nvSpPr>
              <p:cNvPr id="49" name="Freeform 347">
                <a:extLst>
                  <a:ext uri="{FF2B5EF4-FFF2-40B4-BE49-F238E27FC236}">
                    <a16:creationId xmlns:a16="http://schemas.microsoft.com/office/drawing/2014/main" id="{71AB151F-DC61-1686-04D7-930CE1DEB6D8}"/>
                  </a:ext>
                </a:extLst>
              </p:cNvPr>
              <p:cNvSpPr>
                <a:spLocks/>
              </p:cNvSpPr>
              <p:nvPr/>
            </p:nvSpPr>
            <p:spPr bwMode="blackWhite">
              <a:xfrm>
                <a:off x="3956" y="1056"/>
                <a:ext cx="172" cy="168"/>
              </a:xfrm>
              <a:custGeom>
                <a:avLst/>
                <a:gdLst/>
                <a:ahLst/>
                <a:cxnLst>
                  <a:cxn ang="0">
                    <a:pos x="0" y="191"/>
                  </a:cxn>
                  <a:cxn ang="0">
                    <a:pos x="0" y="191"/>
                  </a:cxn>
                  <a:cxn ang="0">
                    <a:pos x="0" y="191"/>
                  </a:cxn>
                  <a:cxn ang="0">
                    <a:pos x="0" y="191"/>
                  </a:cxn>
                  <a:cxn ang="0">
                    <a:pos x="0" y="191"/>
                  </a:cxn>
                  <a:cxn ang="0">
                    <a:pos x="0" y="191"/>
                  </a:cxn>
                  <a:cxn ang="0">
                    <a:pos x="0" y="191"/>
                  </a:cxn>
                  <a:cxn ang="0">
                    <a:pos x="19" y="190"/>
                  </a:cxn>
                  <a:cxn ang="0">
                    <a:pos x="38" y="187"/>
                  </a:cxn>
                  <a:cxn ang="0">
                    <a:pos x="56" y="182"/>
                  </a:cxn>
                  <a:cxn ang="0">
                    <a:pos x="74" y="175"/>
                  </a:cxn>
                  <a:cxn ang="0">
                    <a:pos x="90" y="168"/>
                  </a:cxn>
                  <a:cxn ang="0">
                    <a:pos x="107" y="158"/>
                  </a:cxn>
                  <a:cxn ang="0">
                    <a:pos x="121" y="147"/>
                  </a:cxn>
                  <a:cxn ang="0">
                    <a:pos x="134" y="134"/>
                  </a:cxn>
                  <a:cxn ang="0">
                    <a:pos x="146" y="121"/>
                  </a:cxn>
                  <a:cxn ang="0">
                    <a:pos x="158" y="107"/>
                  </a:cxn>
                  <a:cxn ang="0">
                    <a:pos x="167" y="90"/>
                  </a:cxn>
                  <a:cxn ang="0">
                    <a:pos x="175" y="74"/>
                  </a:cxn>
                  <a:cxn ang="0">
                    <a:pos x="182" y="56"/>
                  </a:cxn>
                  <a:cxn ang="0">
                    <a:pos x="186" y="38"/>
                  </a:cxn>
                  <a:cxn ang="0">
                    <a:pos x="189" y="19"/>
                  </a:cxn>
                  <a:cxn ang="0">
                    <a:pos x="190" y="0"/>
                  </a:cxn>
                </a:cxnLst>
                <a:rect l="0" t="0" r="r" b="b"/>
                <a:pathLst>
                  <a:path w="191" h="192">
                    <a:moveTo>
                      <a:pt x="0" y="191"/>
                    </a:moveTo>
                    <a:lnTo>
                      <a:pt x="0" y="191"/>
                    </a:lnTo>
                    <a:lnTo>
                      <a:pt x="0" y="191"/>
                    </a:lnTo>
                    <a:lnTo>
                      <a:pt x="0" y="191"/>
                    </a:lnTo>
                    <a:lnTo>
                      <a:pt x="0" y="191"/>
                    </a:lnTo>
                    <a:lnTo>
                      <a:pt x="0" y="191"/>
                    </a:lnTo>
                    <a:lnTo>
                      <a:pt x="0" y="191"/>
                    </a:lnTo>
                    <a:lnTo>
                      <a:pt x="19" y="190"/>
                    </a:lnTo>
                    <a:lnTo>
                      <a:pt x="38" y="187"/>
                    </a:lnTo>
                    <a:lnTo>
                      <a:pt x="56" y="182"/>
                    </a:lnTo>
                    <a:lnTo>
                      <a:pt x="74" y="175"/>
                    </a:lnTo>
                    <a:lnTo>
                      <a:pt x="90" y="168"/>
                    </a:lnTo>
                    <a:lnTo>
                      <a:pt x="107" y="158"/>
                    </a:lnTo>
                    <a:lnTo>
                      <a:pt x="121" y="147"/>
                    </a:lnTo>
                    <a:lnTo>
                      <a:pt x="134" y="134"/>
                    </a:lnTo>
                    <a:lnTo>
                      <a:pt x="146" y="121"/>
                    </a:lnTo>
                    <a:lnTo>
                      <a:pt x="158" y="107"/>
                    </a:lnTo>
                    <a:lnTo>
                      <a:pt x="167" y="90"/>
                    </a:lnTo>
                    <a:lnTo>
                      <a:pt x="175" y="74"/>
                    </a:lnTo>
                    <a:lnTo>
                      <a:pt x="182" y="56"/>
                    </a:lnTo>
                    <a:lnTo>
                      <a:pt x="186" y="38"/>
                    </a:lnTo>
                    <a:lnTo>
                      <a:pt x="189" y="19"/>
                    </a:lnTo>
                    <a:lnTo>
                      <a:pt x="190" y="0"/>
                    </a:lnTo>
                  </a:path>
                </a:pathLst>
              </a:custGeom>
              <a:solidFill>
                <a:schemeClr val="bg1"/>
              </a:solidFill>
              <a:ln w="25400" cap="rnd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endParaRPr lang="es-ES_tradnl" noProof="0" dirty="0"/>
              </a:p>
            </p:txBody>
          </p:sp>
          <p:sp>
            <p:nvSpPr>
              <p:cNvPr id="50" name="Freeform 348">
                <a:extLst>
                  <a:ext uri="{FF2B5EF4-FFF2-40B4-BE49-F238E27FC236}">
                    <a16:creationId xmlns:a16="http://schemas.microsoft.com/office/drawing/2014/main" id="{4B8A3BB8-6197-88F6-9101-120BA29D9028}"/>
                  </a:ext>
                </a:extLst>
              </p:cNvPr>
              <p:cNvSpPr>
                <a:spLocks/>
              </p:cNvSpPr>
              <p:nvPr/>
            </p:nvSpPr>
            <p:spPr bwMode="blackWhite">
              <a:xfrm>
                <a:off x="3744" y="888"/>
                <a:ext cx="212" cy="336"/>
              </a:xfrm>
              <a:custGeom>
                <a:avLst/>
                <a:gdLst/>
                <a:ahLst/>
                <a:cxnLst>
                  <a:cxn ang="0">
                    <a:pos x="379" y="383"/>
                  </a:cxn>
                  <a:cxn ang="0">
                    <a:pos x="0" y="383"/>
                  </a:cxn>
                  <a:cxn ang="0">
                    <a:pos x="0" y="0"/>
                  </a:cxn>
                  <a:cxn ang="0">
                    <a:pos x="379" y="0"/>
                  </a:cxn>
                </a:cxnLst>
                <a:rect l="0" t="0" r="r" b="b"/>
                <a:pathLst>
                  <a:path w="380" h="384">
                    <a:moveTo>
                      <a:pt x="379" y="383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379" y="0"/>
                    </a:lnTo>
                  </a:path>
                </a:pathLst>
              </a:custGeom>
              <a:solidFill>
                <a:schemeClr val="bg1"/>
              </a:solidFill>
              <a:ln w="25400" cap="rnd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endParaRPr lang="es-ES_tradnl" noProof="0" dirty="0"/>
              </a:p>
            </p:txBody>
          </p:sp>
          <p:sp>
            <p:nvSpPr>
              <p:cNvPr id="51" name="Freeform 349">
                <a:extLst>
                  <a:ext uri="{FF2B5EF4-FFF2-40B4-BE49-F238E27FC236}">
                    <a16:creationId xmlns:a16="http://schemas.microsoft.com/office/drawing/2014/main" id="{1ED2D619-373F-5404-380B-0A1B86E7BD4D}"/>
                  </a:ext>
                </a:extLst>
              </p:cNvPr>
              <p:cNvSpPr>
                <a:spLocks/>
              </p:cNvSpPr>
              <p:nvPr/>
            </p:nvSpPr>
            <p:spPr bwMode="blackWhite">
              <a:xfrm>
                <a:off x="3956" y="888"/>
                <a:ext cx="172" cy="169"/>
              </a:xfrm>
              <a:custGeom>
                <a:avLst/>
                <a:gdLst/>
                <a:ahLst/>
                <a:cxnLst>
                  <a:cxn ang="0">
                    <a:pos x="190" y="192"/>
                  </a:cxn>
                  <a:cxn ang="0">
                    <a:pos x="190" y="192"/>
                  </a:cxn>
                  <a:cxn ang="0">
                    <a:pos x="189" y="172"/>
                  </a:cxn>
                  <a:cxn ang="0">
                    <a:pos x="186" y="153"/>
                  </a:cxn>
                  <a:cxn ang="0">
                    <a:pos x="182" y="135"/>
                  </a:cxn>
                  <a:cxn ang="0">
                    <a:pos x="175" y="117"/>
                  </a:cxn>
                  <a:cxn ang="0">
                    <a:pos x="167" y="101"/>
                  </a:cxn>
                  <a:cxn ang="0">
                    <a:pos x="158" y="84"/>
                  </a:cxn>
                  <a:cxn ang="0">
                    <a:pos x="146" y="70"/>
                  </a:cxn>
                  <a:cxn ang="0">
                    <a:pos x="134" y="57"/>
                  </a:cxn>
                  <a:cxn ang="0">
                    <a:pos x="121" y="44"/>
                  </a:cxn>
                  <a:cxn ang="0">
                    <a:pos x="107" y="33"/>
                  </a:cxn>
                  <a:cxn ang="0">
                    <a:pos x="90" y="23"/>
                  </a:cxn>
                  <a:cxn ang="0">
                    <a:pos x="74" y="16"/>
                  </a:cxn>
                  <a:cxn ang="0">
                    <a:pos x="56" y="9"/>
                  </a:cxn>
                  <a:cxn ang="0">
                    <a:pos x="38" y="4"/>
                  </a:cxn>
                  <a:cxn ang="0">
                    <a:pos x="19" y="1"/>
                  </a:cxn>
                  <a:cxn ang="0">
                    <a:pos x="0" y="0"/>
                  </a:cxn>
                </a:cxnLst>
                <a:rect l="0" t="0" r="r" b="b"/>
                <a:pathLst>
                  <a:path w="191" h="193">
                    <a:moveTo>
                      <a:pt x="190" y="192"/>
                    </a:moveTo>
                    <a:lnTo>
                      <a:pt x="190" y="192"/>
                    </a:lnTo>
                    <a:lnTo>
                      <a:pt x="189" y="172"/>
                    </a:lnTo>
                    <a:lnTo>
                      <a:pt x="186" y="153"/>
                    </a:lnTo>
                    <a:lnTo>
                      <a:pt x="182" y="135"/>
                    </a:lnTo>
                    <a:lnTo>
                      <a:pt x="175" y="117"/>
                    </a:lnTo>
                    <a:lnTo>
                      <a:pt x="167" y="101"/>
                    </a:lnTo>
                    <a:lnTo>
                      <a:pt x="158" y="84"/>
                    </a:lnTo>
                    <a:lnTo>
                      <a:pt x="146" y="70"/>
                    </a:lnTo>
                    <a:lnTo>
                      <a:pt x="134" y="57"/>
                    </a:lnTo>
                    <a:lnTo>
                      <a:pt x="121" y="44"/>
                    </a:lnTo>
                    <a:lnTo>
                      <a:pt x="107" y="33"/>
                    </a:lnTo>
                    <a:lnTo>
                      <a:pt x="90" y="23"/>
                    </a:lnTo>
                    <a:lnTo>
                      <a:pt x="74" y="16"/>
                    </a:lnTo>
                    <a:lnTo>
                      <a:pt x="56" y="9"/>
                    </a:lnTo>
                    <a:lnTo>
                      <a:pt x="38" y="4"/>
                    </a:lnTo>
                    <a:lnTo>
                      <a:pt x="19" y="1"/>
                    </a:lnTo>
                    <a:lnTo>
                      <a:pt x="0" y="0"/>
                    </a:lnTo>
                  </a:path>
                </a:pathLst>
              </a:custGeom>
              <a:solidFill>
                <a:schemeClr val="bg1"/>
              </a:solidFill>
              <a:ln w="25400" cap="rnd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endParaRPr lang="es-ES_tradnl" noProof="0" dirty="0"/>
              </a:p>
            </p:txBody>
          </p:sp>
        </p:grpSp>
        <p:grpSp>
          <p:nvGrpSpPr>
            <p:cNvPr id="16" name="Group 382">
              <a:extLst>
                <a:ext uri="{FF2B5EF4-FFF2-40B4-BE49-F238E27FC236}">
                  <a16:creationId xmlns:a16="http://schemas.microsoft.com/office/drawing/2014/main" id="{E4A8595B-72FC-B1FC-E813-80250F6B2DB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458695" y="3222432"/>
              <a:ext cx="521829" cy="492074"/>
              <a:chOff x="4464" y="1200"/>
              <a:chExt cx="432" cy="432"/>
            </a:xfrm>
          </p:grpSpPr>
          <p:sp>
            <p:nvSpPr>
              <p:cNvPr id="46" name="Freeform 383">
                <a:extLst>
                  <a:ext uri="{FF2B5EF4-FFF2-40B4-BE49-F238E27FC236}">
                    <a16:creationId xmlns:a16="http://schemas.microsoft.com/office/drawing/2014/main" id="{0CC70BFE-B6F2-18B8-BB0A-D750CD7A0777}"/>
                  </a:ext>
                </a:extLst>
              </p:cNvPr>
              <p:cNvSpPr>
                <a:spLocks/>
              </p:cNvSpPr>
              <p:nvPr/>
            </p:nvSpPr>
            <p:spPr bwMode="blackWhite">
              <a:xfrm>
                <a:off x="4703" y="1416"/>
                <a:ext cx="193" cy="216"/>
              </a:xfrm>
              <a:custGeom>
                <a:avLst/>
                <a:gdLst/>
                <a:ahLst/>
                <a:cxnLst>
                  <a:cxn ang="0">
                    <a:pos x="0" y="191"/>
                  </a:cxn>
                  <a:cxn ang="0">
                    <a:pos x="0" y="191"/>
                  </a:cxn>
                  <a:cxn ang="0">
                    <a:pos x="0" y="191"/>
                  </a:cxn>
                  <a:cxn ang="0">
                    <a:pos x="0" y="191"/>
                  </a:cxn>
                  <a:cxn ang="0">
                    <a:pos x="0" y="191"/>
                  </a:cxn>
                  <a:cxn ang="0">
                    <a:pos x="0" y="191"/>
                  </a:cxn>
                  <a:cxn ang="0">
                    <a:pos x="0" y="191"/>
                  </a:cxn>
                  <a:cxn ang="0">
                    <a:pos x="19" y="190"/>
                  </a:cxn>
                  <a:cxn ang="0">
                    <a:pos x="38" y="187"/>
                  </a:cxn>
                  <a:cxn ang="0">
                    <a:pos x="56" y="182"/>
                  </a:cxn>
                  <a:cxn ang="0">
                    <a:pos x="74" y="175"/>
                  </a:cxn>
                  <a:cxn ang="0">
                    <a:pos x="90" y="168"/>
                  </a:cxn>
                  <a:cxn ang="0">
                    <a:pos x="107" y="158"/>
                  </a:cxn>
                  <a:cxn ang="0">
                    <a:pos x="121" y="147"/>
                  </a:cxn>
                  <a:cxn ang="0">
                    <a:pos x="134" y="134"/>
                  </a:cxn>
                  <a:cxn ang="0">
                    <a:pos x="146" y="121"/>
                  </a:cxn>
                  <a:cxn ang="0">
                    <a:pos x="158" y="107"/>
                  </a:cxn>
                  <a:cxn ang="0">
                    <a:pos x="167" y="90"/>
                  </a:cxn>
                  <a:cxn ang="0">
                    <a:pos x="175" y="74"/>
                  </a:cxn>
                  <a:cxn ang="0">
                    <a:pos x="182" y="56"/>
                  </a:cxn>
                  <a:cxn ang="0">
                    <a:pos x="186" y="38"/>
                  </a:cxn>
                  <a:cxn ang="0">
                    <a:pos x="189" y="19"/>
                  </a:cxn>
                  <a:cxn ang="0">
                    <a:pos x="190" y="0"/>
                  </a:cxn>
                </a:cxnLst>
                <a:rect l="0" t="0" r="r" b="b"/>
                <a:pathLst>
                  <a:path w="191" h="192">
                    <a:moveTo>
                      <a:pt x="0" y="191"/>
                    </a:moveTo>
                    <a:lnTo>
                      <a:pt x="0" y="191"/>
                    </a:lnTo>
                    <a:lnTo>
                      <a:pt x="0" y="191"/>
                    </a:lnTo>
                    <a:lnTo>
                      <a:pt x="0" y="191"/>
                    </a:lnTo>
                    <a:lnTo>
                      <a:pt x="0" y="191"/>
                    </a:lnTo>
                    <a:lnTo>
                      <a:pt x="0" y="191"/>
                    </a:lnTo>
                    <a:lnTo>
                      <a:pt x="0" y="191"/>
                    </a:lnTo>
                    <a:lnTo>
                      <a:pt x="19" y="190"/>
                    </a:lnTo>
                    <a:lnTo>
                      <a:pt x="38" y="187"/>
                    </a:lnTo>
                    <a:lnTo>
                      <a:pt x="56" y="182"/>
                    </a:lnTo>
                    <a:lnTo>
                      <a:pt x="74" y="175"/>
                    </a:lnTo>
                    <a:lnTo>
                      <a:pt x="90" y="168"/>
                    </a:lnTo>
                    <a:lnTo>
                      <a:pt x="107" y="158"/>
                    </a:lnTo>
                    <a:lnTo>
                      <a:pt x="121" y="147"/>
                    </a:lnTo>
                    <a:lnTo>
                      <a:pt x="134" y="134"/>
                    </a:lnTo>
                    <a:lnTo>
                      <a:pt x="146" y="121"/>
                    </a:lnTo>
                    <a:lnTo>
                      <a:pt x="158" y="107"/>
                    </a:lnTo>
                    <a:lnTo>
                      <a:pt x="167" y="90"/>
                    </a:lnTo>
                    <a:lnTo>
                      <a:pt x="175" y="74"/>
                    </a:lnTo>
                    <a:lnTo>
                      <a:pt x="182" y="56"/>
                    </a:lnTo>
                    <a:lnTo>
                      <a:pt x="186" y="38"/>
                    </a:lnTo>
                    <a:lnTo>
                      <a:pt x="189" y="19"/>
                    </a:lnTo>
                    <a:lnTo>
                      <a:pt x="190" y="0"/>
                    </a:lnTo>
                  </a:path>
                </a:pathLst>
              </a:custGeom>
              <a:solidFill>
                <a:schemeClr val="bg1"/>
              </a:solidFill>
              <a:ln w="25400" cap="rnd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endParaRPr lang="es-ES_tradnl" noProof="0" dirty="0"/>
              </a:p>
            </p:txBody>
          </p:sp>
          <p:sp>
            <p:nvSpPr>
              <p:cNvPr id="47" name="Freeform 384">
                <a:extLst>
                  <a:ext uri="{FF2B5EF4-FFF2-40B4-BE49-F238E27FC236}">
                    <a16:creationId xmlns:a16="http://schemas.microsoft.com/office/drawing/2014/main" id="{634D2B6E-B111-E0B2-4DC6-9659BA9FDA12}"/>
                  </a:ext>
                </a:extLst>
              </p:cNvPr>
              <p:cNvSpPr>
                <a:spLocks/>
              </p:cNvSpPr>
              <p:nvPr/>
            </p:nvSpPr>
            <p:spPr bwMode="blackWhite">
              <a:xfrm>
                <a:off x="4464" y="1200"/>
                <a:ext cx="239" cy="432"/>
              </a:xfrm>
              <a:custGeom>
                <a:avLst/>
                <a:gdLst/>
                <a:ahLst/>
                <a:cxnLst>
                  <a:cxn ang="0">
                    <a:pos x="379" y="383"/>
                  </a:cxn>
                  <a:cxn ang="0">
                    <a:pos x="0" y="383"/>
                  </a:cxn>
                  <a:cxn ang="0">
                    <a:pos x="0" y="0"/>
                  </a:cxn>
                  <a:cxn ang="0">
                    <a:pos x="379" y="0"/>
                  </a:cxn>
                </a:cxnLst>
                <a:rect l="0" t="0" r="r" b="b"/>
                <a:pathLst>
                  <a:path w="380" h="384">
                    <a:moveTo>
                      <a:pt x="379" y="383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379" y="0"/>
                    </a:lnTo>
                  </a:path>
                </a:pathLst>
              </a:custGeom>
              <a:solidFill>
                <a:schemeClr val="bg1"/>
              </a:solidFill>
              <a:ln w="25400" cap="rnd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endParaRPr lang="es-ES_tradnl" noProof="0" dirty="0"/>
              </a:p>
            </p:txBody>
          </p:sp>
          <p:sp>
            <p:nvSpPr>
              <p:cNvPr id="48" name="Freeform 385">
                <a:extLst>
                  <a:ext uri="{FF2B5EF4-FFF2-40B4-BE49-F238E27FC236}">
                    <a16:creationId xmlns:a16="http://schemas.microsoft.com/office/drawing/2014/main" id="{36DB08D9-E602-1126-95AE-B3C3E9B331C4}"/>
                  </a:ext>
                </a:extLst>
              </p:cNvPr>
              <p:cNvSpPr>
                <a:spLocks/>
              </p:cNvSpPr>
              <p:nvPr/>
            </p:nvSpPr>
            <p:spPr bwMode="blackWhite">
              <a:xfrm>
                <a:off x="4703" y="1200"/>
                <a:ext cx="193" cy="217"/>
              </a:xfrm>
              <a:custGeom>
                <a:avLst/>
                <a:gdLst/>
                <a:ahLst/>
                <a:cxnLst>
                  <a:cxn ang="0">
                    <a:pos x="190" y="192"/>
                  </a:cxn>
                  <a:cxn ang="0">
                    <a:pos x="190" y="192"/>
                  </a:cxn>
                  <a:cxn ang="0">
                    <a:pos x="189" y="172"/>
                  </a:cxn>
                  <a:cxn ang="0">
                    <a:pos x="186" y="153"/>
                  </a:cxn>
                  <a:cxn ang="0">
                    <a:pos x="182" y="135"/>
                  </a:cxn>
                  <a:cxn ang="0">
                    <a:pos x="175" y="117"/>
                  </a:cxn>
                  <a:cxn ang="0">
                    <a:pos x="167" y="101"/>
                  </a:cxn>
                  <a:cxn ang="0">
                    <a:pos x="158" y="84"/>
                  </a:cxn>
                  <a:cxn ang="0">
                    <a:pos x="146" y="70"/>
                  </a:cxn>
                  <a:cxn ang="0">
                    <a:pos x="134" y="57"/>
                  </a:cxn>
                  <a:cxn ang="0">
                    <a:pos x="121" y="44"/>
                  </a:cxn>
                  <a:cxn ang="0">
                    <a:pos x="107" y="33"/>
                  </a:cxn>
                  <a:cxn ang="0">
                    <a:pos x="90" y="23"/>
                  </a:cxn>
                  <a:cxn ang="0">
                    <a:pos x="74" y="16"/>
                  </a:cxn>
                  <a:cxn ang="0">
                    <a:pos x="56" y="9"/>
                  </a:cxn>
                  <a:cxn ang="0">
                    <a:pos x="38" y="4"/>
                  </a:cxn>
                  <a:cxn ang="0">
                    <a:pos x="19" y="1"/>
                  </a:cxn>
                  <a:cxn ang="0">
                    <a:pos x="0" y="0"/>
                  </a:cxn>
                </a:cxnLst>
                <a:rect l="0" t="0" r="r" b="b"/>
                <a:pathLst>
                  <a:path w="191" h="193">
                    <a:moveTo>
                      <a:pt x="190" y="192"/>
                    </a:moveTo>
                    <a:lnTo>
                      <a:pt x="190" y="192"/>
                    </a:lnTo>
                    <a:lnTo>
                      <a:pt x="189" y="172"/>
                    </a:lnTo>
                    <a:lnTo>
                      <a:pt x="186" y="153"/>
                    </a:lnTo>
                    <a:lnTo>
                      <a:pt x="182" y="135"/>
                    </a:lnTo>
                    <a:lnTo>
                      <a:pt x="175" y="117"/>
                    </a:lnTo>
                    <a:lnTo>
                      <a:pt x="167" y="101"/>
                    </a:lnTo>
                    <a:lnTo>
                      <a:pt x="158" y="84"/>
                    </a:lnTo>
                    <a:lnTo>
                      <a:pt x="146" y="70"/>
                    </a:lnTo>
                    <a:lnTo>
                      <a:pt x="134" y="57"/>
                    </a:lnTo>
                    <a:lnTo>
                      <a:pt x="121" y="44"/>
                    </a:lnTo>
                    <a:lnTo>
                      <a:pt x="107" y="33"/>
                    </a:lnTo>
                    <a:lnTo>
                      <a:pt x="90" y="23"/>
                    </a:lnTo>
                    <a:lnTo>
                      <a:pt x="74" y="16"/>
                    </a:lnTo>
                    <a:lnTo>
                      <a:pt x="56" y="9"/>
                    </a:lnTo>
                    <a:lnTo>
                      <a:pt x="38" y="4"/>
                    </a:lnTo>
                    <a:lnTo>
                      <a:pt x="19" y="1"/>
                    </a:lnTo>
                    <a:lnTo>
                      <a:pt x="0" y="0"/>
                    </a:lnTo>
                  </a:path>
                </a:pathLst>
              </a:custGeom>
              <a:solidFill>
                <a:schemeClr val="bg1"/>
              </a:solidFill>
              <a:ln w="25400" cap="rnd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endParaRPr lang="es-ES_tradnl" noProof="0" dirty="0"/>
              </a:p>
            </p:txBody>
          </p:sp>
        </p:grpSp>
        <p:grpSp>
          <p:nvGrpSpPr>
            <p:cNvPr id="17" name="Group 414">
              <a:extLst>
                <a:ext uri="{FF2B5EF4-FFF2-40B4-BE49-F238E27FC236}">
                  <a16:creationId xmlns:a16="http://schemas.microsoft.com/office/drawing/2014/main" id="{B55EAC4B-9F96-149F-3C45-F01701080D5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458695" y="2097692"/>
              <a:ext cx="521829" cy="492074"/>
              <a:chOff x="4464" y="1200"/>
              <a:chExt cx="432" cy="432"/>
            </a:xfrm>
          </p:grpSpPr>
          <p:sp>
            <p:nvSpPr>
              <p:cNvPr id="43" name="Freeform 415">
                <a:extLst>
                  <a:ext uri="{FF2B5EF4-FFF2-40B4-BE49-F238E27FC236}">
                    <a16:creationId xmlns:a16="http://schemas.microsoft.com/office/drawing/2014/main" id="{B86E85CB-BC1B-C4F5-6F29-BDED4D6499EC}"/>
                  </a:ext>
                </a:extLst>
              </p:cNvPr>
              <p:cNvSpPr>
                <a:spLocks/>
              </p:cNvSpPr>
              <p:nvPr/>
            </p:nvSpPr>
            <p:spPr bwMode="blackWhite">
              <a:xfrm>
                <a:off x="4703" y="1416"/>
                <a:ext cx="193" cy="216"/>
              </a:xfrm>
              <a:custGeom>
                <a:avLst/>
                <a:gdLst/>
                <a:ahLst/>
                <a:cxnLst>
                  <a:cxn ang="0">
                    <a:pos x="0" y="191"/>
                  </a:cxn>
                  <a:cxn ang="0">
                    <a:pos x="0" y="191"/>
                  </a:cxn>
                  <a:cxn ang="0">
                    <a:pos x="0" y="191"/>
                  </a:cxn>
                  <a:cxn ang="0">
                    <a:pos x="0" y="191"/>
                  </a:cxn>
                  <a:cxn ang="0">
                    <a:pos x="0" y="191"/>
                  </a:cxn>
                  <a:cxn ang="0">
                    <a:pos x="0" y="191"/>
                  </a:cxn>
                  <a:cxn ang="0">
                    <a:pos x="0" y="191"/>
                  </a:cxn>
                  <a:cxn ang="0">
                    <a:pos x="19" y="190"/>
                  </a:cxn>
                  <a:cxn ang="0">
                    <a:pos x="38" y="187"/>
                  </a:cxn>
                  <a:cxn ang="0">
                    <a:pos x="56" y="182"/>
                  </a:cxn>
                  <a:cxn ang="0">
                    <a:pos x="74" y="175"/>
                  </a:cxn>
                  <a:cxn ang="0">
                    <a:pos x="90" y="168"/>
                  </a:cxn>
                  <a:cxn ang="0">
                    <a:pos x="107" y="158"/>
                  </a:cxn>
                  <a:cxn ang="0">
                    <a:pos x="121" y="147"/>
                  </a:cxn>
                  <a:cxn ang="0">
                    <a:pos x="134" y="134"/>
                  </a:cxn>
                  <a:cxn ang="0">
                    <a:pos x="146" y="121"/>
                  </a:cxn>
                  <a:cxn ang="0">
                    <a:pos x="158" y="107"/>
                  </a:cxn>
                  <a:cxn ang="0">
                    <a:pos x="167" y="90"/>
                  </a:cxn>
                  <a:cxn ang="0">
                    <a:pos x="175" y="74"/>
                  </a:cxn>
                  <a:cxn ang="0">
                    <a:pos x="182" y="56"/>
                  </a:cxn>
                  <a:cxn ang="0">
                    <a:pos x="186" y="38"/>
                  </a:cxn>
                  <a:cxn ang="0">
                    <a:pos x="189" y="19"/>
                  </a:cxn>
                  <a:cxn ang="0">
                    <a:pos x="190" y="0"/>
                  </a:cxn>
                </a:cxnLst>
                <a:rect l="0" t="0" r="r" b="b"/>
                <a:pathLst>
                  <a:path w="191" h="192">
                    <a:moveTo>
                      <a:pt x="0" y="191"/>
                    </a:moveTo>
                    <a:lnTo>
                      <a:pt x="0" y="191"/>
                    </a:lnTo>
                    <a:lnTo>
                      <a:pt x="0" y="191"/>
                    </a:lnTo>
                    <a:lnTo>
                      <a:pt x="0" y="191"/>
                    </a:lnTo>
                    <a:lnTo>
                      <a:pt x="0" y="191"/>
                    </a:lnTo>
                    <a:lnTo>
                      <a:pt x="0" y="191"/>
                    </a:lnTo>
                    <a:lnTo>
                      <a:pt x="0" y="191"/>
                    </a:lnTo>
                    <a:lnTo>
                      <a:pt x="19" y="190"/>
                    </a:lnTo>
                    <a:lnTo>
                      <a:pt x="38" y="187"/>
                    </a:lnTo>
                    <a:lnTo>
                      <a:pt x="56" y="182"/>
                    </a:lnTo>
                    <a:lnTo>
                      <a:pt x="74" y="175"/>
                    </a:lnTo>
                    <a:lnTo>
                      <a:pt x="90" y="168"/>
                    </a:lnTo>
                    <a:lnTo>
                      <a:pt x="107" y="158"/>
                    </a:lnTo>
                    <a:lnTo>
                      <a:pt x="121" y="147"/>
                    </a:lnTo>
                    <a:lnTo>
                      <a:pt x="134" y="134"/>
                    </a:lnTo>
                    <a:lnTo>
                      <a:pt x="146" y="121"/>
                    </a:lnTo>
                    <a:lnTo>
                      <a:pt x="158" y="107"/>
                    </a:lnTo>
                    <a:lnTo>
                      <a:pt x="167" y="90"/>
                    </a:lnTo>
                    <a:lnTo>
                      <a:pt x="175" y="74"/>
                    </a:lnTo>
                    <a:lnTo>
                      <a:pt x="182" y="56"/>
                    </a:lnTo>
                    <a:lnTo>
                      <a:pt x="186" y="38"/>
                    </a:lnTo>
                    <a:lnTo>
                      <a:pt x="189" y="19"/>
                    </a:lnTo>
                    <a:lnTo>
                      <a:pt x="190" y="0"/>
                    </a:lnTo>
                  </a:path>
                </a:pathLst>
              </a:custGeom>
              <a:solidFill>
                <a:schemeClr val="bg1"/>
              </a:solidFill>
              <a:ln w="25400" cap="rnd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endParaRPr lang="es-ES_tradnl" noProof="0" dirty="0"/>
              </a:p>
            </p:txBody>
          </p:sp>
          <p:sp>
            <p:nvSpPr>
              <p:cNvPr id="44" name="Freeform 416">
                <a:extLst>
                  <a:ext uri="{FF2B5EF4-FFF2-40B4-BE49-F238E27FC236}">
                    <a16:creationId xmlns:a16="http://schemas.microsoft.com/office/drawing/2014/main" id="{A5B94664-EF5C-CA73-9405-C906560E54A5}"/>
                  </a:ext>
                </a:extLst>
              </p:cNvPr>
              <p:cNvSpPr>
                <a:spLocks/>
              </p:cNvSpPr>
              <p:nvPr/>
            </p:nvSpPr>
            <p:spPr bwMode="blackWhite">
              <a:xfrm>
                <a:off x="4464" y="1200"/>
                <a:ext cx="239" cy="432"/>
              </a:xfrm>
              <a:custGeom>
                <a:avLst/>
                <a:gdLst/>
                <a:ahLst/>
                <a:cxnLst>
                  <a:cxn ang="0">
                    <a:pos x="379" y="383"/>
                  </a:cxn>
                  <a:cxn ang="0">
                    <a:pos x="0" y="383"/>
                  </a:cxn>
                  <a:cxn ang="0">
                    <a:pos x="0" y="0"/>
                  </a:cxn>
                  <a:cxn ang="0">
                    <a:pos x="379" y="0"/>
                  </a:cxn>
                </a:cxnLst>
                <a:rect l="0" t="0" r="r" b="b"/>
                <a:pathLst>
                  <a:path w="380" h="384">
                    <a:moveTo>
                      <a:pt x="379" y="383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379" y="0"/>
                    </a:lnTo>
                  </a:path>
                </a:pathLst>
              </a:custGeom>
              <a:solidFill>
                <a:schemeClr val="bg1"/>
              </a:solidFill>
              <a:ln w="25400" cap="rnd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endParaRPr lang="es-ES_tradnl" noProof="0" dirty="0"/>
              </a:p>
            </p:txBody>
          </p:sp>
          <p:sp>
            <p:nvSpPr>
              <p:cNvPr id="45" name="Freeform 417">
                <a:extLst>
                  <a:ext uri="{FF2B5EF4-FFF2-40B4-BE49-F238E27FC236}">
                    <a16:creationId xmlns:a16="http://schemas.microsoft.com/office/drawing/2014/main" id="{F579FC99-059D-C0C1-B46B-7980155B0AED}"/>
                  </a:ext>
                </a:extLst>
              </p:cNvPr>
              <p:cNvSpPr>
                <a:spLocks/>
              </p:cNvSpPr>
              <p:nvPr/>
            </p:nvSpPr>
            <p:spPr bwMode="blackWhite">
              <a:xfrm>
                <a:off x="4703" y="1200"/>
                <a:ext cx="193" cy="217"/>
              </a:xfrm>
              <a:custGeom>
                <a:avLst/>
                <a:gdLst/>
                <a:ahLst/>
                <a:cxnLst>
                  <a:cxn ang="0">
                    <a:pos x="190" y="192"/>
                  </a:cxn>
                  <a:cxn ang="0">
                    <a:pos x="190" y="192"/>
                  </a:cxn>
                  <a:cxn ang="0">
                    <a:pos x="189" y="172"/>
                  </a:cxn>
                  <a:cxn ang="0">
                    <a:pos x="186" y="153"/>
                  </a:cxn>
                  <a:cxn ang="0">
                    <a:pos x="182" y="135"/>
                  </a:cxn>
                  <a:cxn ang="0">
                    <a:pos x="175" y="117"/>
                  </a:cxn>
                  <a:cxn ang="0">
                    <a:pos x="167" y="101"/>
                  </a:cxn>
                  <a:cxn ang="0">
                    <a:pos x="158" y="84"/>
                  </a:cxn>
                  <a:cxn ang="0">
                    <a:pos x="146" y="70"/>
                  </a:cxn>
                  <a:cxn ang="0">
                    <a:pos x="134" y="57"/>
                  </a:cxn>
                  <a:cxn ang="0">
                    <a:pos x="121" y="44"/>
                  </a:cxn>
                  <a:cxn ang="0">
                    <a:pos x="107" y="33"/>
                  </a:cxn>
                  <a:cxn ang="0">
                    <a:pos x="90" y="23"/>
                  </a:cxn>
                  <a:cxn ang="0">
                    <a:pos x="74" y="16"/>
                  </a:cxn>
                  <a:cxn ang="0">
                    <a:pos x="56" y="9"/>
                  </a:cxn>
                  <a:cxn ang="0">
                    <a:pos x="38" y="4"/>
                  </a:cxn>
                  <a:cxn ang="0">
                    <a:pos x="19" y="1"/>
                  </a:cxn>
                  <a:cxn ang="0">
                    <a:pos x="0" y="0"/>
                  </a:cxn>
                </a:cxnLst>
                <a:rect l="0" t="0" r="r" b="b"/>
                <a:pathLst>
                  <a:path w="191" h="193">
                    <a:moveTo>
                      <a:pt x="190" y="192"/>
                    </a:moveTo>
                    <a:lnTo>
                      <a:pt x="190" y="192"/>
                    </a:lnTo>
                    <a:lnTo>
                      <a:pt x="189" y="172"/>
                    </a:lnTo>
                    <a:lnTo>
                      <a:pt x="186" y="153"/>
                    </a:lnTo>
                    <a:lnTo>
                      <a:pt x="182" y="135"/>
                    </a:lnTo>
                    <a:lnTo>
                      <a:pt x="175" y="117"/>
                    </a:lnTo>
                    <a:lnTo>
                      <a:pt x="167" y="101"/>
                    </a:lnTo>
                    <a:lnTo>
                      <a:pt x="158" y="84"/>
                    </a:lnTo>
                    <a:lnTo>
                      <a:pt x="146" y="70"/>
                    </a:lnTo>
                    <a:lnTo>
                      <a:pt x="134" y="57"/>
                    </a:lnTo>
                    <a:lnTo>
                      <a:pt x="121" y="44"/>
                    </a:lnTo>
                    <a:lnTo>
                      <a:pt x="107" y="33"/>
                    </a:lnTo>
                    <a:lnTo>
                      <a:pt x="90" y="23"/>
                    </a:lnTo>
                    <a:lnTo>
                      <a:pt x="74" y="16"/>
                    </a:lnTo>
                    <a:lnTo>
                      <a:pt x="56" y="9"/>
                    </a:lnTo>
                    <a:lnTo>
                      <a:pt x="38" y="4"/>
                    </a:lnTo>
                    <a:lnTo>
                      <a:pt x="19" y="1"/>
                    </a:lnTo>
                    <a:lnTo>
                      <a:pt x="0" y="0"/>
                    </a:lnTo>
                  </a:path>
                </a:pathLst>
              </a:custGeom>
              <a:solidFill>
                <a:schemeClr val="bg1"/>
              </a:solidFill>
              <a:ln w="25400" cap="rnd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endParaRPr lang="es-ES_tradnl" noProof="0" dirty="0"/>
              </a:p>
            </p:txBody>
          </p:sp>
        </p:grpSp>
        <p:sp>
          <p:nvSpPr>
            <p:cNvPr id="18" name="Freeform 484">
              <a:extLst>
                <a:ext uri="{FF2B5EF4-FFF2-40B4-BE49-F238E27FC236}">
                  <a16:creationId xmlns:a16="http://schemas.microsoft.com/office/drawing/2014/main" id="{897235C8-4CE0-7E2B-5CE2-1FF7BC2F1D54}"/>
                </a:ext>
              </a:extLst>
            </p:cNvPr>
            <p:cNvSpPr>
              <a:spLocks/>
            </p:cNvSpPr>
            <p:nvPr/>
          </p:nvSpPr>
          <p:spPr bwMode="auto">
            <a:xfrm>
              <a:off x="6623482" y="1640766"/>
              <a:ext cx="455415" cy="1687110"/>
            </a:xfrm>
            <a:custGeom>
              <a:avLst/>
              <a:gdLst/>
              <a:ahLst/>
              <a:cxnLst>
                <a:cxn ang="0">
                  <a:pos x="0" y="384"/>
                </a:cxn>
                <a:cxn ang="0">
                  <a:pos x="0" y="0"/>
                </a:cxn>
                <a:cxn ang="0">
                  <a:pos x="192" y="0"/>
                </a:cxn>
              </a:cxnLst>
              <a:rect l="0" t="0" r="r" b="b"/>
              <a:pathLst>
                <a:path w="192" h="384">
                  <a:moveTo>
                    <a:pt x="0" y="384"/>
                  </a:moveTo>
                  <a:lnTo>
                    <a:pt x="0" y="0"/>
                  </a:lnTo>
                  <a:lnTo>
                    <a:pt x="192" y="0"/>
                  </a:lnTo>
                </a:path>
              </a:pathLst>
            </a:custGeom>
            <a:noFill/>
            <a:ln w="19050" cap="flat" cmpd="sng">
              <a:solidFill>
                <a:schemeClr val="tx2"/>
              </a:solidFill>
              <a:prstDash val="solid"/>
              <a:round/>
              <a:headEnd/>
              <a:tailEnd/>
            </a:ln>
            <a:effectLst/>
          </p:spPr>
          <p:txBody>
            <a:bodyPr anchor="ctr"/>
            <a:lstStyle/>
            <a:p>
              <a:endParaRPr lang="es-ES_tradnl" noProof="0" dirty="0"/>
            </a:p>
          </p:txBody>
        </p:sp>
        <p:sp>
          <p:nvSpPr>
            <p:cNvPr id="19" name="Freeform 485">
              <a:extLst>
                <a:ext uri="{FF2B5EF4-FFF2-40B4-BE49-F238E27FC236}">
                  <a16:creationId xmlns:a16="http://schemas.microsoft.com/office/drawing/2014/main" id="{FC65FF89-55F5-D9C7-F636-318B0D625670}"/>
                </a:ext>
              </a:extLst>
            </p:cNvPr>
            <p:cNvSpPr>
              <a:spLocks/>
            </p:cNvSpPr>
            <p:nvPr/>
          </p:nvSpPr>
          <p:spPr bwMode="auto">
            <a:xfrm>
              <a:off x="8184904" y="1640766"/>
              <a:ext cx="130119" cy="56237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624"/>
                </a:cxn>
                <a:cxn ang="0">
                  <a:pos x="240" y="624"/>
                </a:cxn>
              </a:cxnLst>
              <a:rect l="0" t="0" r="r" b="b"/>
              <a:pathLst>
                <a:path w="240" h="624">
                  <a:moveTo>
                    <a:pt x="0" y="0"/>
                  </a:moveTo>
                  <a:lnTo>
                    <a:pt x="0" y="624"/>
                  </a:lnTo>
                  <a:lnTo>
                    <a:pt x="240" y="624"/>
                  </a:lnTo>
                </a:path>
              </a:pathLst>
            </a:custGeom>
            <a:noFill/>
            <a:ln w="19050" cap="flat" cmpd="sng">
              <a:solidFill>
                <a:schemeClr val="tx2"/>
              </a:solidFill>
              <a:prstDash val="solid"/>
              <a:round/>
              <a:headEnd/>
              <a:tailEnd/>
            </a:ln>
            <a:effectLst/>
          </p:spPr>
          <p:txBody>
            <a:bodyPr anchor="ctr"/>
            <a:lstStyle/>
            <a:p>
              <a:endParaRPr lang="es-ES_tradnl" noProof="0" dirty="0"/>
            </a:p>
          </p:txBody>
        </p:sp>
        <p:sp>
          <p:nvSpPr>
            <p:cNvPr id="20" name="Freeform 486">
              <a:extLst>
                <a:ext uri="{FF2B5EF4-FFF2-40B4-BE49-F238E27FC236}">
                  <a16:creationId xmlns:a16="http://schemas.microsoft.com/office/drawing/2014/main" id="{36175972-9462-AF28-101C-A6ED81BD6913}"/>
                </a:ext>
              </a:extLst>
            </p:cNvPr>
            <p:cNvSpPr>
              <a:spLocks/>
            </p:cNvSpPr>
            <p:nvPr/>
          </p:nvSpPr>
          <p:spPr bwMode="auto">
            <a:xfrm>
              <a:off x="8054786" y="2765506"/>
              <a:ext cx="260237" cy="562370"/>
            </a:xfrm>
            <a:custGeom>
              <a:avLst/>
              <a:gdLst/>
              <a:ahLst/>
              <a:cxnLst>
                <a:cxn ang="0">
                  <a:pos x="0" y="384"/>
                </a:cxn>
                <a:cxn ang="0">
                  <a:pos x="0" y="0"/>
                </a:cxn>
                <a:cxn ang="0">
                  <a:pos x="192" y="0"/>
                </a:cxn>
              </a:cxnLst>
              <a:rect l="0" t="0" r="r" b="b"/>
              <a:pathLst>
                <a:path w="192" h="384">
                  <a:moveTo>
                    <a:pt x="0" y="384"/>
                  </a:moveTo>
                  <a:lnTo>
                    <a:pt x="0" y="0"/>
                  </a:lnTo>
                  <a:lnTo>
                    <a:pt x="192" y="0"/>
                  </a:lnTo>
                </a:path>
              </a:pathLst>
            </a:custGeom>
            <a:noFill/>
            <a:ln w="19050" cap="flat" cmpd="sng">
              <a:solidFill>
                <a:schemeClr val="tx2"/>
              </a:solidFill>
              <a:prstDash val="solid"/>
              <a:round/>
              <a:headEnd/>
              <a:tailEnd/>
            </a:ln>
            <a:effectLst/>
          </p:spPr>
          <p:txBody>
            <a:bodyPr anchor="ctr"/>
            <a:lstStyle/>
            <a:p>
              <a:endParaRPr lang="es-ES_tradnl" noProof="0" dirty="0"/>
            </a:p>
          </p:txBody>
        </p:sp>
        <p:sp>
          <p:nvSpPr>
            <p:cNvPr id="21" name="Freeform 490">
              <a:extLst>
                <a:ext uri="{FF2B5EF4-FFF2-40B4-BE49-F238E27FC236}">
                  <a16:creationId xmlns:a16="http://schemas.microsoft.com/office/drawing/2014/main" id="{B19BD5D8-4E6A-85D3-4F20-D3B5ACD63D91}"/>
                </a:ext>
              </a:extLst>
            </p:cNvPr>
            <p:cNvSpPr>
              <a:spLocks/>
            </p:cNvSpPr>
            <p:nvPr/>
          </p:nvSpPr>
          <p:spPr bwMode="auto">
            <a:xfrm>
              <a:off x="6753600" y="2343729"/>
              <a:ext cx="325296" cy="1124740"/>
            </a:xfrm>
            <a:custGeom>
              <a:avLst/>
              <a:gdLst/>
              <a:ahLst/>
              <a:cxnLst>
                <a:cxn ang="0">
                  <a:pos x="0" y="384"/>
                </a:cxn>
                <a:cxn ang="0">
                  <a:pos x="0" y="0"/>
                </a:cxn>
                <a:cxn ang="0">
                  <a:pos x="192" y="0"/>
                </a:cxn>
              </a:cxnLst>
              <a:rect l="0" t="0" r="r" b="b"/>
              <a:pathLst>
                <a:path w="192" h="384">
                  <a:moveTo>
                    <a:pt x="0" y="384"/>
                  </a:moveTo>
                  <a:lnTo>
                    <a:pt x="0" y="0"/>
                  </a:lnTo>
                  <a:lnTo>
                    <a:pt x="192" y="0"/>
                  </a:lnTo>
                </a:path>
              </a:pathLst>
            </a:custGeom>
            <a:noFill/>
            <a:ln w="19050" cap="flat" cmpd="sng">
              <a:solidFill>
                <a:schemeClr val="tx2"/>
              </a:solidFill>
              <a:prstDash val="solid"/>
              <a:round/>
              <a:headEnd/>
              <a:tailEnd/>
            </a:ln>
            <a:effectLst/>
          </p:spPr>
          <p:txBody>
            <a:bodyPr anchor="ctr"/>
            <a:lstStyle/>
            <a:p>
              <a:endParaRPr lang="es-ES_tradnl" noProof="0" dirty="0"/>
            </a:p>
          </p:txBody>
        </p:sp>
        <p:grpSp>
          <p:nvGrpSpPr>
            <p:cNvPr id="22" name="Group 512">
              <a:extLst>
                <a:ext uri="{FF2B5EF4-FFF2-40B4-BE49-F238E27FC236}">
                  <a16:creationId xmlns:a16="http://schemas.microsoft.com/office/drawing/2014/main" id="{8B3F00E0-09D7-1D36-FB9B-17724B7F105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078897" y="1500174"/>
              <a:ext cx="390356" cy="1687110"/>
              <a:chOff x="2976" y="864"/>
              <a:chExt cx="288" cy="1152"/>
            </a:xfrm>
          </p:grpSpPr>
          <p:grpSp>
            <p:nvGrpSpPr>
              <p:cNvPr id="34" name="Group 434">
                <a:extLst>
                  <a:ext uri="{FF2B5EF4-FFF2-40B4-BE49-F238E27FC236}">
                    <a16:creationId xmlns:a16="http://schemas.microsoft.com/office/drawing/2014/main" id="{433250C0-1162-4E4E-D046-90653A6DA25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976" y="864"/>
                <a:ext cx="288" cy="192"/>
                <a:chOff x="3216" y="1584"/>
                <a:chExt cx="288" cy="192"/>
              </a:xfrm>
            </p:grpSpPr>
            <p:sp>
              <p:nvSpPr>
                <p:cNvPr id="41" name="Freeform 432">
                  <a:extLst>
                    <a:ext uri="{FF2B5EF4-FFF2-40B4-BE49-F238E27FC236}">
                      <a16:creationId xmlns:a16="http://schemas.microsoft.com/office/drawing/2014/main" id="{837FCF31-D087-88CD-C8AA-2DF64554E3F1}"/>
                    </a:ext>
                  </a:extLst>
                </p:cNvPr>
                <p:cNvSpPr>
                  <a:spLocks/>
                </p:cNvSpPr>
                <p:nvPr/>
              </p:nvSpPr>
              <p:spPr bwMode="blackWhite">
                <a:xfrm>
                  <a:off x="3216" y="1584"/>
                  <a:ext cx="192" cy="192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44" y="48"/>
                    </a:cxn>
                    <a:cxn ang="0">
                      <a:pos x="0" y="96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 w="144" h="96">
                      <a:moveTo>
                        <a:pt x="0" y="0"/>
                      </a:moveTo>
                      <a:lnTo>
                        <a:pt x="144" y="48"/>
                      </a:lnTo>
                      <a:lnTo>
                        <a:pt x="0" y="96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25400" cap="rnd" cmpd="sng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/>
                <a:lstStyle/>
                <a:p>
                  <a:endParaRPr lang="es-ES_tradnl" noProof="0" dirty="0"/>
                </a:p>
              </p:txBody>
            </p:sp>
            <p:sp>
              <p:nvSpPr>
                <p:cNvPr id="42" name="Oval 433">
                  <a:extLst>
                    <a:ext uri="{FF2B5EF4-FFF2-40B4-BE49-F238E27FC236}">
                      <a16:creationId xmlns:a16="http://schemas.microsoft.com/office/drawing/2014/main" id="{DD338A53-A322-515E-87C9-64BA5FA5427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blackWhite">
                <a:xfrm>
                  <a:off x="3408" y="1632"/>
                  <a:ext cx="96" cy="96"/>
                </a:xfrm>
                <a:prstGeom prst="ellipse">
                  <a:avLst/>
                </a:prstGeom>
                <a:solidFill>
                  <a:schemeClr val="bg1"/>
                </a:solidFill>
                <a:ln w="25400" cap="rnd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ffectLst/>
              </p:spPr>
              <p:txBody>
                <a:bodyPr/>
                <a:lstStyle/>
                <a:p>
                  <a:endParaRPr lang="es-ES_tradnl" noProof="0" dirty="0"/>
                </a:p>
              </p:txBody>
            </p:sp>
          </p:grpSp>
          <p:grpSp>
            <p:nvGrpSpPr>
              <p:cNvPr id="35" name="Group 487">
                <a:extLst>
                  <a:ext uri="{FF2B5EF4-FFF2-40B4-BE49-F238E27FC236}">
                    <a16:creationId xmlns:a16="http://schemas.microsoft.com/office/drawing/2014/main" id="{666A18C9-1B9E-A270-33C6-7E19FC1E4B5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976" y="1344"/>
                <a:ext cx="288" cy="192"/>
                <a:chOff x="3216" y="1584"/>
                <a:chExt cx="288" cy="192"/>
              </a:xfrm>
            </p:grpSpPr>
            <p:sp>
              <p:nvSpPr>
                <p:cNvPr id="39" name="Freeform 488">
                  <a:extLst>
                    <a:ext uri="{FF2B5EF4-FFF2-40B4-BE49-F238E27FC236}">
                      <a16:creationId xmlns:a16="http://schemas.microsoft.com/office/drawing/2014/main" id="{1EC08A74-9C8F-9041-33F7-88CAA3285CAA}"/>
                    </a:ext>
                  </a:extLst>
                </p:cNvPr>
                <p:cNvSpPr>
                  <a:spLocks/>
                </p:cNvSpPr>
                <p:nvPr/>
              </p:nvSpPr>
              <p:spPr bwMode="blackWhite">
                <a:xfrm>
                  <a:off x="3216" y="1584"/>
                  <a:ext cx="192" cy="192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44" y="48"/>
                    </a:cxn>
                    <a:cxn ang="0">
                      <a:pos x="0" y="96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 w="144" h="96">
                      <a:moveTo>
                        <a:pt x="0" y="0"/>
                      </a:moveTo>
                      <a:lnTo>
                        <a:pt x="144" y="48"/>
                      </a:lnTo>
                      <a:lnTo>
                        <a:pt x="0" y="96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25400" cap="rnd" cmpd="sng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/>
                <a:lstStyle/>
                <a:p>
                  <a:endParaRPr lang="es-ES_tradnl" noProof="0" dirty="0"/>
                </a:p>
              </p:txBody>
            </p:sp>
            <p:sp>
              <p:nvSpPr>
                <p:cNvPr id="40" name="Oval 489">
                  <a:extLst>
                    <a:ext uri="{FF2B5EF4-FFF2-40B4-BE49-F238E27FC236}">
                      <a16:creationId xmlns:a16="http://schemas.microsoft.com/office/drawing/2014/main" id="{FCB51248-A077-E199-6A1B-FB517EBC699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blackWhite">
                <a:xfrm>
                  <a:off x="3408" y="1632"/>
                  <a:ext cx="96" cy="96"/>
                </a:xfrm>
                <a:prstGeom prst="ellipse">
                  <a:avLst/>
                </a:prstGeom>
                <a:solidFill>
                  <a:schemeClr val="bg1"/>
                </a:solidFill>
                <a:ln w="25400" cap="rnd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ffectLst/>
              </p:spPr>
              <p:txBody>
                <a:bodyPr/>
                <a:lstStyle/>
                <a:p>
                  <a:endParaRPr lang="es-ES_tradnl" noProof="0" dirty="0"/>
                </a:p>
              </p:txBody>
            </p:sp>
          </p:grpSp>
          <p:grpSp>
            <p:nvGrpSpPr>
              <p:cNvPr id="36" name="Group 491">
                <a:extLst>
                  <a:ext uri="{FF2B5EF4-FFF2-40B4-BE49-F238E27FC236}">
                    <a16:creationId xmlns:a16="http://schemas.microsoft.com/office/drawing/2014/main" id="{AD8473B5-0255-51DB-6A84-BAEE38E0578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976" y="1824"/>
                <a:ext cx="288" cy="192"/>
                <a:chOff x="3216" y="1584"/>
                <a:chExt cx="288" cy="192"/>
              </a:xfrm>
            </p:grpSpPr>
            <p:sp>
              <p:nvSpPr>
                <p:cNvPr id="37" name="Freeform 492">
                  <a:extLst>
                    <a:ext uri="{FF2B5EF4-FFF2-40B4-BE49-F238E27FC236}">
                      <a16:creationId xmlns:a16="http://schemas.microsoft.com/office/drawing/2014/main" id="{73A5A5BF-D7A7-F2C9-1045-298EBA460184}"/>
                    </a:ext>
                  </a:extLst>
                </p:cNvPr>
                <p:cNvSpPr>
                  <a:spLocks/>
                </p:cNvSpPr>
                <p:nvPr/>
              </p:nvSpPr>
              <p:spPr bwMode="blackWhite">
                <a:xfrm>
                  <a:off x="3216" y="1584"/>
                  <a:ext cx="192" cy="192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44" y="48"/>
                    </a:cxn>
                    <a:cxn ang="0">
                      <a:pos x="0" y="96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 w="144" h="96">
                      <a:moveTo>
                        <a:pt x="0" y="0"/>
                      </a:moveTo>
                      <a:lnTo>
                        <a:pt x="144" y="48"/>
                      </a:lnTo>
                      <a:lnTo>
                        <a:pt x="0" y="96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25400" cap="rnd" cmpd="sng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/>
                <a:lstStyle/>
                <a:p>
                  <a:endParaRPr lang="es-ES_tradnl" noProof="0" dirty="0"/>
                </a:p>
              </p:txBody>
            </p:sp>
            <p:sp>
              <p:nvSpPr>
                <p:cNvPr id="38" name="Oval 493">
                  <a:extLst>
                    <a:ext uri="{FF2B5EF4-FFF2-40B4-BE49-F238E27FC236}">
                      <a16:creationId xmlns:a16="http://schemas.microsoft.com/office/drawing/2014/main" id="{1EF30D3B-1633-9F52-04D4-6A91EA26FC6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blackWhite">
                <a:xfrm>
                  <a:off x="3408" y="1632"/>
                  <a:ext cx="96" cy="96"/>
                </a:xfrm>
                <a:prstGeom prst="ellipse">
                  <a:avLst/>
                </a:prstGeom>
                <a:solidFill>
                  <a:schemeClr val="bg1"/>
                </a:solidFill>
                <a:ln w="25400" cap="rnd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ffectLst/>
              </p:spPr>
              <p:txBody>
                <a:bodyPr/>
                <a:lstStyle/>
                <a:p>
                  <a:endParaRPr lang="es-ES_tradnl" noProof="0" dirty="0"/>
                </a:p>
              </p:txBody>
            </p:sp>
          </p:grpSp>
        </p:grpSp>
        <p:sp>
          <p:nvSpPr>
            <p:cNvPr id="23" name="Freeform 494">
              <a:extLst>
                <a:ext uri="{FF2B5EF4-FFF2-40B4-BE49-F238E27FC236}">
                  <a16:creationId xmlns:a16="http://schemas.microsoft.com/office/drawing/2014/main" id="{3F4BA33C-BC23-EE3F-3646-0103F1DCA7AD}"/>
                </a:ext>
              </a:extLst>
            </p:cNvPr>
            <p:cNvSpPr>
              <a:spLocks/>
            </p:cNvSpPr>
            <p:nvPr/>
          </p:nvSpPr>
          <p:spPr bwMode="auto">
            <a:xfrm>
              <a:off x="6883719" y="3046691"/>
              <a:ext cx="195178" cy="562370"/>
            </a:xfrm>
            <a:custGeom>
              <a:avLst/>
              <a:gdLst/>
              <a:ahLst/>
              <a:cxnLst>
                <a:cxn ang="0">
                  <a:pos x="0" y="384"/>
                </a:cxn>
                <a:cxn ang="0">
                  <a:pos x="0" y="0"/>
                </a:cxn>
                <a:cxn ang="0">
                  <a:pos x="192" y="0"/>
                </a:cxn>
              </a:cxnLst>
              <a:rect l="0" t="0" r="r" b="b"/>
              <a:pathLst>
                <a:path w="192" h="384">
                  <a:moveTo>
                    <a:pt x="0" y="384"/>
                  </a:moveTo>
                  <a:lnTo>
                    <a:pt x="0" y="0"/>
                  </a:lnTo>
                  <a:lnTo>
                    <a:pt x="192" y="0"/>
                  </a:lnTo>
                </a:path>
              </a:pathLst>
            </a:custGeom>
            <a:noFill/>
            <a:ln w="19050" cap="flat" cmpd="sng">
              <a:solidFill>
                <a:schemeClr val="tx2"/>
              </a:solidFill>
              <a:prstDash val="solid"/>
              <a:round/>
              <a:headEnd/>
              <a:tailEnd/>
            </a:ln>
            <a:effectLst/>
          </p:spPr>
          <p:txBody>
            <a:bodyPr anchor="ctr"/>
            <a:lstStyle/>
            <a:p>
              <a:endParaRPr lang="es-ES_tradnl" noProof="0" dirty="0"/>
            </a:p>
          </p:txBody>
        </p:sp>
        <p:sp>
          <p:nvSpPr>
            <p:cNvPr id="24" name="Freeform 495">
              <a:extLst>
                <a:ext uri="{FF2B5EF4-FFF2-40B4-BE49-F238E27FC236}">
                  <a16:creationId xmlns:a16="http://schemas.microsoft.com/office/drawing/2014/main" id="{D8BBC996-B30D-920C-5927-0DCD29C5AB22}"/>
                </a:ext>
              </a:extLst>
            </p:cNvPr>
            <p:cNvSpPr>
              <a:spLocks/>
            </p:cNvSpPr>
            <p:nvPr/>
          </p:nvSpPr>
          <p:spPr bwMode="auto">
            <a:xfrm>
              <a:off x="7924667" y="2343729"/>
              <a:ext cx="520474" cy="1124740"/>
            </a:xfrm>
            <a:custGeom>
              <a:avLst/>
              <a:gdLst/>
              <a:ahLst/>
              <a:cxnLst>
                <a:cxn ang="0">
                  <a:pos x="0" y="384"/>
                </a:cxn>
                <a:cxn ang="0">
                  <a:pos x="0" y="0"/>
                </a:cxn>
                <a:cxn ang="0">
                  <a:pos x="192" y="0"/>
                </a:cxn>
              </a:cxnLst>
              <a:rect l="0" t="0" r="r" b="b"/>
              <a:pathLst>
                <a:path w="192" h="384">
                  <a:moveTo>
                    <a:pt x="0" y="384"/>
                  </a:moveTo>
                  <a:lnTo>
                    <a:pt x="0" y="0"/>
                  </a:lnTo>
                  <a:lnTo>
                    <a:pt x="192" y="0"/>
                  </a:lnTo>
                </a:path>
              </a:pathLst>
            </a:custGeom>
            <a:noFill/>
            <a:ln w="19050" cap="flat" cmpd="sng">
              <a:solidFill>
                <a:schemeClr val="tx2"/>
              </a:solidFill>
              <a:prstDash val="solid"/>
              <a:round/>
              <a:headEnd/>
              <a:tailEnd/>
            </a:ln>
            <a:effectLst/>
          </p:spPr>
          <p:txBody>
            <a:bodyPr anchor="ctr"/>
            <a:lstStyle/>
            <a:p>
              <a:endParaRPr lang="es-ES_tradnl" noProof="0" dirty="0"/>
            </a:p>
          </p:txBody>
        </p:sp>
        <p:sp>
          <p:nvSpPr>
            <p:cNvPr id="25" name="Freeform 496">
              <a:extLst>
                <a:ext uri="{FF2B5EF4-FFF2-40B4-BE49-F238E27FC236}">
                  <a16:creationId xmlns:a16="http://schemas.microsoft.com/office/drawing/2014/main" id="{B8B85C8C-AE48-7B39-5C36-7B1CBCD83B8B}"/>
                </a:ext>
              </a:extLst>
            </p:cNvPr>
            <p:cNvSpPr>
              <a:spLocks/>
            </p:cNvSpPr>
            <p:nvPr/>
          </p:nvSpPr>
          <p:spPr bwMode="auto">
            <a:xfrm>
              <a:off x="7664430" y="1781359"/>
              <a:ext cx="780711" cy="562370"/>
            </a:xfrm>
            <a:custGeom>
              <a:avLst/>
              <a:gdLst/>
              <a:ahLst/>
              <a:cxnLst>
                <a:cxn ang="0">
                  <a:pos x="0" y="384"/>
                </a:cxn>
                <a:cxn ang="0">
                  <a:pos x="0" y="0"/>
                </a:cxn>
                <a:cxn ang="0">
                  <a:pos x="192" y="0"/>
                </a:cxn>
              </a:cxnLst>
              <a:rect l="0" t="0" r="r" b="b"/>
              <a:pathLst>
                <a:path w="192" h="384">
                  <a:moveTo>
                    <a:pt x="0" y="384"/>
                  </a:moveTo>
                  <a:lnTo>
                    <a:pt x="0" y="0"/>
                  </a:lnTo>
                  <a:lnTo>
                    <a:pt x="192" y="0"/>
                  </a:lnTo>
                </a:path>
              </a:pathLst>
            </a:custGeom>
            <a:noFill/>
            <a:ln w="19050" cap="flat" cmpd="sng">
              <a:solidFill>
                <a:schemeClr val="tx2"/>
              </a:solidFill>
              <a:prstDash val="solid"/>
              <a:round/>
              <a:headEnd/>
              <a:tailEnd/>
            </a:ln>
            <a:effectLst/>
          </p:spPr>
          <p:txBody>
            <a:bodyPr anchor="ctr"/>
            <a:lstStyle/>
            <a:p>
              <a:endParaRPr lang="es-ES_tradnl" noProof="0" dirty="0"/>
            </a:p>
          </p:txBody>
        </p:sp>
        <p:sp>
          <p:nvSpPr>
            <p:cNvPr id="26" name="Freeform 497">
              <a:extLst>
                <a:ext uri="{FF2B5EF4-FFF2-40B4-BE49-F238E27FC236}">
                  <a16:creationId xmlns:a16="http://schemas.microsoft.com/office/drawing/2014/main" id="{D6A2638C-90C6-AB1E-9B7E-87D733392D50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4549" y="1921951"/>
              <a:ext cx="650593" cy="1687110"/>
            </a:xfrm>
            <a:custGeom>
              <a:avLst/>
              <a:gdLst/>
              <a:ahLst/>
              <a:cxnLst>
                <a:cxn ang="0">
                  <a:pos x="0" y="384"/>
                </a:cxn>
                <a:cxn ang="0">
                  <a:pos x="0" y="0"/>
                </a:cxn>
                <a:cxn ang="0">
                  <a:pos x="192" y="0"/>
                </a:cxn>
              </a:cxnLst>
              <a:rect l="0" t="0" r="r" b="b"/>
              <a:pathLst>
                <a:path w="192" h="384">
                  <a:moveTo>
                    <a:pt x="0" y="384"/>
                  </a:moveTo>
                  <a:lnTo>
                    <a:pt x="0" y="0"/>
                  </a:lnTo>
                  <a:lnTo>
                    <a:pt x="192" y="0"/>
                  </a:lnTo>
                </a:path>
              </a:pathLst>
            </a:custGeom>
            <a:noFill/>
            <a:ln w="19050" cap="flat" cmpd="sng">
              <a:solidFill>
                <a:schemeClr val="tx2"/>
              </a:solidFill>
              <a:prstDash val="solid"/>
              <a:round/>
              <a:headEnd/>
              <a:tailEnd/>
            </a:ln>
            <a:effectLst/>
          </p:spPr>
          <p:txBody>
            <a:bodyPr anchor="ctr"/>
            <a:lstStyle/>
            <a:p>
              <a:endParaRPr lang="es-ES_tradnl" noProof="0" dirty="0"/>
            </a:p>
          </p:txBody>
        </p:sp>
        <p:sp>
          <p:nvSpPr>
            <p:cNvPr id="27" name="Freeform 498">
              <a:extLst>
                <a:ext uri="{FF2B5EF4-FFF2-40B4-BE49-F238E27FC236}">
                  <a16:creationId xmlns:a16="http://schemas.microsoft.com/office/drawing/2014/main" id="{A31C0190-CB86-1BB6-8FA0-4849C019B7F0}"/>
                </a:ext>
              </a:extLst>
            </p:cNvPr>
            <p:cNvSpPr>
              <a:spLocks/>
            </p:cNvSpPr>
            <p:nvPr/>
          </p:nvSpPr>
          <p:spPr bwMode="auto">
            <a:xfrm>
              <a:off x="7664430" y="2343729"/>
              <a:ext cx="780711" cy="56237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624"/>
                </a:cxn>
                <a:cxn ang="0">
                  <a:pos x="240" y="624"/>
                </a:cxn>
              </a:cxnLst>
              <a:rect l="0" t="0" r="r" b="b"/>
              <a:pathLst>
                <a:path w="240" h="624">
                  <a:moveTo>
                    <a:pt x="0" y="0"/>
                  </a:moveTo>
                  <a:lnTo>
                    <a:pt x="0" y="624"/>
                  </a:lnTo>
                  <a:lnTo>
                    <a:pt x="240" y="624"/>
                  </a:lnTo>
                </a:path>
              </a:pathLst>
            </a:custGeom>
            <a:noFill/>
            <a:ln w="19050" cap="flat" cmpd="sng">
              <a:solidFill>
                <a:schemeClr val="tx2"/>
              </a:solidFill>
              <a:prstDash val="solid"/>
              <a:round/>
              <a:headEnd/>
              <a:tailEnd/>
            </a:ln>
            <a:effectLst/>
          </p:spPr>
          <p:txBody>
            <a:bodyPr anchor="ctr"/>
            <a:lstStyle/>
            <a:p>
              <a:endParaRPr lang="es-ES_tradnl" noProof="0" dirty="0"/>
            </a:p>
          </p:txBody>
        </p:sp>
        <p:sp>
          <p:nvSpPr>
            <p:cNvPr id="28" name="Freeform 499">
              <a:extLst>
                <a:ext uri="{FF2B5EF4-FFF2-40B4-BE49-F238E27FC236}">
                  <a16:creationId xmlns:a16="http://schemas.microsoft.com/office/drawing/2014/main" id="{1C04BD0D-22FC-1E6B-B121-E7996E03FC78}"/>
                </a:ext>
              </a:extLst>
            </p:cNvPr>
            <p:cNvSpPr>
              <a:spLocks/>
            </p:cNvSpPr>
            <p:nvPr/>
          </p:nvSpPr>
          <p:spPr bwMode="auto">
            <a:xfrm>
              <a:off x="8184904" y="2484321"/>
              <a:ext cx="260237" cy="562370"/>
            </a:xfrm>
            <a:custGeom>
              <a:avLst/>
              <a:gdLst/>
              <a:ahLst/>
              <a:cxnLst>
                <a:cxn ang="0">
                  <a:pos x="0" y="384"/>
                </a:cxn>
                <a:cxn ang="0">
                  <a:pos x="0" y="0"/>
                </a:cxn>
                <a:cxn ang="0">
                  <a:pos x="192" y="0"/>
                </a:cxn>
              </a:cxnLst>
              <a:rect l="0" t="0" r="r" b="b"/>
              <a:pathLst>
                <a:path w="192" h="384">
                  <a:moveTo>
                    <a:pt x="0" y="384"/>
                  </a:moveTo>
                  <a:lnTo>
                    <a:pt x="0" y="0"/>
                  </a:lnTo>
                  <a:lnTo>
                    <a:pt x="192" y="0"/>
                  </a:lnTo>
                </a:path>
              </a:pathLst>
            </a:custGeom>
            <a:noFill/>
            <a:ln w="19050" cap="flat" cmpd="sng">
              <a:solidFill>
                <a:schemeClr val="tx2"/>
              </a:solidFill>
              <a:prstDash val="solid"/>
              <a:round/>
              <a:headEnd/>
              <a:tailEnd/>
            </a:ln>
            <a:effectLst/>
          </p:spPr>
          <p:txBody>
            <a:bodyPr anchor="ctr"/>
            <a:lstStyle/>
            <a:p>
              <a:endParaRPr lang="es-ES_tradnl" noProof="0" dirty="0"/>
            </a:p>
          </p:txBody>
        </p:sp>
        <p:sp>
          <p:nvSpPr>
            <p:cNvPr id="29" name="Line 424">
              <a:extLst>
                <a:ext uri="{FF2B5EF4-FFF2-40B4-BE49-F238E27FC236}">
                  <a16:creationId xmlns:a16="http://schemas.microsoft.com/office/drawing/2014/main" id="{BA2A3E20-AE8B-8852-57DA-5B151367E7B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441363" y="3480276"/>
              <a:ext cx="2016837" cy="0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/>
            </a:ln>
            <a:effectLst/>
          </p:spPr>
          <p:txBody>
            <a:bodyPr anchor="ctr"/>
            <a:lstStyle/>
            <a:p>
              <a:endParaRPr lang="es-ES_tradnl" noProof="0" dirty="0"/>
            </a:p>
          </p:txBody>
        </p:sp>
        <p:sp>
          <p:nvSpPr>
            <p:cNvPr id="30" name="Line 424">
              <a:extLst>
                <a:ext uri="{FF2B5EF4-FFF2-40B4-BE49-F238E27FC236}">
                  <a16:creationId xmlns:a16="http://schemas.microsoft.com/office/drawing/2014/main" id="{B45D54C3-3641-A5DA-AEC3-22EFB00402B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454422" y="3604128"/>
              <a:ext cx="2016837" cy="0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/>
            </a:ln>
            <a:effectLst/>
          </p:spPr>
          <p:txBody>
            <a:bodyPr anchor="ctr"/>
            <a:lstStyle/>
            <a:p>
              <a:endParaRPr lang="es-ES_tradnl" noProof="0" dirty="0"/>
            </a:p>
          </p:txBody>
        </p:sp>
        <p:sp>
          <p:nvSpPr>
            <p:cNvPr id="31" name="Line 431">
              <a:extLst>
                <a:ext uri="{FF2B5EF4-FFF2-40B4-BE49-F238E27FC236}">
                  <a16:creationId xmlns:a16="http://schemas.microsoft.com/office/drawing/2014/main" id="{FFA0135E-F838-A7AD-86B3-153147B2509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991600" y="2336802"/>
              <a:ext cx="195178" cy="0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/>
            </a:ln>
            <a:effectLst/>
          </p:spPr>
          <p:txBody>
            <a:bodyPr anchor="ctr"/>
            <a:lstStyle/>
            <a:p>
              <a:endParaRPr lang="es-ES_tradnl" noProof="0" dirty="0"/>
            </a:p>
          </p:txBody>
        </p:sp>
        <p:sp>
          <p:nvSpPr>
            <p:cNvPr id="32" name="Line 431">
              <a:extLst>
                <a:ext uri="{FF2B5EF4-FFF2-40B4-BE49-F238E27FC236}">
                  <a16:creationId xmlns:a16="http://schemas.microsoft.com/office/drawing/2014/main" id="{22F8F015-12ED-FDF4-53D6-177A80F9BD3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957289" y="2908694"/>
              <a:ext cx="195178" cy="0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/>
            </a:ln>
            <a:effectLst/>
          </p:spPr>
          <p:txBody>
            <a:bodyPr anchor="ctr"/>
            <a:lstStyle/>
            <a:p>
              <a:endParaRPr lang="es-ES_tradnl" noProof="0" dirty="0"/>
            </a:p>
          </p:txBody>
        </p:sp>
        <p:sp>
          <p:nvSpPr>
            <p:cNvPr id="33" name="Line 431">
              <a:extLst>
                <a:ext uri="{FF2B5EF4-FFF2-40B4-BE49-F238E27FC236}">
                  <a16:creationId xmlns:a16="http://schemas.microsoft.com/office/drawing/2014/main" id="{F8E530EA-86E3-3BBC-4101-AA40A5E2C7A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996948" y="3455736"/>
              <a:ext cx="195178" cy="0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/>
            </a:ln>
            <a:effectLst/>
          </p:spPr>
          <p:txBody>
            <a:bodyPr anchor="ctr"/>
            <a:lstStyle/>
            <a:p>
              <a:endParaRPr lang="es-ES_tradnl" noProof="0" dirty="0"/>
            </a:p>
          </p:txBody>
        </p:sp>
      </p:grpSp>
    </p:spTree>
    <p:extLst>
      <p:ext uri="{BB962C8B-B14F-4D97-AF65-F5344CB8AC3E}">
        <p14:creationId xmlns:p14="http://schemas.microsoft.com/office/powerpoint/2010/main" val="6670911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52F887-6E30-1853-5BAC-980FA21468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3 Marcador de número de diapositiva">
            <a:extLst>
              <a:ext uri="{FF2B5EF4-FFF2-40B4-BE49-F238E27FC236}">
                <a16:creationId xmlns:a16="http://schemas.microsoft.com/office/drawing/2014/main" id="{4D394A80-2062-A05E-9C31-4365D677E0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4E7847B6-FB90-4985-BDAD-0FC52C69182E}" type="slidenum">
              <a:rPr lang="es-ES_tradnl" noProof="0" smtClean="0"/>
              <a:pPr/>
              <a:t>5</a:t>
            </a:fld>
            <a:endParaRPr lang="es-ES_tradnl" noProof="0" dirty="0"/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BA7F741D-92DF-36BC-F745-8D5AB802AC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Operaciones y operadores</a:t>
            </a:r>
            <a:endParaRPr lang="en-US" dirty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151EDB7-31DD-7087-4977-C753704722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_tradnl" dirty="0"/>
              <a:t>Unidad aritmético-lógica o </a:t>
            </a:r>
            <a:r>
              <a:rPr lang="es-ES_tradnl" sz="2000" dirty="0"/>
              <a:t>ALU (</a:t>
            </a:r>
            <a:r>
              <a:rPr lang="en-US" sz="2000" i="1" dirty="0">
                <a:latin typeface="Arial" panose="020B0604020202020204" pitchFamily="34" charset="0"/>
                <a:cs typeface="Arial" panose="020B0604020202020204" pitchFamily="34" charset="0"/>
              </a:rPr>
              <a:t>Arithmetic Logic Unit</a:t>
            </a:r>
            <a:r>
              <a:rPr lang="es-ES_tradnl" sz="2000" dirty="0"/>
              <a:t>) </a:t>
            </a:r>
          </a:p>
          <a:p>
            <a:endParaRPr lang="es-ES_tradnl" sz="2800" dirty="0"/>
          </a:p>
          <a:p>
            <a:pPr lvl="1"/>
            <a:endParaRPr lang="es-ES_tradnl" sz="2800" dirty="0"/>
          </a:p>
          <a:p>
            <a:pPr lvl="1"/>
            <a:endParaRPr lang="es-ES_tradnl" sz="2800" dirty="0"/>
          </a:p>
          <a:p>
            <a:pPr lvl="1"/>
            <a:endParaRPr lang="es-ES_tradnl" sz="2800" dirty="0"/>
          </a:p>
          <a:p>
            <a:pPr lvl="1"/>
            <a:endParaRPr lang="es-ES_tradnl" sz="2800" dirty="0"/>
          </a:p>
          <a:p>
            <a:pPr lvl="1"/>
            <a:endParaRPr lang="es-ES_tradnl" sz="2800" dirty="0"/>
          </a:p>
          <a:p>
            <a:pPr lvl="1"/>
            <a:r>
              <a:rPr lang="es-ES_tradnl" sz="2400" dirty="0"/>
              <a:t>Es un elemento funcional del procesador formado por un conjunto de operadores digitales que realizan las operaciones codificadas en las instrucciones</a:t>
            </a:r>
          </a:p>
          <a:p>
            <a:endParaRPr lang="en-US" dirty="0"/>
          </a:p>
        </p:txBody>
      </p:sp>
      <p:sp>
        <p:nvSpPr>
          <p:cNvPr id="2" name="Text Box 14">
            <a:extLst>
              <a:ext uri="{FF2B5EF4-FFF2-40B4-BE49-F238E27FC236}">
                <a16:creationId xmlns:a16="http://schemas.microsoft.com/office/drawing/2014/main" id="{A468BA26-E1CA-1F83-BB70-CEC58CBBBF7F}"/>
              </a:ext>
            </a:extLst>
          </p:cNvPr>
          <p:cNvSpPr txBox="1">
            <a:spLocks noChangeArrowheads="1"/>
          </p:cNvSpPr>
          <p:nvPr/>
        </p:nvSpPr>
        <p:spPr bwMode="blackWhite">
          <a:xfrm>
            <a:off x="3753160" y="1914754"/>
            <a:ext cx="1383091" cy="307777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wrap="none" lIns="0" tIns="0" rIns="0" bIns="0">
            <a:spAutoFit/>
          </a:bodyPr>
          <a:lstStyle/>
          <a:p>
            <a:r>
              <a:rPr lang="es-ES_tradnl" noProof="0" dirty="0"/>
              <a:t>Operando B</a:t>
            </a:r>
          </a:p>
        </p:txBody>
      </p:sp>
      <p:grpSp>
        <p:nvGrpSpPr>
          <p:cNvPr id="5" name="29 Grupo">
            <a:extLst>
              <a:ext uri="{FF2B5EF4-FFF2-40B4-BE49-F238E27FC236}">
                <a16:creationId xmlns:a16="http://schemas.microsoft.com/office/drawing/2014/main" id="{2DFB3F4B-CBA5-05D4-4B12-5C85F6E450C0}"/>
              </a:ext>
            </a:extLst>
          </p:cNvPr>
          <p:cNvGrpSpPr/>
          <p:nvPr/>
        </p:nvGrpSpPr>
        <p:grpSpPr>
          <a:xfrm>
            <a:off x="1907704" y="1484784"/>
            <a:ext cx="5371834" cy="2193776"/>
            <a:chOff x="1475656" y="1124744"/>
            <a:chExt cx="5371834" cy="2193776"/>
          </a:xfrm>
        </p:grpSpPr>
        <p:sp>
          <p:nvSpPr>
            <p:cNvPr id="6" name="Text Box 13">
              <a:extLst>
                <a:ext uri="{FF2B5EF4-FFF2-40B4-BE49-F238E27FC236}">
                  <a16:creationId xmlns:a16="http://schemas.microsoft.com/office/drawing/2014/main" id="{0959F147-C3E7-AF7D-BC91-2681801EBF9B}"/>
                </a:ext>
              </a:extLst>
            </p:cNvPr>
            <p:cNvSpPr txBox="1">
              <a:spLocks noChangeArrowheads="1"/>
            </p:cNvSpPr>
            <p:nvPr/>
          </p:nvSpPr>
          <p:spPr bwMode="blackWhite">
            <a:xfrm>
              <a:off x="1475656" y="1700808"/>
              <a:ext cx="1372171" cy="30777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  <a:effectLst/>
          </p:spPr>
          <p:txBody>
            <a:bodyPr wrap="none" lIns="0" tIns="0" rIns="0" bIns="0">
              <a:spAutoFit/>
            </a:bodyPr>
            <a:lstStyle/>
            <a:p>
              <a:r>
                <a:rPr lang="es-ES_tradnl" noProof="0" dirty="0">
                  <a:solidFill>
                    <a:srgbClr val="0070C0"/>
                  </a:solidFill>
                </a:rPr>
                <a:t>Operando A</a:t>
              </a:r>
            </a:p>
          </p:txBody>
        </p:sp>
        <p:sp>
          <p:nvSpPr>
            <p:cNvPr id="7" name="Text Box 13">
              <a:extLst>
                <a:ext uri="{FF2B5EF4-FFF2-40B4-BE49-F238E27FC236}">
                  <a16:creationId xmlns:a16="http://schemas.microsoft.com/office/drawing/2014/main" id="{EAC539E2-46E8-2589-F1C0-31AE3A3577FE}"/>
                </a:ext>
              </a:extLst>
            </p:cNvPr>
            <p:cNvSpPr txBox="1">
              <a:spLocks noChangeArrowheads="1"/>
            </p:cNvSpPr>
            <p:nvPr/>
          </p:nvSpPr>
          <p:spPr bwMode="blackWhite">
            <a:xfrm>
              <a:off x="5436096" y="2132856"/>
              <a:ext cx="1411394" cy="30777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  <a:effectLst/>
          </p:spPr>
          <p:txBody>
            <a:bodyPr wrap="none" lIns="0" tIns="0" rIns="0" bIns="0">
              <a:spAutoFit/>
            </a:bodyPr>
            <a:lstStyle/>
            <a:p>
              <a:r>
                <a:rPr lang="es-ES_tradnl" noProof="0" dirty="0">
                  <a:solidFill>
                    <a:srgbClr val="0070C0"/>
                  </a:solidFill>
                </a:rPr>
                <a:t>Resultado R</a:t>
              </a:r>
            </a:p>
          </p:txBody>
        </p:sp>
        <p:grpSp>
          <p:nvGrpSpPr>
            <p:cNvPr id="8" name="27 Grupo">
              <a:extLst>
                <a:ext uri="{FF2B5EF4-FFF2-40B4-BE49-F238E27FC236}">
                  <a16:creationId xmlns:a16="http://schemas.microsoft.com/office/drawing/2014/main" id="{3FA8BBD6-DC21-53A8-B071-C07FBA5870A0}"/>
                </a:ext>
              </a:extLst>
            </p:cNvPr>
            <p:cNvGrpSpPr/>
            <p:nvPr/>
          </p:nvGrpSpPr>
          <p:grpSpPr>
            <a:xfrm>
              <a:off x="3203848" y="1124744"/>
              <a:ext cx="2000265" cy="2193776"/>
              <a:chOff x="5267528" y="947192"/>
              <a:chExt cx="2000265" cy="2193776"/>
            </a:xfrm>
          </p:grpSpPr>
          <p:sp>
            <p:nvSpPr>
              <p:cNvPr id="10" name="Freeform 7">
                <a:extLst>
                  <a:ext uri="{FF2B5EF4-FFF2-40B4-BE49-F238E27FC236}">
                    <a16:creationId xmlns:a16="http://schemas.microsoft.com/office/drawing/2014/main" id="{168171B4-B94D-E8D8-E157-609E13220EB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940152" y="1556792"/>
                <a:ext cx="700596" cy="1371600"/>
              </a:xfrm>
              <a:custGeom>
                <a:avLst/>
                <a:gdLst/>
                <a:ahLst/>
                <a:cxnLst>
                  <a:cxn ang="0">
                    <a:pos x="0" y="624"/>
                  </a:cxn>
                  <a:cxn ang="0">
                    <a:pos x="0" y="960"/>
                  </a:cxn>
                  <a:cxn ang="0">
                    <a:pos x="528" y="624"/>
                  </a:cxn>
                  <a:cxn ang="0">
                    <a:pos x="528" y="288"/>
                  </a:cxn>
                  <a:cxn ang="0">
                    <a:pos x="0" y="0"/>
                  </a:cxn>
                  <a:cxn ang="0">
                    <a:pos x="0" y="336"/>
                  </a:cxn>
                  <a:cxn ang="0">
                    <a:pos x="240" y="480"/>
                  </a:cxn>
                  <a:cxn ang="0">
                    <a:pos x="0" y="624"/>
                  </a:cxn>
                </a:cxnLst>
                <a:rect l="0" t="0" r="r" b="b"/>
                <a:pathLst>
                  <a:path w="528" h="960">
                    <a:moveTo>
                      <a:pt x="0" y="624"/>
                    </a:moveTo>
                    <a:lnTo>
                      <a:pt x="0" y="960"/>
                    </a:lnTo>
                    <a:lnTo>
                      <a:pt x="528" y="624"/>
                    </a:lnTo>
                    <a:lnTo>
                      <a:pt x="528" y="288"/>
                    </a:lnTo>
                    <a:lnTo>
                      <a:pt x="0" y="0"/>
                    </a:lnTo>
                    <a:lnTo>
                      <a:pt x="0" y="336"/>
                    </a:lnTo>
                    <a:lnTo>
                      <a:pt x="240" y="480"/>
                    </a:lnTo>
                    <a:lnTo>
                      <a:pt x="0" y="624"/>
                    </a:lnTo>
                    <a:close/>
                  </a:path>
                </a:pathLst>
              </a:custGeom>
              <a:solidFill>
                <a:srgbClr val="DDDDDD"/>
              </a:solidFill>
              <a:ln w="28575" cap="flat" cmpd="sng">
                <a:prstDash val="solid"/>
                <a:round/>
                <a:headEnd/>
                <a:tailEnd/>
              </a:ln>
              <a:effectLst/>
              <a:scene3d>
                <a:camera prst="legacyObliqueTopRight"/>
                <a:lightRig rig="legacyFlat3" dir="b"/>
              </a:scene3d>
              <a:sp3d extrusionH="49200" prstMaterial="legacyMatte">
                <a:bevelT w="13500" h="13500" prst="angle"/>
                <a:bevelB w="13500" h="13500" prst="angle"/>
                <a:extrusionClr>
                  <a:srgbClr val="DDDDDD"/>
                </a:extrusionClr>
              </a:sp3d>
            </p:spPr>
            <p:txBody>
              <a:bodyPr wrap="none" anchor="ctr">
                <a:flatTx/>
              </a:bodyPr>
              <a:lstStyle/>
              <a:p>
                <a:endParaRPr lang="es-ES_tradnl" noProof="0" dirty="0"/>
              </a:p>
            </p:txBody>
          </p:sp>
          <p:sp>
            <p:nvSpPr>
              <p:cNvPr id="11" name="Line 8">
                <a:extLst>
                  <a:ext uri="{FF2B5EF4-FFF2-40B4-BE49-F238E27FC236}">
                    <a16:creationId xmlns:a16="http://schemas.microsoft.com/office/drawing/2014/main" id="{D1F01581-8522-68DA-BE88-ED874CED8B7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6334237" y="1309144"/>
                <a:ext cx="4861" cy="400048"/>
              </a:xfrm>
              <a:prstGeom prst="line">
                <a:avLst/>
              </a:prstGeom>
              <a:noFill/>
              <a:ln w="38100">
                <a:solidFill>
                  <a:schemeClr val="accent5">
                    <a:lumMod val="60000"/>
                    <a:lumOff val="40000"/>
                  </a:schemeClr>
                </a:solidFill>
                <a:round/>
                <a:headEnd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es-ES_tradnl" noProof="0" dirty="0"/>
              </a:p>
            </p:txBody>
          </p:sp>
          <p:sp>
            <p:nvSpPr>
              <p:cNvPr id="12" name="Text Box 9">
                <a:extLst>
                  <a:ext uri="{FF2B5EF4-FFF2-40B4-BE49-F238E27FC236}">
                    <a16:creationId xmlns:a16="http://schemas.microsoft.com/office/drawing/2014/main" id="{2B5205BD-FA4B-6067-5AF0-D48862500AB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686748" y="947192"/>
                <a:ext cx="1295400" cy="400110"/>
              </a:xfrm>
              <a:prstGeom prst="rect">
                <a:avLst/>
              </a:prstGeom>
              <a:noFill/>
              <a:ln w="2857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r>
                  <a:rPr lang="es-ES_tradnl" noProof="0" dirty="0">
                    <a:solidFill>
                      <a:schemeClr val="accent5">
                        <a:lumMod val="60000"/>
                        <a:lumOff val="40000"/>
                      </a:schemeClr>
                    </a:solidFill>
                    <a:latin typeface="Arial Narrow" pitchFamily="34" charset="0"/>
                  </a:rPr>
                  <a:t>Operación</a:t>
                </a:r>
              </a:p>
            </p:txBody>
          </p:sp>
          <p:sp>
            <p:nvSpPr>
              <p:cNvPr id="13" name="Line 10">
                <a:extLst>
                  <a:ext uri="{FF2B5EF4-FFF2-40B4-BE49-F238E27FC236}">
                    <a16:creationId xmlns:a16="http://schemas.microsoft.com/office/drawing/2014/main" id="{600B9B91-722E-59E9-5287-052D9BDBB9C0}"/>
                  </a:ext>
                </a:extLst>
              </p:cNvPr>
              <p:cNvSpPr>
                <a:spLocks noChangeShapeType="1"/>
              </p:cNvSpPr>
              <p:nvPr/>
            </p:nvSpPr>
            <p:spPr bwMode="blackWhite">
              <a:xfrm>
                <a:off x="5267528" y="1739280"/>
                <a:ext cx="672623" cy="0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 type="triangle" w="med" len="sm"/>
              </a:ln>
              <a:effectLst/>
            </p:spPr>
            <p:txBody>
              <a:bodyPr wrap="none" lIns="0" tIns="0" rIns="0" bIns="0" anchor="ctr">
                <a:spAutoFit/>
              </a:bodyPr>
              <a:lstStyle/>
              <a:p>
                <a:endParaRPr lang="es-ES_tradnl" noProof="0" dirty="0"/>
              </a:p>
            </p:txBody>
          </p:sp>
          <p:sp>
            <p:nvSpPr>
              <p:cNvPr id="14" name="Line 11">
                <a:extLst>
                  <a:ext uri="{FF2B5EF4-FFF2-40B4-BE49-F238E27FC236}">
                    <a16:creationId xmlns:a16="http://schemas.microsoft.com/office/drawing/2014/main" id="{86718132-F91A-E3CB-3156-95C8260C4A16}"/>
                  </a:ext>
                </a:extLst>
              </p:cNvPr>
              <p:cNvSpPr>
                <a:spLocks noChangeShapeType="1"/>
              </p:cNvSpPr>
              <p:nvPr/>
            </p:nvSpPr>
            <p:spPr bwMode="blackWhite">
              <a:xfrm>
                <a:off x="5267528" y="2623592"/>
                <a:ext cx="672623" cy="0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 type="triangle" w="med" len="sm"/>
              </a:ln>
              <a:effectLst/>
            </p:spPr>
            <p:txBody>
              <a:bodyPr wrap="none" lIns="0" tIns="0" rIns="0" bIns="0" anchor="ctr">
                <a:spAutoFit/>
              </a:bodyPr>
              <a:lstStyle/>
              <a:p>
                <a:endParaRPr lang="es-ES_tradnl" noProof="0" dirty="0"/>
              </a:p>
            </p:txBody>
          </p:sp>
          <p:sp>
            <p:nvSpPr>
              <p:cNvPr id="15" name="Line 12">
                <a:extLst>
                  <a:ext uri="{FF2B5EF4-FFF2-40B4-BE49-F238E27FC236}">
                    <a16:creationId xmlns:a16="http://schemas.microsoft.com/office/drawing/2014/main" id="{93E924FB-7BE3-5D3D-15D6-9AF2D18E600E}"/>
                  </a:ext>
                </a:extLst>
              </p:cNvPr>
              <p:cNvSpPr>
                <a:spLocks noChangeShapeType="1"/>
              </p:cNvSpPr>
              <p:nvPr/>
            </p:nvSpPr>
            <p:spPr bwMode="blackWhite">
              <a:xfrm>
                <a:off x="6640749" y="2166392"/>
                <a:ext cx="627044" cy="8"/>
              </a:xfrm>
              <a:prstGeom prst="line">
                <a:avLst/>
              </a:prstGeom>
              <a:noFill/>
              <a:ln w="50800">
                <a:solidFill>
                  <a:schemeClr val="tx1"/>
                </a:solidFill>
                <a:round/>
                <a:headEnd/>
                <a:tailEnd type="triangle" w="med" len="sm"/>
              </a:ln>
              <a:effectLst/>
            </p:spPr>
            <p:txBody>
              <a:bodyPr wrap="square" lIns="0" tIns="0" rIns="0" bIns="0" anchor="ctr">
                <a:spAutoFit/>
              </a:bodyPr>
              <a:lstStyle/>
              <a:p>
                <a:endParaRPr lang="es-ES_tradnl" noProof="0" dirty="0"/>
              </a:p>
            </p:txBody>
          </p:sp>
          <p:sp>
            <p:nvSpPr>
              <p:cNvPr id="16" name="Text Box 15">
                <a:extLst>
                  <a:ext uri="{FF2B5EF4-FFF2-40B4-BE49-F238E27FC236}">
                    <a16:creationId xmlns:a16="http://schemas.microsoft.com/office/drawing/2014/main" id="{A29352AC-A18C-E4EA-3986-122E408E1CAF}"/>
                  </a:ext>
                </a:extLst>
              </p:cNvPr>
              <p:cNvSpPr txBox="1">
                <a:spLocks noChangeArrowheads="1"/>
              </p:cNvSpPr>
              <p:nvPr/>
            </p:nvSpPr>
            <p:spPr bwMode="blackWhite">
              <a:xfrm>
                <a:off x="6839165" y="1809210"/>
                <a:ext cx="92974" cy="246221"/>
              </a:xfrm>
              <a:prstGeom prst="rect">
                <a:avLst/>
              </a:prstGeom>
              <a:noFill/>
              <a:ln w="28575">
                <a:noFill/>
                <a:miter lim="800000"/>
                <a:headEnd/>
                <a:tailEnd/>
              </a:ln>
              <a:effectLst/>
            </p:spPr>
            <p:txBody>
              <a:bodyPr wrap="none" lIns="0" tIns="0" rIns="0" bIns="0">
                <a:spAutoFit/>
              </a:bodyPr>
              <a:lstStyle/>
              <a:p>
                <a:r>
                  <a:rPr lang="es-ES_tradnl" sz="1600" noProof="0" dirty="0">
                    <a:solidFill>
                      <a:schemeClr val="tx1"/>
                    </a:solidFill>
                    <a:latin typeface="Arial Narrow" pitchFamily="34" charset="0"/>
                  </a:rPr>
                  <a:t>n</a:t>
                </a:r>
              </a:p>
            </p:txBody>
          </p:sp>
          <p:sp>
            <p:nvSpPr>
              <p:cNvPr id="17" name="Line 16">
                <a:extLst>
                  <a:ext uri="{FF2B5EF4-FFF2-40B4-BE49-F238E27FC236}">
                    <a16:creationId xmlns:a16="http://schemas.microsoft.com/office/drawing/2014/main" id="{8ED8229D-F826-9F07-8D52-46FE274DE198}"/>
                  </a:ext>
                </a:extLst>
              </p:cNvPr>
              <p:cNvSpPr>
                <a:spLocks noChangeShapeType="1"/>
              </p:cNvSpPr>
              <p:nvPr/>
            </p:nvSpPr>
            <p:spPr bwMode="blackWhite">
              <a:xfrm flipH="1">
                <a:off x="6767727" y="2094962"/>
                <a:ext cx="233532" cy="15240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lIns="0" tIns="0" rIns="0" bIns="0" anchor="ctr">
                <a:spAutoFit/>
              </a:bodyPr>
              <a:lstStyle/>
              <a:p>
                <a:endParaRPr lang="es-ES_tradnl" noProof="0" dirty="0"/>
              </a:p>
            </p:txBody>
          </p:sp>
          <p:sp>
            <p:nvSpPr>
              <p:cNvPr id="18" name="Text Box 17">
                <a:extLst>
                  <a:ext uri="{FF2B5EF4-FFF2-40B4-BE49-F238E27FC236}">
                    <a16:creationId xmlns:a16="http://schemas.microsoft.com/office/drawing/2014/main" id="{27BD9D82-1D1B-3A08-18DB-2C22EBE0B27C}"/>
                  </a:ext>
                </a:extLst>
              </p:cNvPr>
              <p:cNvSpPr txBox="1">
                <a:spLocks noChangeArrowheads="1"/>
              </p:cNvSpPr>
              <p:nvPr/>
            </p:nvSpPr>
            <p:spPr bwMode="blackWhite">
              <a:xfrm>
                <a:off x="5481843" y="1452020"/>
                <a:ext cx="92974" cy="246221"/>
              </a:xfrm>
              <a:prstGeom prst="rect">
                <a:avLst/>
              </a:prstGeom>
              <a:noFill/>
              <a:ln w="28575">
                <a:noFill/>
                <a:miter lim="800000"/>
                <a:headEnd/>
                <a:tailEnd/>
              </a:ln>
              <a:effectLst/>
            </p:spPr>
            <p:txBody>
              <a:bodyPr wrap="none" lIns="0" tIns="0" rIns="0" bIns="0">
                <a:spAutoFit/>
              </a:bodyPr>
              <a:lstStyle/>
              <a:p>
                <a:r>
                  <a:rPr lang="es-ES_tradnl" sz="1600" noProof="0" dirty="0">
                    <a:solidFill>
                      <a:schemeClr val="tx1"/>
                    </a:solidFill>
                    <a:latin typeface="Arial Narrow" pitchFamily="34" charset="0"/>
                  </a:rPr>
                  <a:t>n</a:t>
                </a:r>
              </a:p>
            </p:txBody>
          </p:sp>
          <p:sp>
            <p:nvSpPr>
              <p:cNvPr id="19" name="Line 18">
                <a:extLst>
                  <a:ext uri="{FF2B5EF4-FFF2-40B4-BE49-F238E27FC236}">
                    <a16:creationId xmlns:a16="http://schemas.microsoft.com/office/drawing/2014/main" id="{B7542FA1-8988-CD05-AD4E-A9CC359AEBAB}"/>
                  </a:ext>
                </a:extLst>
              </p:cNvPr>
              <p:cNvSpPr>
                <a:spLocks noChangeShapeType="1"/>
              </p:cNvSpPr>
              <p:nvPr/>
            </p:nvSpPr>
            <p:spPr bwMode="blackWhite">
              <a:xfrm flipH="1">
                <a:off x="5410405" y="1667272"/>
                <a:ext cx="233532" cy="15240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lIns="0" tIns="0" rIns="0" bIns="0" anchor="ctr">
                <a:spAutoFit/>
              </a:bodyPr>
              <a:lstStyle/>
              <a:p>
                <a:endParaRPr lang="es-ES_tradnl" noProof="0" dirty="0"/>
              </a:p>
            </p:txBody>
          </p:sp>
          <p:sp>
            <p:nvSpPr>
              <p:cNvPr id="20" name="Text Box 19">
                <a:extLst>
                  <a:ext uri="{FF2B5EF4-FFF2-40B4-BE49-F238E27FC236}">
                    <a16:creationId xmlns:a16="http://schemas.microsoft.com/office/drawing/2014/main" id="{433FA00A-A04B-F402-184D-EDCA5CEA082D}"/>
                  </a:ext>
                </a:extLst>
              </p:cNvPr>
              <p:cNvSpPr txBox="1">
                <a:spLocks noChangeArrowheads="1"/>
              </p:cNvSpPr>
              <p:nvPr/>
            </p:nvSpPr>
            <p:spPr bwMode="blackWhite">
              <a:xfrm>
                <a:off x="5481843" y="2237838"/>
                <a:ext cx="92974" cy="246221"/>
              </a:xfrm>
              <a:prstGeom prst="rect">
                <a:avLst/>
              </a:prstGeom>
              <a:noFill/>
              <a:ln w="28575">
                <a:noFill/>
                <a:miter lim="800000"/>
                <a:headEnd/>
                <a:tailEnd/>
              </a:ln>
              <a:effectLst/>
            </p:spPr>
            <p:txBody>
              <a:bodyPr wrap="none" lIns="0" tIns="0" rIns="0" bIns="0">
                <a:spAutoFit/>
              </a:bodyPr>
              <a:lstStyle/>
              <a:p>
                <a:r>
                  <a:rPr lang="es-ES_tradnl" sz="1600" noProof="0" dirty="0">
                    <a:solidFill>
                      <a:schemeClr val="tx1"/>
                    </a:solidFill>
                    <a:latin typeface="Arial Narrow" pitchFamily="34" charset="0"/>
                  </a:rPr>
                  <a:t>n</a:t>
                </a:r>
              </a:p>
            </p:txBody>
          </p:sp>
          <p:sp>
            <p:nvSpPr>
              <p:cNvPr id="21" name="Line 20">
                <a:extLst>
                  <a:ext uri="{FF2B5EF4-FFF2-40B4-BE49-F238E27FC236}">
                    <a16:creationId xmlns:a16="http://schemas.microsoft.com/office/drawing/2014/main" id="{E909386B-DC20-3CD1-F490-D3D23826F9AA}"/>
                  </a:ext>
                </a:extLst>
              </p:cNvPr>
              <p:cNvSpPr>
                <a:spLocks noChangeShapeType="1"/>
              </p:cNvSpPr>
              <p:nvPr/>
            </p:nvSpPr>
            <p:spPr bwMode="blackWhite">
              <a:xfrm flipH="1">
                <a:off x="5410405" y="2523590"/>
                <a:ext cx="233532" cy="15240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lIns="0" tIns="0" rIns="0" bIns="0" anchor="ctr">
                <a:spAutoFit/>
              </a:bodyPr>
              <a:lstStyle/>
              <a:p>
                <a:endParaRPr lang="es-ES_tradnl" noProof="0" dirty="0"/>
              </a:p>
            </p:txBody>
          </p:sp>
          <p:sp>
            <p:nvSpPr>
              <p:cNvPr id="22" name="30 CuadroTexto">
                <a:extLst>
                  <a:ext uri="{FF2B5EF4-FFF2-40B4-BE49-F238E27FC236}">
                    <a16:creationId xmlns:a16="http://schemas.microsoft.com/office/drawing/2014/main" id="{5F51807B-6AC1-BC42-7B96-915E91CF62E2}"/>
                  </a:ext>
                </a:extLst>
              </p:cNvPr>
              <p:cNvSpPr txBox="1"/>
              <p:nvPr/>
            </p:nvSpPr>
            <p:spPr>
              <a:xfrm>
                <a:off x="5981909" y="1809210"/>
                <a:ext cx="604653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ES_tradnl" sz="1600" b="1" noProof="0" dirty="0">
                    <a:solidFill>
                      <a:srgbClr val="002060"/>
                    </a:solidFill>
                  </a:rPr>
                  <a:t>ALU</a:t>
                </a:r>
              </a:p>
            </p:txBody>
          </p:sp>
          <p:sp>
            <p:nvSpPr>
              <p:cNvPr id="23" name="Line 16">
                <a:extLst>
                  <a:ext uri="{FF2B5EF4-FFF2-40B4-BE49-F238E27FC236}">
                    <a16:creationId xmlns:a16="http://schemas.microsoft.com/office/drawing/2014/main" id="{744533BD-B3A4-BFB7-46F9-40EE4FE59195}"/>
                  </a:ext>
                </a:extLst>
              </p:cNvPr>
              <p:cNvSpPr>
                <a:spLocks noChangeShapeType="1"/>
              </p:cNvSpPr>
              <p:nvPr/>
            </p:nvSpPr>
            <p:spPr bwMode="blackWhite">
              <a:xfrm flipH="1">
                <a:off x="6196223" y="1452020"/>
                <a:ext cx="285752" cy="71438"/>
              </a:xfrm>
              <a:prstGeom prst="line">
                <a:avLst/>
              </a:prstGeom>
              <a:noFill/>
              <a:ln w="28575">
                <a:solidFill>
                  <a:schemeClr val="tx2"/>
                </a:solidFill>
                <a:round/>
                <a:headEnd/>
                <a:tailEnd/>
              </a:ln>
              <a:effectLst/>
            </p:spPr>
            <p:txBody>
              <a:bodyPr wrap="square" lIns="0" tIns="0" rIns="0" bIns="0" anchor="ctr">
                <a:spAutoFit/>
              </a:bodyPr>
              <a:lstStyle/>
              <a:p>
                <a:endParaRPr lang="es-ES_tradnl" noProof="0" dirty="0"/>
              </a:p>
            </p:txBody>
          </p:sp>
          <p:sp>
            <p:nvSpPr>
              <p:cNvPr id="24" name="Text Box 15">
                <a:extLst>
                  <a:ext uri="{FF2B5EF4-FFF2-40B4-BE49-F238E27FC236}">
                    <a16:creationId xmlns:a16="http://schemas.microsoft.com/office/drawing/2014/main" id="{989FAFC3-F36D-F530-BFD2-2FB9F1F206EC}"/>
                  </a:ext>
                </a:extLst>
              </p:cNvPr>
              <p:cNvSpPr txBox="1">
                <a:spLocks noChangeArrowheads="1"/>
              </p:cNvSpPr>
              <p:nvPr/>
            </p:nvSpPr>
            <p:spPr bwMode="blackWhite">
              <a:xfrm>
                <a:off x="6481975" y="1309144"/>
                <a:ext cx="142876" cy="246221"/>
              </a:xfrm>
              <a:prstGeom prst="rect">
                <a:avLst/>
              </a:prstGeom>
              <a:noFill/>
              <a:ln w="28575">
                <a:noFill/>
                <a:miter lim="800000"/>
                <a:headEnd/>
                <a:tailEnd/>
              </a:ln>
              <a:effectLst/>
            </p:spPr>
            <p:txBody>
              <a:bodyPr wrap="square" lIns="0" tIns="0" rIns="0" bIns="0">
                <a:spAutoFit/>
              </a:bodyPr>
              <a:lstStyle/>
              <a:p>
                <a:r>
                  <a:rPr lang="es-ES_tradnl" sz="1600" noProof="0" dirty="0">
                    <a:solidFill>
                      <a:schemeClr val="tx2"/>
                    </a:solidFill>
                    <a:latin typeface="Arial Narrow" pitchFamily="34" charset="0"/>
                  </a:rPr>
                  <a:t>b</a:t>
                </a:r>
              </a:p>
            </p:txBody>
          </p:sp>
          <p:cxnSp>
            <p:nvCxnSpPr>
              <p:cNvPr id="25" name="23 Conector angular">
                <a:extLst>
                  <a:ext uri="{FF2B5EF4-FFF2-40B4-BE49-F238E27FC236}">
                    <a16:creationId xmlns:a16="http://schemas.microsoft.com/office/drawing/2014/main" id="{A4CE1939-60FA-8631-0B20-A5FEFF38CF14}"/>
                  </a:ext>
                </a:extLst>
              </p:cNvPr>
              <p:cNvCxnSpPr/>
              <p:nvPr/>
            </p:nvCxnSpPr>
            <p:spPr bwMode="auto">
              <a:xfrm>
                <a:off x="6281952" y="2226568"/>
                <a:ext cx="914400" cy="914400"/>
              </a:xfrm>
              <a:prstGeom prst="bentConnector3">
                <a:avLst/>
              </a:prstGeom>
              <a:noFill/>
              <a:ln w="12700" cap="flat" cmpd="sng" algn="ctr">
                <a:noFill/>
                <a:prstDash val="solid"/>
                <a:round/>
                <a:headEnd type="none" w="med" len="med"/>
                <a:tailEnd type="arrow"/>
              </a:ln>
              <a:effectLst/>
            </p:spPr>
          </p:cxnSp>
        </p:grpSp>
        <p:sp>
          <p:nvSpPr>
            <p:cNvPr id="9" name="Text Box 13">
              <a:extLst>
                <a:ext uri="{FF2B5EF4-FFF2-40B4-BE49-F238E27FC236}">
                  <a16:creationId xmlns:a16="http://schemas.microsoft.com/office/drawing/2014/main" id="{552A0266-5A65-8E7C-23DE-08F522CD2E4C}"/>
                </a:ext>
              </a:extLst>
            </p:cNvPr>
            <p:cNvSpPr txBox="1">
              <a:spLocks noChangeArrowheads="1"/>
            </p:cNvSpPr>
            <p:nvPr/>
          </p:nvSpPr>
          <p:spPr bwMode="blackWhite">
            <a:xfrm>
              <a:off x="1475656" y="2636912"/>
              <a:ext cx="1381789" cy="30777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  <a:effectLst/>
          </p:spPr>
          <p:txBody>
            <a:bodyPr wrap="none" lIns="0" tIns="0" rIns="0" bIns="0">
              <a:spAutoFit/>
            </a:bodyPr>
            <a:lstStyle/>
            <a:p>
              <a:r>
                <a:rPr lang="es-ES_tradnl" noProof="0" dirty="0">
                  <a:solidFill>
                    <a:srgbClr val="0070C0"/>
                  </a:solidFill>
                </a:rPr>
                <a:t>Operando B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812305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A5C26F-9450-E53A-2D61-6FBCCCDDD5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3 Marcador de número de diapositiva">
            <a:extLst>
              <a:ext uri="{FF2B5EF4-FFF2-40B4-BE49-F238E27FC236}">
                <a16:creationId xmlns:a16="http://schemas.microsoft.com/office/drawing/2014/main" id="{29B0F361-41E7-84AC-7577-83E75F7B8B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4E7847B6-FB90-4985-BDAD-0FC52C69182E}" type="slidenum">
              <a:rPr lang="es-ES_tradnl" noProof="0" smtClean="0"/>
              <a:pPr/>
              <a:t>6</a:t>
            </a:fld>
            <a:endParaRPr lang="es-ES_tradnl" noProof="0" dirty="0"/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C7080559-A609-F879-E840-7E37F8C786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Operaciones y operadores</a:t>
            </a:r>
            <a:endParaRPr lang="en-US" dirty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16232CC4-C4F7-8D9F-1C90-B686740608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213" y="3860626"/>
            <a:ext cx="8250237" cy="3024758"/>
          </a:xfrm>
        </p:spPr>
        <p:txBody>
          <a:bodyPr/>
          <a:lstStyle/>
          <a:p>
            <a:r>
              <a:rPr lang="es-ES_tradnl" sz="1800" dirty="0"/>
              <a:t>La ALU puede activar indicadores (</a:t>
            </a:r>
            <a:r>
              <a:rPr lang="es-ES_tradnl" sz="1800" i="1" dirty="0" err="1"/>
              <a:t>flags</a:t>
            </a:r>
            <a:r>
              <a:rPr lang="es-ES_tradnl" sz="1800" dirty="0"/>
              <a:t>) que dan información del resultado: </a:t>
            </a:r>
          </a:p>
          <a:p>
            <a:pPr lvl="1"/>
            <a:r>
              <a:rPr lang="es-ES_tradnl" sz="1800" dirty="0"/>
              <a:t>Z=1 si R=0, N=1 si R&lt;0,  V=1 si hubo desbordamiento, etc.</a:t>
            </a:r>
          </a:p>
          <a:p>
            <a:pPr lvl="1"/>
            <a:r>
              <a:rPr lang="es-ES_tradnl" sz="1800" dirty="0"/>
              <a:t>En algunas arquitecturas, estos indicadores forman parte de bits de estado que pueden utilizarse por instrucciones posteriores</a:t>
            </a:r>
          </a:p>
          <a:p>
            <a:pPr lvl="1"/>
            <a:r>
              <a:rPr lang="es-ES_tradnl" sz="1800" dirty="0"/>
              <a:t>En RISC-V, algunas instrucciones (</a:t>
            </a:r>
            <a:r>
              <a:rPr lang="es-ES_tradnl" sz="1800" dirty="0" err="1"/>
              <a:t>p.e</a:t>
            </a:r>
            <a:r>
              <a:rPr lang="es-ES_tradnl" sz="1800" dirty="0"/>
              <a:t>., las de comparación) los calculan para utilizarlos internamente, pero no son visibles para instrucciones posteriores</a:t>
            </a:r>
          </a:p>
          <a:p>
            <a:endParaRPr lang="en-US" dirty="0"/>
          </a:p>
        </p:txBody>
      </p:sp>
      <p:sp>
        <p:nvSpPr>
          <p:cNvPr id="2" name="Text Box 13">
            <a:extLst>
              <a:ext uri="{FF2B5EF4-FFF2-40B4-BE49-F238E27FC236}">
                <a16:creationId xmlns:a16="http://schemas.microsoft.com/office/drawing/2014/main" id="{77EB7159-59D3-FCC0-709D-4488703103CE}"/>
              </a:ext>
            </a:extLst>
          </p:cNvPr>
          <p:cNvSpPr txBox="1">
            <a:spLocks noChangeArrowheads="1"/>
          </p:cNvSpPr>
          <p:nvPr/>
        </p:nvSpPr>
        <p:spPr bwMode="blackWhite">
          <a:xfrm>
            <a:off x="3767331" y="1632992"/>
            <a:ext cx="1372171" cy="307777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wrap="none" lIns="0" tIns="0" rIns="0" bIns="0">
            <a:spAutoFit/>
          </a:bodyPr>
          <a:lstStyle/>
          <a:p>
            <a:r>
              <a:rPr lang="es-ES_tradnl" noProof="0" dirty="0"/>
              <a:t>Operando A</a:t>
            </a:r>
          </a:p>
        </p:txBody>
      </p:sp>
      <p:sp>
        <p:nvSpPr>
          <p:cNvPr id="5" name="Text Box 14">
            <a:extLst>
              <a:ext uri="{FF2B5EF4-FFF2-40B4-BE49-F238E27FC236}">
                <a16:creationId xmlns:a16="http://schemas.microsoft.com/office/drawing/2014/main" id="{F51CAEE7-863F-9D19-7115-FE8A0C9C2BBA}"/>
              </a:ext>
            </a:extLst>
          </p:cNvPr>
          <p:cNvSpPr txBox="1">
            <a:spLocks noChangeArrowheads="1"/>
          </p:cNvSpPr>
          <p:nvPr/>
        </p:nvSpPr>
        <p:spPr bwMode="blackWhite">
          <a:xfrm>
            <a:off x="3753160" y="1914754"/>
            <a:ext cx="1383091" cy="307777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wrap="none" lIns="0" tIns="0" rIns="0" bIns="0">
            <a:spAutoFit/>
          </a:bodyPr>
          <a:lstStyle/>
          <a:p>
            <a:r>
              <a:rPr lang="es-ES_tradnl" noProof="0" dirty="0"/>
              <a:t>Operando B</a:t>
            </a:r>
          </a:p>
        </p:txBody>
      </p:sp>
      <p:grpSp>
        <p:nvGrpSpPr>
          <p:cNvPr id="6" name="29 Grupo">
            <a:extLst>
              <a:ext uri="{FF2B5EF4-FFF2-40B4-BE49-F238E27FC236}">
                <a16:creationId xmlns:a16="http://schemas.microsoft.com/office/drawing/2014/main" id="{0BECD910-00B4-9337-F675-6A3519FD004D}"/>
              </a:ext>
            </a:extLst>
          </p:cNvPr>
          <p:cNvGrpSpPr/>
          <p:nvPr/>
        </p:nvGrpSpPr>
        <p:grpSpPr>
          <a:xfrm>
            <a:off x="1907704" y="1484784"/>
            <a:ext cx="5371834" cy="2282190"/>
            <a:chOff x="1475656" y="1124744"/>
            <a:chExt cx="5371834" cy="2282190"/>
          </a:xfrm>
        </p:grpSpPr>
        <p:sp>
          <p:nvSpPr>
            <p:cNvPr id="7" name="Text Box 13">
              <a:extLst>
                <a:ext uri="{FF2B5EF4-FFF2-40B4-BE49-F238E27FC236}">
                  <a16:creationId xmlns:a16="http://schemas.microsoft.com/office/drawing/2014/main" id="{CC1A944D-EA17-7951-0EF7-DAA005687F79}"/>
                </a:ext>
              </a:extLst>
            </p:cNvPr>
            <p:cNvSpPr txBox="1">
              <a:spLocks noChangeArrowheads="1"/>
            </p:cNvSpPr>
            <p:nvPr/>
          </p:nvSpPr>
          <p:spPr bwMode="blackWhite">
            <a:xfrm>
              <a:off x="1475656" y="1700808"/>
              <a:ext cx="1372171" cy="30777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  <a:effectLst/>
          </p:spPr>
          <p:txBody>
            <a:bodyPr wrap="none" lIns="0" tIns="0" rIns="0" bIns="0">
              <a:spAutoFit/>
            </a:bodyPr>
            <a:lstStyle/>
            <a:p>
              <a:r>
                <a:rPr lang="es-ES_tradnl" noProof="0" dirty="0">
                  <a:solidFill>
                    <a:srgbClr val="0070C0"/>
                  </a:solidFill>
                </a:rPr>
                <a:t>Operando A</a:t>
              </a:r>
            </a:p>
          </p:txBody>
        </p:sp>
        <p:sp>
          <p:nvSpPr>
            <p:cNvPr id="8" name="Text Box 13">
              <a:extLst>
                <a:ext uri="{FF2B5EF4-FFF2-40B4-BE49-F238E27FC236}">
                  <a16:creationId xmlns:a16="http://schemas.microsoft.com/office/drawing/2014/main" id="{D1A1D9F7-7BFE-3229-24B5-B7D2111B04AC}"/>
                </a:ext>
              </a:extLst>
            </p:cNvPr>
            <p:cNvSpPr txBox="1">
              <a:spLocks noChangeArrowheads="1"/>
            </p:cNvSpPr>
            <p:nvPr/>
          </p:nvSpPr>
          <p:spPr bwMode="blackWhite">
            <a:xfrm>
              <a:off x="5436096" y="2132856"/>
              <a:ext cx="1411394" cy="30777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  <a:effectLst/>
          </p:spPr>
          <p:txBody>
            <a:bodyPr wrap="none" lIns="0" tIns="0" rIns="0" bIns="0">
              <a:spAutoFit/>
            </a:bodyPr>
            <a:lstStyle/>
            <a:p>
              <a:r>
                <a:rPr lang="es-ES_tradnl" noProof="0" dirty="0">
                  <a:solidFill>
                    <a:srgbClr val="0070C0"/>
                  </a:solidFill>
                </a:rPr>
                <a:t>Resultado R</a:t>
              </a:r>
            </a:p>
          </p:txBody>
        </p:sp>
        <p:sp>
          <p:nvSpPr>
            <p:cNvPr id="9" name="Text Box 13">
              <a:extLst>
                <a:ext uri="{FF2B5EF4-FFF2-40B4-BE49-F238E27FC236}">
                  <a16:creationId xmlns:a16="http://schemas.microsoft.com/office/drawing/2014/main" id="{424BAF86-C615-BDAB-66A0-1FB8297BE664}"/>
                </a:ext>
              </a:extLst>
            </p:cNvPr>
            <p:cNvSpPr txBox="1">
              <a:spLocks noChangeArrowheads="1"/>
            </p:cNvSpPr>
            <p:nvPr/>
          </p:nvSpPr>
          <p:spPr bwMode="blackWhite">
            <a:xfrm>
              <a:off x="4860032" y="2852936"/>
              <a:ext cx="1962076" cy="553998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  <a:effectLst/>
          </p:spPr>
          <p:txBody>
            <a:bodyPr wrap="none" lIns="0" tIns="0" rIns="0" bIns="0">
              <a:spAutoFit/>
            </a:bodyPr>
            <a:lstStyle/>
            <a:p>
              <a:r>
                <a:rPr lang="es-ES_tradnl" sz="1800" noProof="0" dirty="0">
                  <a:solidFill>
                    <a:srgbClr val="0070C0"/>
                  </a:solidFill>
                </a:rPr>
                <a:t>Indicadores (</a:t>
              </a:r>
              <a:r>
                <a:rPr lang="es-ES_tradnl" sz="1800" noProof="0" dirty="0" err="1">
                  <a:solidFill>
                    <a:srgbClr val="0070C0"/>
                  </a:solidFill>
                </a:rPr>
                <a:t>flags</a:t>
              </a:r>
              <a:r>
                <a:rPr lang="es-ES_tradnl" sz="1800" noProof="0" dirty="0">
                  <a:solidFill>
                    <a:srgbClr val="0070C0"/>
                  </a:solidFill>
                </a:rPr>
                <a:t>):</a:t>
              </a:r>
            </a:p>
            <a:p>
              <a:r>
                <a:rPr lang="es-ES_tradnl" sz="1800" noProof="0" dirty="0">
                  <a:solidFill>
                    <a:srgbClr val="0070C0"/>
                  </a:solidFill>
                </a:rPr>
                <a:t>Z, N, V, C</a:t>
              </a:r>
            </a:p>
          </p:txBody>
        </p:sp>
        <p:grpSp>
          <p:nvGrpSpPr>
            <p:cNvPr id="10" name="27 Grupo">
              <a:extLst>
                <a:ext uri="{FF2B5EF4-FFF2-40B4-BE49-F238E27FC236}">
                  <a16:creationId xmlns:a16="http://schemas.microsoft.com/office/drawing/2014/main" id="{AA2CEDF8-9CA8-C76F-572B-2C3F22499F64}"/>
                </a:ext>
              </a:extLst>
            </p:cNvPr>
            <p:cNvGrpSpPr/>
            <p:nvPr/>
          </p:nvGrpSpPr>
          <p:grpSpPr>
            <a:xfrm>
              <a:off x="3203848" y="1124744"/>
              <a:ext cx="2000265" cy="2193776"/>
              <a:chOff x="5267528" y="947192"/>
              <a:chExt cx="2000265" cy="2193776"/>
            </a:xfrm>
          </p:grpSpPr>
          <p:sp>
            <p:nvSpPr>
              <p:cNvPr id="12" name="Freeform 7">
                <a:extLst>
                  <a:ext uri="{FF2B5EF4-FFF2-40B4-BE49-F238E27FC236}">
                    <a16:creationId xmlns:a16="http://schemas.microsoft.com/office/drawing/2014/main" id="{7A8648F9-1B8F-F87E-7765-7F8B753C329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940152" y="1556792"/>
                <a:ext cx="700596" cy="1371600"/>
              </a:xfrm>
              <a:custGeom>
                <a:avLst/>
                <a:gdLst/>
                <a:ahLst/>
                <a:cxnLst>
                  <a:cxn ang="0">
                    <a:pos x="0" y="624"/>
                  </a:cxn>
                  <a:cxn ang="0">
                    <a:pos x="0" y="960"/>
                  </a:cxn>
                  <a:cxn ang="0">
                    <a:pos x="528" y="624"/>
                  </a:cxn>
                  <a:cxn ang="0">
                    <a:pos x="528" y="288"/>
                  </a:cxn>
                  <a:cxn ang="0">
                    <a:pos x="0" y="0"/>
                  </a:cxn>
                  <a:cxn ang="0">
                    <a:pos x="0" y="336"/>
                  </a:cxn>
                  <a:cxn ang="0">
                    <a:pos x="240" y="480"/>
                  </a:cxn>
                  <a:cxn ang="0">
                    <a:pos x="0" y="624"/>
                  </a:cxn>
                </a:cxnLst>
                <a:rect l="0" t="0" r="r" b="b"/>
                <a:pathLst>
                  <a:path w="528" h="960">
                    <a:moveTo>
                      <a:pt x="0" y="624"/>
                    </a:moveTo>
                    <a:lnTo>
                      <a:pt x="0" y="960"/>
                    </a:lnTo>
                    <a:lnTo>
                      <a:pt x="528" y="624"/>
                    </a:lnTo>
                    <a:lnTo>
                      <a:pt x="528" y="288"/>
                    </a:lnTo>
                    <a:lnTo>
                      <a:pt x="0" y="0"/>
                    </a:lnTo>
                    <a:lnTo>
                      <a:pt x="0" y="336"/>
                    </a:lnTo>
                    <a:lnTo>
                      <a:pt x="240" y="480"/>
                    </a:lnTo>
                    <a:lnTo>
                      <a:pt x="0" y="624"/>
                    </a:lnTo>
                    <a:close/>
                  </a:path>
                </a:pathLst>
              </a:custGeom>
              <a:solidFill>
                <a:srgbClr val="DDDDDD"/>
              </a:solidFill>
              <a:ln w="28575" cap="flat" cmpd="sng">
                <a:prstDash val="solid"/>
                <a:round/>
                <a:headEnd/>
                <a:tailEnd/>
              </a:ln>
              <a:effectLst/>
              <a:scene3d>
                <a:camera prst="legacyObliqueTopRight"/>
                <a:lightRig rig="legacyFlat3" dir="b"/>
              </a:scene3d>
              <a:sp3d extrusionH="49200" prstMaterial="legacyMatte">
                <a:bevelT w="13500" h="13500" prst="angle"/>
                <a:bevelB w="13500" h="13500" prst="angle"/>
                <a:extrusionClr>
                  <a:srgbClr val="DDDDDD"/>
                </a:extrusionClr>
              </a:sp3d>
            </p:spPr>
            <p:txBody>
              <a:bodyPr wrap="none" anchor="ctr">
                <a:flatTx/>
              </a:bodyPr>
              <a:lstStyle/>
              <a:p>
                <a:endParaRPr lang="es-ES_tradnl" noProof="0" dirty="0"/>
              </a:p>
            </p:txBody>
          </p:sp>
          <p:sp>
            <p:nvSpPr>
              <p:cNvPr id="13" name="Line 8">
                <a:extLst>
                  <a:ext uri="{FF2B5EF4-FFF2-40B4-BE49-F238E27FC236}">
                    <a16:creationId xmlns:a16="http://schemas.microsoft.com/office/drawing/2014/main" id="{31C3ADD6-52F5-9F77-1CCB-3A9AFEF4816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6334237" y="1309144"/>
                <a:ext cx="4861" cy="400048"/>
              </a:xfrm>
              <a:prstGeom prst="line">
                <a:avLst/>
              </a:prstGeom>
              <a:noFill/>
              <a:ln w="38100">
                <a:solidFill>
                  <a:schemeClr val="accent5">
                    <a:lumMod val="60000"/>
                    <a:lumOff val="40000"/>
                  </a:schemeClr>
                </a:solidFill>
                <a:round/>
                <a:headEnd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es-ES_tradnl" noProof="0" dirty="0"/>
              </a:p>
            </p:txBody>
          </p:sp>
          <p:sp>
            <p:nvSpPr>
              <p:cNvPr id="14" name="Text Box 9">
                <a:extLst>
                  <a:ext uri="{FF2B5EF4-FFF2-40B4-BE49-F238E27FC236}">
                    <a16:creationId xmlns:a16="http://schemas.microsoft.com/office/drawing/2014/main" id="{E5AB0186-92DD-782A-71B4-451CB05338C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686748" y="947192"/>
                <a:ext cx="1295400" cy="400110"/>
              </a:xfrm>
              <a:prstGeom prst="rect">
                <a:avLst/>
              </a:prstGeom>
              <a:noFill/>
              <a:ln w="2857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r>
                  <a:rPr lang="es-ES_tradnl" noProof="0" dirty="0">
                    <a:solidFill>
                      <a:schemeClr val="accent5">
                        <a:lumMod val="60000"/>
                        <a:lumOff val="40000"/>
                      </a:schemeClr>
                    </a:solidFill>
                    <a:latin typeface="Arial Narrow" pitchFamily="34" charset="0"/>
                  </a:rPr>
                  <a:t>Operación</a:t>
                </a:r>
              </a:p>
            </p:txBody>
          </p:sp>
          <p:sp>
            <p:nvSpPr>
              <p:cNvPr id="15" name="Line 10">
                <a:extLst>
                  <a:ext uri="{FF2B5EF4-FFF2-40B4-BE49-F238E27FC236}">
                    <a16:creationId xmlns:a16="http://schemas.microsoft.com/office/drawing/2014/main" id="{3D2FA29D-2944-2AE5-7217-427DCABA4DEB}"/>
                  </a:ext>
                </a:extLst>
              </p:cNvPr>
              <p:cNvSpPr>
                <a:spLocks noChangeShapeType="1"/>
              </p:cNvSpPr>
              <p:nvPr/>
            </p:nvSpPr>
            <p:spPr bwMode="blackWhite">
              <a:xfrm>
                <a:off x="5267528" y="1739280"/>
                <a:ext cx="672623" cy="0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 type="triangle" w="med" len="sm"/>
              </a:ln>
              <a:effectLst/>
            </p:spPr>
            <p:txBody>
              <a:bodyPr wrap="none" lIns="0" tIns="0" rIns="0" bIns="0" anchor="ctr">
                <a:spAutoFit/>
              </a:bodyPr>
              <a:lstStyle/>
              <a:p>
                <a:endParaRPr lang="es-ES_tradnl" noProof="0" dirty="0"/>
              </a:p>
            </p:txBody>
          </p:sp>
          <p:sp>
            <p:nvSpPr>
              <p:cNvPr id="16" name="Line 11">
                <a:extLst>
                  <a:ext uri="{FF2B5EF4-FFF2-40B4-BE49-F238E27FC236}">
                    <a16:creationId xmlns:a16="http://schemas.microsoft.com/office/drawing/2014/main" id="{819684A0-C102-456B-DC92-D7D8DD8EE321}"/>
                  </a:ext>
                </a:extLst>
              </p:cNvPr>
              <p:cNvSpPr>
                <a:spLocks noChangeShapeType="1"/>
              </p:cNvSpPr>
              <p:nvPr/>
            </p:nvSpPr>
            <p:spPr bwMode="blackWhite">
              <a:xfrm>
                <a:off x="5267528" y="2623592"/>
                <a:ext cx="672623" cy="0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 type="triangle" w="med" len="sm"/>
              </a:ln>
              <a:effectLst/>
            </p:spPr>
            <p:txBody>
              <a:bodyPr wrap="none" lIns="0" tIns="0" rIns="0" bIns="0" anchor="ctr">
                <a:spAutoFit/>
              </a:bodyPr>
              <a:lstStyle/>
              <a:p>
                <a:endParaRPr lang="es-ES_tradnl" noProof="0" dirty="0"/>
              </a:p>
            </p:txBody>
          </p:sp>
          <p:sp>
            <p:nvSpPr>
              <p:cNvPr id="17" name="Line 12">
                <a:extLst>
                  <a:ext uri="{FF2B5EF4-FFF2-40B4-BE49-F238E27FC236}">
                    <a16:creationId xmlns:a16="http://schemas.microsoft.com/office/drawing/2014/main" id="{2E91F41A-0667-04D9-6E7C-497842465992}"/>
                  </a:ext>
                </a:extLst>
              </p:cNvPr>
              <p:cNvSpPr>
                <a:spLocks noChangeShapeType="1"/>
              </p:cNvSpPr>
              <p:nvPr/>
            </p:nvSpPr>
            <p:spPr bwMode="blackWhite">
              <a:xfrm>
                <a:off x="6640749" y="2166392"/>
                <a:ext cx="627044" cy="8"/>
              </a:xfrm>
              <a:prstGeom prst="line">
                <a:avLst/>
              </a:prstGeom>
              <a:noFill/>
              <a:ln w="50800">
                <a:solidFill>
                  <a:schemeClr val="tx1"/>
                </a:solidFill>
                <a:round/>
                <a:headEnd/>
                <a:tailEnd type="triangle" w="med" len="sm"/>
              </a:ln>
              <a:effectLst/>
            </p:spPr>
            <p:txBody>
              <a:bodyPr wrap="square" lIns="0" tIns="0" rIns="0" bIns="0" anchor="ctr">
                <a:spAutoFit/>
              </a:bodyPr>
              <a:lstStyle/>
              <a:p>
                <a:endParaRPr lang="es-ES_tradnl" noProof="0" dirty="0"/>
              </a:p>
            </p:txBody>
          </p:sp>
          <p:sp>
            <p:nvSpPr>
              <p:cNvPr id="18" name="Text Box 15">
                <a:extLst>
                  <a:ext uri="{FF2B5EF4-FFF2-40B4-BE49-F238E27FC236}">
                    <a16:creationId xmlns:a16="http://schemas.microsoft.com/office/drawing/2014/main" id="{78C0AD1D-BC94-0EC2-62B4-E830D92C4574}"/>
                  </a:ext>
                </a:extLst>
              </p:cNvPr>
              <p:cNvSpPr txBox="1">
                <a:spLocks noChangeArrowheads="1"/>
              </p:cNvSpPr>
              <p:nvPr/>
            </p:nvSpPr>
            <p:spPr bwMode="blackWhite">
              <a:xfrm>
                <a:off x="6839165" y="1809210"/>
                <a:ext cx="92974" cy="246221"/>
              </a:xfrm>
              <a:prstGeom prst="rect">
                <a:avLst/>
              </a:prstGeom>
              <a:noFill/>
              <a:ln w="28575">
                <a:noFill/>
                <a:miter lim="800000"/>
                <a:headEnd/>
                <a:tailEnd/>
              </a:ln>
              <a:effectLst/>
            </p:spPr>
            <p:txBody>
              <a:bodyPr wrap="none" lIns="0" tIns="0" rIns="0" bIns="0">
                <a:spAutoFit/>
              </a:bodyPr>
              <a:lstStyle/>
              <a:p>
                <a:r>
                  <a:rPr lang="es-ES_tradnl" sz="1600" noProof="0" dirty="0">
                    <a:solidFill>
                      <a:schemeClr val="tx1"/>
                    </a:solidFill>
                    <a:latin typeface="Arial Narrow" pitchFamily="34" charset="0"/>
                  </a:rPr>
                  <a:t>n</a:t>
                </a:r>
              </a:p>
            </p:txBody>
          </p:sp>
          <p:sp>
            <p:nvSpPr>
              <p:cNvPr id="19" name="Line 16">
                <a:extLst>
                  <a:ext uri="{FF2B5EF4-FFF2-40B4-BE49-F238E27FC236}">
                    <a16:creationId xmlns:a16="http://schemas.microsoft.com/office/drawing/2014/main" id="{0A9DEC49-1738-2182-6833-05B0555215E1}"/>
                  </a:ext>
                </a:extLst>
              </p:cNvPr>
              <p:cNvSpPr>
                <a:spLocks noChangeShapeType="1"/>
              </p:cNvSpPr>
              <p:nvPr/>
            </p:nvSpPr>
            <p:spPr bwMode="blackWhite">
              <a:xfrm flipH="1">
                <a:off x="6767727" y="2094962"/>
                <a:ext cx="233532" cy="15240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lIns="0" tIns="0" rIns="0" bIns="0" anchor="ctr">
                <a:spAutoFit/>
              </a:bodyPr>
              <a:lstStyle/>
              <a:p>
                <a:endParaRPr lang="es-ES_tradnl" noProof="0" dirty="0"/>
              </a:p>
            </p:txBody>
          </p:sp>
          <p:sp>
            <p:nvSpPr>
              <p:cNvPr id="20" name="Text Box 17">
                <a:extLst>
                  <a:ext uri="{FF2B5EF4-FFF2-40B4-BE49-F238E27FC236}">
                    <a16:creationId xmlns:a16="http://schemas.microsoft.com/office/drawing/2014/main" id="{C5B6ED9D-C683-866A-8A77-840A475B7F1E}"/>
                  </a:ext>
                </a:extLst>
              </p:cNvPr>
              <p:cNvSpPr txBox="1">
                <a:spLocks noChangeArrowheads="1"/>
              </p:cNvSpPr>
              <p:nvPr/>
            </p:nvSpPr>
            <p:spPr bwMode="blackWhite">
              <a:xfrm>
                <a:off x="5481843" y="1452020"/>
                <a:ext cx="92974" cy="246221"/>
              </a:xfrm>
              <a:prstGeom prst="rect">
                <a:avLst/>
              </a:prstGeom>
              <a:noFill/>
              <a:ln w="28575">
                <a:noFill/>
                <a:miter lim="800000"/>
                <a:headEnd/>
                <a:tailEnd/>
              </a:ln>
              <a:effectLst/>
            </p:spPr>
            <p:txBody>
              <a:bodyPr wrap="none" lIns="0" tIns="0" rIns="0" bIns="0">
                <a:spAutoFit/>
              </a:bodyPr>
              <a:lstStyle/>
              <a:p>
                <a:r>
                  <a:rPr lang="es-ES_tradnl" sz="1600" noProof="0" dirty="0">
                    <a:solidFill>
                      <a:schemeClr val="tx1"/>
                    </a:solidFill>
                    <a:latin typeface="Arial Narrow" pitchFamily="34" charset="0"/>
                  </a:rPr>
                  <a:t>n</a:t>
                </a:r>
              </a:p>
            </p:txBody>
          </p:sp>
          <p:sp>
            <p:nvSpPr>
              <p:cNvPr id="21" name="Line 18">
                <a:extLst>
                  <a:ext uri="{FF2B5EF4-FFF2-40B4-BE49-F238E27FC236}">
                    <a16:creationId xmlns:a16="http://schemas.microsoft.com/office/drawing/2014/main" id="{4E9E36CD-F340-3BF8-A589-0816E995094C}"/>
                  </a:ext>
                </a:extLst>
              </p:cNvPr>
              <p:cNvSpPr>
                <a:spLocks noChangeShapeType="1"/>
              </p:cNvSpPr>
              <p:nvPr/>
            </p:nvSpPr>
            <p:spPr bwMode="blackWhite">
              <a:xfrm flipH="1">
                <a:off x="5410405" y="1667272"/>
                <a:ext cx="233532" cy="15240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lIns="0" tIns="0" rIns="0" bIns="0" anchor="ctr">
                <a:spAutoFit/>
              </a:bodyPr>
              <a:lstStyle/>
              <a:p>
                <a:endParaRPr lang="es-ES_tradnl" noProof="0" dirty="0"/>
              </a:p>
            </p:txBody>
          </p:sp>
          <p:sp>
            <p:nvSpPr>
              <p:cNvPr id="22" name="Text Box 19">
                <a:extLst>
                  <a:ext uri="{FF2B5EF4-FFF2-40B4-BE49-F238E27FC236}">
                    <a16:creationId xmlns:a16="http://schemas.microsoft.com/office/drawing/2014/main" id="{A4F176F3-DAD2-458F-D46D-5C7C75BF17E1}"/>
                  </a:ext>
                </a:extLst>
              </p:cNvPr>
              <p:cNvSpPr txBox="1">
                <a:spLocks noChangeArrowheads="1"/>
              </p:cNvSpPr>
              <p:nvPr/>
            </p:nvSpPr>
            <p:spPr bwMode="blackWhite">
              <a:xfrm>
                <a:off x="5481843" y="2237838"/>
                <a:ext cx="92974" cy="246221"/>
              </a:xfrm>
              <a:prstGeom prst="rect">
                <a:avLst/>
              </a:prstGeom>
              <a:noFill/>
              <a:ln w="28575">
                <a:noFill/>
                <a:miter lim="800000"/>
                <a:headEnd/>
                <a:tailEnd/>
              </a:ln>
              <a:effectLst/>
            </p:spPr>
            <p:txBody>
              <a:bodyPr wrap="none" lIns="0" tIns="0" rIns="0" bIns="0">
                <a:spAutoFit/>
              </a:bodyPr>
              <a:lstStyle/>
              <a:p>
                <a:r>
                  <a:rPr lang="es-ES_tradnl" sz="1600" noProof="0" dirty="0">
                    <a:solidFill>
                      <a:schemeClr val="tx1"/>
                    </a:solidFill>
                    <a:latin typeface="Arial Narrow" pitchFamily="34" charset="0"/>
                  </a:rPr>
                  <a:t>n</a:t>
                </a:r>
              </a:p>
            </p:txBody>
          </p:sp>
          <p:sp>
            <p:nvSpPr>
              <p:cNvPr id="23" name="Line 20">
                <a:extLst>
                  <a:ext uri="{FF2B5EF4-FFF2-40B4-BE49-F238E27FC236}">
                    <a16:creationId xmlns:a16="http://schemas.microsoft.com/office/drawing/2014/main" id="{1C12E58C-ABD6-9CEE-3162-C917F6A9BC8F}"/>
                  </a:ext>
                </a:extLst>
              </p:cNvPr>
              <p:cNvSpPr>
                <a:spLocks noChangeShapeType="1"/>
              </p:cNvSpPr>
              <p:nvPr/>
            </p:nvSpPr>
            <p:spPr bwMode="blackWhite">
              <a:xfrm flipH="1">
                <a:off x="5410405" y="2523590"/>
                <a:ext cx="233532" cy="15240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lIns="0" tIns="0" rIns="0" bIns="0" anchor="ctr">
                <a:spAutoFit/>
              </a:bodyPr>
              <a:lstStyle/>
              <a:p>
                <a:endParaRPr lang="es-ES_tradnl" noProof="0" dirty="0"/>
              </a:p>
            </p:txBody>
          </p:sp>
          <p:sp>
            <p:nvSpPr>
              <p:cNvPr id="24" name="30 CuadroTexto">
                <a:extLst>
                  <a:ext uri="{FF2B5EF4-FFF2-40B4-BE49-F238E27FC236}">
                    <a16:creationId xmlns:a16="http://schemas.microsoft.com/office/drawing/2014/main" id="{C2FFCD22-74D8-0363-C115-40D819E9D4E7}"/>
                  </a:ext>
                </a:extLst>
              </p:cNvPr>
              <p:cNvSpPr txBox="1"/>
              <p:nvPr/>
            </p:nvSpPr>
            <p:spPr>
              <a:xfrm>
                <a:off x="5981909" y="1809210"/>
                <a:ext cx="604653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ES_tradnl" sz="1600" b="1" noProof="0" dirty="0">
                    <a:solidFill>
                      <a:srgbClr val="002060"/>
                    </a:solidFill>
                  </a:rPr>
                  <a:t>ALU</a:t>
                </a:r>
              </a:p>
            </p:txBody>
          </p:sp>
          <p:sp>
            <p:nvSpPr>
              <p:cNvPr id="25" name="Line 16">
                <a:extLst>
                  <a:ext uri="{FF2B5EF4-FFF2-40B4-BE49-F238E27FC236}">
                    <a16:creationId xmlns:a16="http://schemas.microsoft.com/office/drawing/2014/main" id="{58E201EE-C400-0A0E-0E39-8CC092A33EC2}"/>
                  </a:ext>
                </a:extLst>
              </p:cNvPr>
              <p:cNvSpPr>
                <a:spLocks noChangeShapeType="1"/>
              </p:cNvSpPr>
              <p:nvPr/>
            </p:nvSpPr>
            <p:spPr bwMode="blackWhite">
              <a:xfrm flipH="1">
                <a:off x="6196223" y="1452020"/>
                <a:ext cx="285752" cy="71438"/>
              </a:xfrm>
              <a:prstGeom prst="line">
                <a:avLst/>
              </a:prstGeom>
              <a:noFill/>
              <a:ln w="28575">
                <a:solidFill>
                  <a:schemeClr val="tx2"/>
                </a:solidFill>
                <a:round/>
                <a:headEnd/>
                <a:tailEnd/>
              </a:ln>
              <a:effectLst/>
            </p:spPr>
            <p:txBody>
              <a:bodyPr wrap="square" lIns="0" tIns="0" rIns="0" bIns="0" anchor="ctr">
                <a:spAutoFit/>
              </a:bodyPr>
              <a:lstStyle/>
              <a:p>
                <a:endParaRPr lang="es-ES_tradnl" noProof="0" dirty="0"/>
              </a:p>
            </p:txBody>
          </p:sp>
          <p:sp>
            <p:nvSpPr>
              <p:cNvPr id="26" name="Text Box 15">
                <a:extLst>
                  <a:ext uri="{FF2B5EF4-FFF2-40B4-BE49-F238E27FC236}">
                    <a16:creationId xmlns:a16="http://schemas.microsoft.com/office/drawing/2014/main" id="{BB368321-97F0-546A-DE9F-B7D273287C79}"/>
                  </a:ext>
                </a:extLst>
              </p:cNvPr>
              <p:cNvSpPr txBox="1">
                <a:spLocks noChangeArrowheads="1"/>
              </p:cNvSpPr>
              <p:nvPr/>
            </p:nvSpPr>
            <p:spPr bwMode="blackWhite">
              <a:xfrm>
                <a:off x="6481975" y="1309144"/>
                <a:ext cx="142876" cy="246221"/>
              </a:xfrm>
              <a:prstGeom prst="rect">
                <a:avLst/>
              </a:prstGeom>
              <a:noFill/>
              <a:ln w="28575">
                <a:noFill/>
                <a:miter lim="800000"/>
                <a:headEnd/>
                <a:tailEnd/>
              </a:ln>
              <a:effectLst/>
            </p:spPr>
            <p:txBody>
              <a:bodyPr wrap="square" lIns="0" tIns="0" rIns="0" bIns="0">
                <a:spAutoFit/>
              </a:bodyPr>
              <a:lstStyle/>
              <a:p>
                <a:r>
                  <a:rPr lang="es-ES_tradnl" sz="1600" noProof="0" dirty="0">
                    <a:solidFill>
                      <a:schemeClr val="tx2"/>
                    </a:solidFill>
                    <a:latin typeface="Arial Narrow" pitchFamily="34" charset="0"/>
                  </a:rPr>
                  <a:t>b</a:t>
                </a:r>
              </a:p>
            </p:txBody>
          </p:sp>
          <p:cxnSp>
            <p:nvCxnSpPr>
              <p:cNvPr id="27" name="23 Conector angular">
                <a:extLst>
                  <a:ext uri="{FF2B5EF4-FFF2-40B4-BE49-F238E27FC236}">
                    <a16:creationId xmlns:a16="http://schemas.microsoft.com/office/drawing/2014/main" id="{5C67AEF8-BA0D-3DE8-6B28-50CB2EA90ADC}"/>
                  </a:ext>
                </a:extLst>
              </p:cNvPr>
              <p:cNvCxnSpPr/>
              <p:nvPr/>
            </p:nvCxnSpPr>
            <p:spPr bwMode="auto">
              <a:xfrm>
                <a:off x="6281952" y="2226568"/>
                <a:ext cx="914400" cy="914400"/>
              </a:xfrm>
              <a:prstGeom prst="bentConnector3">
                <a:avLst/>
              </a:prstGeom>
              <a:noFill/>
              <a:ln w="12700" cap="flat" cmpd="sng" algn="ctr">
                <a:noFill/>
                <a:prstDash val="solid"/>
                <a:round/>
                <a:headEnd type="none" w="med" len="med"/>
                <a:tailEnd type="arrow"/>
              </a:ln>
              <a:effectLst/>
            </p:spPr>
          </p:cxnSp>
          <p:sp>
            <p:nvSpPr>
              <p:cNvPr id="28" name="Line 8">
                <a:extLst>
                  <a:ext uri="{FF2B5EF4-FFF2-40B4-BE49-F238E27FC236}">
                    <a16:creationId xmlns:a16="http://schemas.microsoft.com/office/drawing/2014/main" id="{CACF0F06-2215-08C0-137D-6CAF04757E0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489384" y="2601666"/>
                <a:ext cx="386871" cy="179262"/>
              </a:xfrm>
              <a:prstGeom prst="line">
                <a:avLst/>
              </a:prstGeom>
              <a:noFill/>
              <a:ln w="38100">
                <a:solidFill>
                  <a:schemeClr val="accent5">
                    <a:lumMod val="60000"/>
                    <a:lumOff val="40000"/>
                  </a:schemeClr>
                </a:solidFill>
                <a:round/>
                <a:headEnd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es-ES_tradnl" noProof="0" dirty="0"/>
              </a:p>
            </p:txBody>
          </p:sp>
        </p:grpSp>
        <p:sp>
          <p:nvSpPr>
            <p:cNvPr id="11" name="Text Box 13">
              <a:extLst>
                <a:ext uri="{FF2B5EF4-FFF2-40B4-BE49-F238E27FC236}">
                  <a16:creationId xmlns:a16="http://schemas.microsoft.com/office/drawing/2014/main" id="{5000FF53-B130-EE8E-2DCF-89E350C51A2A}"/>
                </a:ext>
              </a:extLst>
            </p:cNvPr>
            <p:cNvSpPr txBox="1">
              <a:spLocks noChangeArrowheads="1"/>
            </p:cNvSpPr>
            <p:nvPr/>
          </p:nvSpPr>
          <p:spPr bwMode="blackWhite">
            <a:xfrm>
              <a:off x="1475656" y="2636912"/>
              <a:ext cx="1381789" cy="30777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  <a:effectLst/>
          </p:spPr>
          <p:txBody>
            <a:bodyPr wrap="none" lIns="0" tIns="0" rIns="0" bIns="0">
              <a:spAutoFit/>
            </a:bodyPr>
            <a:lstStyle/>
            <a:p>
              <a:r>
                <a:rPr lang="es-ES_tradnl" noProof="0" dirty="0">
                  <a:solidFill>
                    <a:srgbClr val="0070C0"/>
                  </a:solidFill>
                </a:rPr>
                <a:t>Operando B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875280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45C402-F65A-3417-3875-60628113DC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3 Marcador de número de diapositiva">
            <a:extLst>
              <a:ext uri="{FF2B5EF4-FFF2-40B4-BE49-F238E27FC236}">
                <a16:creationId xmlns:a16="http://schemas.microsoft.com/office/drawing/2014/main" id="{D02C888C-D457-305A-85A1-1DFDF95C3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4E7847B6-FB90-4985-BDAD-0FC52C69182E}" type="slidenum">
              <a:rPr lang="es-ES_tradnl" noProof="0" smtClean="0"/>
              <a:pPr/>
              <a:t>7</a:t>
            </a:fld>
            <a:endParaRPr lang="es-ES_tradnl" noProof="0" dirty="0"/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407977B9-2812-1512-2D4C-E39F15A5BA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Operaciones y operadores</a:t>
            </a:r>
            <a:endParaRPr lang="en-US" dirty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150B8C6-90C7-B985-DB21-FF399AB76A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_tradnl" dirty="0"/>
              <a:t>Estructura típica de la ALU. Ejemplo con 4 operaciones y 4 bits</a:t>
            </a:r>
          </a:p>
          <a:p>
            <a:endParaRPr lang="en-US" dirty="0"/>
          </a:p>
        </p:txBody>
      </p:sp>
      <p:grpSp>
        <p:nvGrpSpPr>
          <p:cNvPr id="2" name="Grupo 1">
            <a:extLst>
              <a:ext uri="{FF2B5EF4-FFF2-40B4-BE49-F238E27FC236}">
                <a16:creationId xmlns:a16="http://schemas.microsoft.com/office/drawing/2014/main" id="{A0B94938-77DA-9517-73B5-26E5ADF76887}"/>
              </a:ext>
            </a:extLst>
          </p:cNvPr>
          <p:cNvGrpSpPr/>
          <p:nvPr/>
        </p:nvGrpSpPr>
        <p:grpSpPr>
          <a:xfrm>
            <a:off x="2021342" y="1981748"/>
            <a:ext cx="5647002" cy="4471588"/>
            <a:chOff x="1738943" y="1562454"/>
            <a:chExt cx="5647002" cy="4471588"/>
          </a:xfrm>
        </p:grpSpPr>
        <p:pic>
          <p:nvPicPr>
            <p:cNvPr id="5" name="Imagen 4">
              <a:extLst>
                <a:ext uri="{FF2B5EF4-FFF2-40B4-BE49-F238E27FC236}">
                  <a16:creationId xmlns:a16="http://schemas.microsoft.com/office/drawing/2014/main" id="{93B1F585-727E-EAEF-D1C5-D736E5C4811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38943" y="1787056"/>
              <a:ext cx="5647002" cy="4246986"/>
            </a:xfrm>
            <a:prstGeom prst="rect">
              <a:avLst/>
            </a:prstGeom>
          </p:spPr>
        </p:pic>
        <p:sp>
          <p:nvSpPr>
            <p:cNvPr id="6" name="CuadroTexto 5">
              <a:extLst>
                <a:ext uri="{FF2B5EF4-FFF2-40B4-BE49-F238E27FC236}">
                  <a16:creationId xmlns:a16="http://schemas.microsoft.com/office/drawing/2014/main" id="{90B02117-6D62-8E69-28A1-52062B0A22A9}"/>
                </a:ext>
              </a:extLst>
            </p:cNvPr>
            <p:cNvSpPr txBox="1"/>
            <p:nvPr/>
          </p:nvSpPr>
          <p:spPr>
            <a:xfrm>
              <a:off x="4355976" y="1770735"/>
              <a:ext cx="187220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_tradnl" sz="1400" noProof="0" dirty="0">
                  <a:solidFill>
                    <a:srgbClr val="FF0000"/>
                  </a:solidFill>
                </a:rPr>
                <a:t>1-bit ALU</a:t>
              </a:r>
            </a:p>
          </p:txBody>
        </p:sp>
        <p:sp>
          <p:nvSpPr>
            <p:cNvPr id="7" name="Elipse 6">
              <a:extLst>
                <a:ext uri="{FF2B5EF4-FFF2-40B4-BE49-F238E27FC236}">
                  <a16:creationId xmlns:a16="http://schemas.microsoft.com/office/drawing/2014/main" id="{ABC83632-CB7D-93E1-6DA5-9DE9CD33FB1E}"/>
                </a:ext>
              </a:extLst>
            </p:cNvPr>
            <p:cNvSpPr/>
            <p:nvPr/>
          </p:nvSpPr>
          <p:spPr bwMode="auto">
            <a:xfrm>
              <a:off x="2195736" y="2147096"/>
              <a:ext cx="1296144" cy="864096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  <a:prstDash val="sysDash"/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noProof="0" dirty="0"/>
            </a:p>
          </p:txBody>
        </p:sp>
        <p:sp>
          <p:nvSpPr>
            <p:cNvPr id="8" name="Forma libre 7">
              <a:extLst>
                <a:ext uri="{FF2B5EF4-FFF2-40B4-BE49-F238E27FC236}">
                  <a16:creationId xmlns:a16="http://schemas.microsoft.com/office/drawing/2014/main" id="{76048A8B-358D-2492-55DF-F69621F87203}"/>
                </a:ext>
              </a:extLst>
            </p:cNvPr>
            <p:cNvSpPr/>
            <p:nvPr/>
          </p:nvSpPr>
          <p:spPr bwMode="auto">
            <a:xfrm rot="10920000">
              <a:off x="3356256" y="1562454"/>
              <a:ext cx="2402523" cy="626191"/>
            </a:xfrm>
            <a:custGeom>
              <a:avLst/>
              <a:gdLst>
                <a:gd name="connsiteX0" fmla="*/ 0 w 2402523"/>
                <a:gd name="connsiteY0" fmla="*/ 77551 h 626191"/>
                <a:gd name="connsiteX1" fmla="*/ 894080 w 2402523"/>
                <a:gd name="connsiteY1" fmla="*/ 626191 h 626191"/>
                <a:gd name="connsiteX2" fmla="*/ 2235200 w 2402523"/>
                <a:gd name="connsiteY2" fmla="*/ 77551 h 626191"/>
                <a:gd name="connsiteX3" fmla="*/ 2336800 w 2402523"/>
                <a:gd name="connsiteY3" fmla="*/ 16591 h 626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523" h="626191">
                  <a:moveTo>
                    <a:pt x="0" y="77551"/>
                  </a:moveTo>
                  <a:cubicBezTo>
                    <a:pt x="260773" y="351871"/>
                    <a:pt x="521547" y="626191"/>
                    <a:pt x="894080" y="626191"/>
                  </a:cubicBezTo>
                  <a:cubicBezTo>
                    <a:pt x="1266613" y="626191"/>
                    <a:pt x="1994747" y="179151"/>
                    <a:pt x="2235200" y="77551"/>
                  </a:cubicBezTo>
                  <a:cubicBezTo>
                    <a:pt x="2475653" y="-24049"/>
                    <a:pt x="2406226" y="-3729"/>
                    <a:pt x="2336800" y="16591"/>
                  </a:cubicBezTo>
                </a:path>
              </a:pathLst>
            </a:custGeom>
            <a:noFill/>
            <a:ln w="19050">
              <a:solidFill>
                <a:srgbClr val="FF0000"/>
              </a:solidFill>
              <a:prstDash val="sysDash"/>
              <a:headEnd type="triangle"/>
              <a:tailEnd type="non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noProof="0" dirty="0"/>
            </a:p>
          </p:txBody>
        </p:sp>
      </p:grpSp>
    </p:spTree>
    <p:extLst>
      <p:ext uri="{BB962C8B-B14F-4D97-AF65-F5344CB8AC3E}">
        <p14:creationId xmlns:p14="http://schemas.microsoft.com/office/powerpoint/2010/main" val="22122291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845CAF-F38C-D4F8-2BB5-6165607334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3 Marcador de número de diapositiva">
            <a:extLst>
              <a:ext uri="{FF2B5EF4-FFF2-40B4-BE49-F238E27FC236}">
                <a16:creationId xmlns:a16="http://schemas.microsoft.com/office/drawing/2014/main" id="{416C8929-F190-4BAE-2B99-902CB24FE5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4E7847B6-FB90-4985-BDAD-0FC52C69182E}" type="slidenum">
              <a:rPr lang="es-ES_tradnl" noProof="0" smtClean="0"/>
              <a:pPr/>
              <a:t>8</a:t>
            </a:fld>
            <a:endParaRPr lang="es-ES_tradnl" noProof="0" dirty="0"/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93D9E8A4-B93E-9F66-3663-071788E1A4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Operaciones y operadores</a:t>
            </a:r>
            <a:endParaRPr lang="en-US" dirty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8F294EE-37C4-655C-8330-862B0B1698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_tradnl" dirty="0"/>
              <a:t>Parámetros de una ALU</a:t>
            </a:r>
          </a:p>
          <a:p>
            <a:pPr lvl="1"/>
            <a:r>
              <a:rPr lang="es-ES_tradnl" dirty="0"/>
              <a:t>Funcionales:</a:t>
            </a:r>
          </a:p>
          <a:p>
            <a:pPr lvl="2"/>
            <a:r>
              <a:rPr lang="es-ES_tradnl" sz="2000" dirty="0"/>
              <a:t>Operaciones que puede realizar</a:t>
            </a:r>
          </a:p>
          <a:p>
            <a:pPr lvl="3">
              <a:buClr>
                <a:schemeClr val="tx1"/>
              </a:buClr>
              <a:buFont typeface="Wingdings" pitchFamily="2" charset="2"/>
              <a:buChar char="§"/>
            </a:pPr>
            <a:r>
              <a:rPr lang="es-ES_tradnl" sz="2000" dirty="0"/>
              <a:t>Operaciones lógicas (AND, OR, NOT, XOR, …) y desplazamientos</a:t>
            </a:r>
          </a:p>
          <a:p>
            <a:pPr lvl="3">
              <a:buClr>
                <a:schemeClr val="tx1"/>
              </a:buClr>
              <a:buFont typeface="Wingdings" pitchFamily="2" charset="2"/>
              <a:buChar char="§"/>
            </a:pPr>
            <a:r>
              <a:rPr lang="es-ES_tradnl" sz="2000" dirty="0"/>
              <a:t>Cálculo elemental: suma, resta, multiplicación y división</a:t>
            </a:r>
          </a:p>
          <a:p>
            <a:pPr lvl="3">
              <a:buClr>
                <a:schemeClr val="tx1"/>
              </a:buClr>
              <a:buFont typeface="Wingdings" pitchFamily="2" charset="2"/>
              <a:buChar char="§"/>
            </a:pPr>
            <a:r>
              <a:rPr lang="es-ES_tradnl" sz="2000" dirty="0"/>
              <a:t>Comparación (=, ≠, &lt;, ≤, ≥, &gt;)</a:t>
            </a:r>
          </a:p>
          <a:p>
            <a:pPr lvl="3">
              <a:buClr>
                <a:schemeClr val="tx1"/>
              </a:buClr>
              <a:buFont typeface="Wingdings" pitchFamily="2" charset="2"/>
              <a:buChar char="§"/>
            </a:pPr>
            <a:r>
              <a:rPr lang="es-ES_tradnl" sz="2000" dirty="0"/>
              <a:t>Conversión entre tipos</a:t>
            </a:r>
          </a:p>
          <a:p>
            <a:pPr lvl="2"/>
            <a:r>
              <a:rPr lang="es-ES_tradnl" sz="2000" dirty="0"/>
              <a:t>Tipos de operandos que puede manejar (CBN, entero, real,...)</a:t>
            </a:r>
          </a:p>
          <a:p>
            <a:pPr lvl="1"/>
            <a:r>
              <a:rPr lang="es-ES_tradnl" dirty="0"/>
              <a:t>Prestaciones (coste temporal)</a:t>
            </a:r>
          </a:p>
          <a:p>
            <a:pPr lvl="1"/>
            <a:r>
              <a:rPr lang="es-ES_tradnl" dirty="0"/>
              <a:t>Complejidad (coste espacial)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29844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732955-E3C5-6736-73E8-11CF443299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3 Marcador de número de diapositiva">
            <a:extLst>
              <a:ext uri="{FF2B5EF4-FFF2-40B4-BE49-F238E27FC236}">
                <a16:creationId xmlns:a16="http://schemas.microsoft.com/office/drawing/2014/main" id="{B5D10CCA-AE98-D51F-D9FB-2D772A2F67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4E7847B6-FB90-4985-BDAD-0FC52C69182E}" type="slidenum">
              <a:rPr lang="es-ES_tradnl" noProof="0" smtClean="0"/>
              <a:pPr/>
              <a:t>9</a:t>
            </a:fld>
            <a:endParaRPr lang="es-ES_tradnl" noProof="0" dirty="0"/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11374233-0D2F-E4D9-6211-33439E796C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Operaciones y operadores</a:t>
            </a:r>
            <a:endParaRPr lang="en-US" dirty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E8023F2-1B36-92D1-AD66-708C613182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_tradnl" sz="2000" dirty="0"/>
              <a:t>Prestaciones (coste temporal)</a:t>
            </a:r>
          </a:p>
          <a:p>
            <a:pPr lvl="1"/>
            <a:r>
              <a:rPr lang="es-ES_tradnl" sz="1800" dirty="0"/>
              <a:t>Tiempo de respuesta (retardo) </a:t>
            </a:r>
          </a:p>
          <a:p>
            <a:pPr lvl="2"/>
            <a:r>
              <a:rPr lang="es-ES_tradnl" sz="1600" dirty="0"/>
              <a:t>Tiempo necesario para realizar un cálculo. Cuanto más corto, mejor</a:t>
            </a:r>
          </a:p>
          <a:p>
            <a:pPr lvl="2"/>
            <a:r>
              <a:rPr lang="es-ES_tradnl" sz="1600" dirty="0"/>
              <a:t>Se mide en unidades de tiempo (</a:t>
            </a:r>
            <a:r>
              <a:rPr lang="es-ES_tradnl" sz="1600" dirty="0" err="1"/>
              <a:t>ns</a:t>
            </a:r>
            <a:r>
              <a:rPr lang="es-ES_tradnl" sz="1600" dirty="0"/>
              <a:t>, </a:t>
            </a:r>
            <a:r>
              <a:rPr lang="es-ES_tradnl" sz="1600" dirty="0" err="1"/>
              <a:t>ps</a:t>
            </a:r>
            <a:r>
              <a:rPr lang="es-ES_tradnl" sz="1600" dirty="0"/>
              <a:t>, retardo de puerta…)</a:t>
            </a:r>
          </a:p>
          <a:p>
            <a:pPr lvl="1"/>
            <a:r>
              <a:rPr lang="es-ES_tradnl" sz="1800" dirty="0"/>
              <a:t>Productividad</a:t>
            </a:r>
          </a:p>
          <a:p>
            <a:pPr lvl="2"/>
            <a:r>
              <a:rPr lang="es-ES_tradnl" sz="1600" dirty="0"/>
              <a:t>Número de operaciones por unidad de tiempo. Cuanto más grande, mejor</a:t>
            </a:r>
          </a:p>
          <a:p>
            <a:pPr lvl="2"/>
            <a:r>
              <a:rPr lang="es-ES_tradnl" sz="1600" dirty="0"/>
              <a:t>Se puede medir con unidades genéricas OPS (operaciones por segundo), KOPS, MOPS, GOPS...</a:t>
            </a:r>
          </a:p>
          <a:p>
            <a:pPr lvl="3"/>
            <a:r>
              <a:rPr lang="es-ES_tradnl" sz="1400" dirty="0"/>
              <a:t>caso de coma flotante: FLOPS, MFLOPS, etc.</a:t>
            </a:r>
          </a:p>
          <a:p>
            <a:r>
              <a:rPr lang="es-ES_tradnl" sz="2000" dirty="0"/>
              <a:t>Complejidad (coste espacial)</a:t>
            </a:r>
          </a:p>
          <a:p>
            <a:pPr lvl="1"/>
            <a:r>
              <a:rPr lang="es-ES_tradnl" sz="1800" dirty="0"/>
              <a:t>Número de puertas, número de transistores, área del chip (unidades típicas: </a:t>
            </a:r>
            <a:r>
              <a:rPr lang="es-ES_tradnl" sz="1800" dirty="0">
                <a:cs typeface="Arial" charset="0"/>
              </a:rPr>
              <a:t>μ</a:t>
            </a:r>
            <a:r>
              <a:rPr lang="es-ES_tradnl" sz="1800" dirty="0"/>
              <a:t>m</a:t>
            </a:r>
            <a:r>
              <a:rPr lang="es-ES_tradnl" sz="1800" b="1" baseline="30000" dirty="0"/>
              <a:t>2</a:t>
            </a:r>
            <a:r>
              <a:rPr lang="es-ES_tradnl" sz="1800" dirty="0"/>
              <a:t>, nm</a:t>
            </a:r>
            <a:r>
              <a:rPr lang="es-ES_tradnl" sz="1800" b="1" baseline="30000" dirty="0"/>
              <a:t>2</a:t>
            </a:r>
            <a:r>
              <a:rPr lang="es-ES_tradnl" sz="1800" dirty="0"/>
              <a:t>), potencia (unidades: </a:t>
            </a:r>
            <a:r>
              <a:rPr lang="es-ES_tradnl" sz="1800" dirty="0" err="1">
                <a:cs typeface="Arial" charset="0"/>
              </a:rPr>
              <a:t>μ</a:t>
            </a:r>
            <a:r>
              <a:rPr lang="es-ES_tradnl" sz="1800" dirty="0" err="1"/>
              <a:t>W</a:t>
            </a:r>
            <a:r>
              <a:rPr lang="es-ES_tradnl" sz="1800" dirty="0"/>
              <a:t>, </a:t>
            </a:r>
            <a:r>
              <a:rPr lang="es-ES_tradnl" sz="1800" dirty="0" err="1"/>
              <a:t>mW</a:t>
            </a:r>
            <a:r>
              <a:rPr lang="es-ES_tradnl" sz="1800" dirty="0"/>
              <a:t>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14880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319ACE-9177-3EA7-639B-BDD8289BC5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3 Marcador de número de diapositiva">
            <a:extLst>
              <a:ext uri="{FF2B5EF4-FFF2-40B4-BE49-F238E27FC236}">
                <a16:creationId xmlns:a16="http://schemas.microsoft.com/office/drawing/2014/main" id="{698D6CEC-ED17-3745-5516-28D804D61E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4E7847B6-FB90-4985-BDAD-0FC52C69182E}" type="slidenum">
              <a:rPr lang="es-ES_tradnl" noProof="0" smtClean="0"/>
              <a:pPr/>
              <a:t>10</a:t>
            </a:fld>
            <a:endParaRPr lang="es-ES_tradnl" noProof="0" dirty="0"/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372A921E-5F40-D6A3-A686-B3E1AE0226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Ejemplo: Operaciones lógicas</a:t>
            </a:r>
            <a:endParaRPr lang="en-US" dirty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D5275DE-545C-5577-88E0-3E016B17E7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_tradnl" sz="1800" dirty="0"/>
              <a:t>En RISC-V</a:t>
            </a:r>
          </a:p>
          <a:p>
            <a:pPr lvl="2"/>
            <a:endParaRPr lang="es-ES_tradnl" b="1" dirty="0">
              <a:latin typeface="Courier New" pitchFamily="49" charset="0"/>
            </a:endParaRPr>
          </a:p>
          <a:p>
            <a:pPr lvl="1"/>
            <a:endParaRPr lang="es-ES_tradnl" sz="1800" b="1" dirty="0">
              <a:latin typeface="Courier New" pitchFamily="49" charset="0"/>
            </a:endParaRPr>
          </a:p>
          <a:p>
            <a:pPr lvl="1"/>
            <a:endParaRPr lang="es-ES_tradnl" sz="1800" b="1" dirty="0">
              <a:latin typeface="Courier New" pitchFamily="49" charset="0"/>
            </a:endParaRPr>
          </a:p>
          <a:p>
            <a:pPr lvl="1">
              <a:buNone/>
            </a:pPr>
            <a:endParaRPr lang="es-ES_tradnl" sz="1800" b="1" dirty="0">
              <a:latin typeface="Courier New" pitchFamily="49" charset="0"/>
            </a:endParaRPr>
          </a:p>
          <a:p>
            <a:pPr lvl="1"/>
            <a:r>
              <a:rPr lang="es-ES_tradnl" sz="1800" dirty="0"/>
              <a:t>Operación derivada:  </a:t>
            </a:r>
            <a:r>
              <a:rPr lang="es-ES_tradnl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not</a:t>
            </a:r>
            <a:r>
              <a:rPr lang="es-ES_tradnl" sz="1800" dirty="0"/>
              <a:t> (Ca1)</a:t>
            </a:r>
            <a:br>
              <a:rPr lang="es-ES_tradnl" sz="1800" dirty="0"/>
            </a:br>
            <a:r>
              <a:rPr lang="es-ES_tradnl" sz="1800" dirty="0"/>
              <a:t>	</a:t>
            </a:r>
            <a:r>
              <a:rPr lang="es-ES_tradnl" b="1" dirty="0" err="1">
                <a:latin typeface="Courier New" pitchFamily="49" charset="0"/>
              </a:rPr>
              <a:t>li</a:t>
            </a:r>
            <a:r>
              <a:rPr lang="es-ES_tradnl" b="1" dirty="0">
                <a:latin typeface="Courier New" pitchFamily="49" charset="0"/>
              </a:rPr>
              <a:t> t0, 0xFFFFFFFF</a:t>
            </a:r>
          </a:p>
          <a:p>
            <a:pPr lvl="2">
              <a:buNone/>
            </a:pPr>
            <a:r>
              <a:rPr lang="es-ES_tradnl" b="1" dirty="0">
                <a:latin typeface="Courier New" pitchFamily="49" charset="0"/>
              </a:rPr>
              <a:t>  </a:t>
            </a:r>
            <a:r>
              <a:rPr lang="es-ES_tradnl" b="1" dirty="0" err="1">
                <a:latin typeface="Courier New" pitchFamily="49" charset="0"/>
              </a:rPr>
              <a:t>xor</a:t>
            </a:r>
            <a:r>
              <a:rPr lang="es-ES_tradnl" b="1" dirty="0">
                <a:latin typeface="Courier New" pitchFamily="49" charset="0"/>
              </a:rPr>
              <a:t> x2, x2, t0</a:t>
            </a:r>
          </a:p>
        </p:txBody>
      </p:sp>
      <p:grpSp>
        <p:nvGrpSpPr>
          <p:cNvPr id="13" name="Agrupar 186">
            <a:extLst>
              <a:ext uri="{FF2B5EF4-FFF2-40B4-BE49-F238E27FC236}">
                <a16:creationId xmlns:a16="http://schemas.microsoft.com/office/drawing/2014/main" id="{BCB2EB18-A3FB-8024-35CC-BF6994A0131F}"/>
              </a:ext>
            </a:extLst>
          </p:cNvPr>
          <p:cNvGrpSpPr/>
          <p:nvPr/>
        </p:nvGrpSpPr>
        <p:grpSpPr>
          <a:xfrm>
            <a:off x="990600" y="1786751"/>
            <a:ext cx="3657600" cy="1354217"/>
            <a:chOff x="152401" y="1824038"/>
            <a:chExt cx="3657600" cy="1354217"/>
          </a:xfrm>
        </p:grpSpPr>
        <p:sp>
          <p:nvSpPr>
            <p:cNvPr id="14" name="Text Box 4">
              <a:extLst>
                <a:ext uri="{FF2B5EF4-FFF2-40B4-BE49-F238E27FC236}">
                  <a16:creationId xmlns:a16="http://schemas.microsoft.com/office/drawing/2014/main" id="{953BFB6A-5720-A5E2-4579-9733286F822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2401" y="1824038"/>
              <a:ext cx="3657600" cy="1354217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>
                <a:lnSpc>
                  <a:spcPct val="80000"/>
                </a:lnSpc>
                <a:tabLst>
                  <a:tab pos="715963" algn="ctr"/>
                  <a:tab pos="2597150" algn="ctr"/>
                </a:tabLst>
              </a:pPr>
              <a:r>
                <a:rPr lang="es-ES_tradnl" noProof="0" dirty="0">
                  <a:solidFill>
                    <a:schemeClr val="tx1"/>
                  </a:solidFill>
                </a:rPr>
                <a:t>	formato R	formato I</a:t>
              </a:r>
            </a:p>
            <a:p>
              <a:pPr>
                <a:lnSpc>
                  <a:spcPct val="130000"/>
                </a:lnSpc>
                <a:tabLst>
                  <a:tab pos="715963" algn="ctr"/>
                  <a:tab pos="2597150" algn="ctr"/>
                </a:tabLst>
              </a:pPr>
              <a:r>
                <a:rPr lang="es-ES_tradnl" noProof="0" dirty="0">
                  <a:solidFill>
                    <a:schemeClr val="tx1"/>
                  </a:solidFill>
                </a:rPr>
                <a:t>	</a:t>
              </a:r>
              <a:r>
                <a:rPr lang="es-ES_tradnl" b="1" noProof="0" dirty="0" err="1">
                  <a:solidFill>
                    <a:schemeClr val="tx1"/>
                  </a:solidFill>
                  <a:latin typeface="Courier New" pitchFamily="49" charset="0"/>
                </a:rPr>
                <a:t>or</a:t>
              </a:r>
              <a:r>
                <a:rPr lang="es-ES_tradnl" b="1" noProof="0" dirty="0">
                  <a:solidFill>
                    <a:schemeClr val="tx1"/>
                  </a:solidFill>
                  <a:latin typeface="Courier New" pitchFamily="49" charset="0"/>
                </a:rPr>
                <a:t>	ori</a:t>
              </a:r>
            </a:p>
            <a:p>
              <a:pPr>
                <a:tabLst>
                  <a:tab pos="715963" algn="ctr"/>
                  <a:tab pos="2597150" algn="ctr"/>
                </a:tabLst>
              </a:pPr>
              <a:r>
                <a:rPr lang="es-ES_tradnl" noProof="0" dirty="0">
                  <a:solidFill>
                    <a:schemeClr val="tx1"/>
                  </a:solidFill>
                </a:rPr>
                <a:t>	</a:t>
              </a:r>
              <a:r>
                <a:rPr lang="es-ES_tradnl" b="1" noProof="0" dirty="0">
                  <a:solidFill>
                    <a:schemeClr val="tx1"/>
                  </a:solidFill>
                  <a:latin typeface="Courier New" pitchFamily="49" charset="0"/>
                </a:rPr>
                <a:t>and	</a:t>
              </a:r>
              <a:r>
                <a:rPr lang="es-ES_tradnl" b="1" noProof="0" dirty="0" err="1">
                  <a:solidFill>
                    <a:schemeClr val="tx1"/>
                  </a:solidFill>
                  <a:latin typeface="Courier New" pitchFamily="49" charset="0"/>
                </a:rPr>
                <a:t>andi</a:t>
              </a:r>
              <a:br>
                <a:rPr lang="es-ES_tradnl" noProof="0" dirty="0">
                  <a:solidFill>
                    <a:schemeClr val="tx1"/>
                  </a:solidFill>
                  <a:latin typeface="Courier New" pitchFamily="49" charset="0"/>
                </a:rPr>
              </a:br>
              <a:r>
                <a:rPr lang="es-ES_tradnl" noProof="0" dirty="0">
                  <a:solidFill>
                    <a:schemeClr val="tx1"/>
                  </a:solidFill>
                </a:rPr>
                <a:t>	</a:t>
              </a:r>
              <a:r>
                <a:rPr lang="es-ES_tradnl" b="1" noProof="0" dirty="0" err="1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xor</a:t>
              </a:r>
              <a:r>
                <a:rPr lang="es-ES_tradnl" b="1" noProof="0" dirty="0">
                  <a:solidFill>
                    <a:schemeClr val="tx1"/>
                  </a:solidFill>
                  <a:latin typeface="Courier New" pitchFamily="49" charset="0"/>
                </a:rPr>
                <a:t>	</a:t>
              </a:r>
              <a:r>
                <a:rPr lang="es-ES_tradnl" b="1" noProof="0" dirty="0" err="1">
                  <a:solidFill>
                    <a:schemeClr val="tx1"/>
                  </a:solidFill>
                  <a:latin typeface="Courier New" pitchFamily="49" charset="0"/>
                </a:rPr>
                <a:t>xori</a:t>
              </a:r>
              <a:endParaRPr lang="es-ES_tradnl" b="1" noProof="0" dirty="0">
                <a:solidFill>
                  <a:schemeClr val="tx1"/>
                </a:solidFill>
                <a:latin typeface="Courier New" pitchFamily="49" charset="0"/>
              </a:endParaRPr>
            </a:p>
          </p:txBody>
        </p:sp>
        <p:sp>
          <p:nvSpPr>
            <p:cNvPr id="15" name="Line 5">
              <a:extLst>
                <a:ext uri="{FF2B5EF4-FFF2-40B4-BE49-F238E27FC236}">
                  <a16:creationId xmlns:a16="http://schemas.microsoft.com/office/drawing/2014/main" id="{6D9E927F-0F94-1F92-1882-5175700CD0E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1000" y="2209800"/>
              <a:ext cx="3048000" cy="0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/>
              <a:tailEnd/>
            </a:ln>
            <a:effectLst/>
          </p:spPr>
          <p:txBody>
            <a:bodyPr anchor="ctr"/>
            <a:lstStyle/>
            <a:p>
              <a:endParaRPr lang="es-ES_tradnl" noProof="0" dirty="0"/>
            </a:p>
          </p:txBody>
        </p:sp>
      </p:grpSp>
      <p:grpSp>
        <p:nvGrpSpPr>
          <p:cNvPr id="16" name="Agrupar 313">
            <a:extLst>
              <a:ext uri="{FF2B5EF4-FFF2-40B4-BE49-F238E27FC236}">
                <a16:creationId xmlns:a16="http://schemas.microsoft.com/office/drawing/2014/main" id="{6486764A-808F-8F45-A80C-05CA8DFFFAD0}"/>
              </a:ext>
            </a:extLst>
          </p:cNvPr>
          <p:cNvGrpSpPr/>
          <p:nvPr/>
        </p:nvGrpSpPr>
        <p:grpSpPr>
          <a:xfrm>
            <a:off x="5360616" y="1447800"/>
            <a:ext cx="3478584" cy="1664732"/>
            <a:chOff x="5334000" y="1219200"/>
            <a:chExt cx="3478584" cy="1664732"/>
          </a:xfrm>
        </p:grpSpPr>
        <p:grpSp>
          <p:nvGrpSpPr>
            <p:cNvPr id="17" name="Group 378">
              <a:extLst>
                <a:ext uri="{FF2B5EF4-FFF2-40B4-BE49-F238E27FC236}">
                  <a16:creationId xmlns:a16="http://schemas.microsoft.com/office/drawing/2014/main" id="{9DEBD077-BC1A-10AA-133B-88F492A6102A}"/>
                </a:ext>
              </a:extLst>
            </p:cNvPr>
            <p:cNvGrpSpPr>
              <a:grpSpLocks/>
            </p:cNvGrpSpPr>
            <p:nvPr/>
          </p:nvGrpSpPr>
          <p:grpSpPr bwMode="auto">
            <a:xfrm rot="5400000">
              <a:off x="7452722" y="1843678"/>
              <a:ext cx="521829" cy="492074"/>
              <a:chOff x="4464" y="1200"/>
              <a:chExt cx="432" cy="432"/>
            </a:xfrm>
          </p:grpSpPr>
          <p:sp>
            <p:nvSpPr>
              <p:cNvPr id="55" name="Freeform 379">
                <a:extLst>
                  <a:ext uri="{FF2B5EF4-FFF2-40B4-BE49-F238E27FC236}">
                    <a16:creationId xmlns:a16="http://schemas.microsoft.com/office/drawing/2014/main" id="{CA4726F8-2981-F385-7F5A-C160DAEA1F22}"/>
                  </a:ext>
                </a:extLst>
              </p:cNvPr>
              <p:cNvSpPr>
                <a:spLocks/>
              </p:cNvSpPr>
              <p:nvPr/>
            </p:nvSpPr>
            <p:spPr bwMode="blackWhite">
              <a:xfrm>
                <a:off x="4703" y="1416"/>
                <a:ext cx="193" cy="216"/>
              </a:xfrm>
              <a:custGeom>
                <a:avLst/>
                <a:gdLst/>
                <a:ahLst/>
                <a:cxnLst>
                  <a:cxn ang="0">
                    <a:pos x="0" y="191"/>
                  </a:cxn>
                  <a:cxn ang="0">
                    <a:pos x="0" y="191"/>
                  </a:cxn>
                  <a:cxn ang="0">
                    <a:pos x="0" y="191"/>
                  </a:cxn>
                  <a:cxn ang="0">
                    <a:pos x="0" y="191"/>
                  </a:cxn>
                  <a:cxn ang="0">
                    <a:pos x="0" y="191"/>
                  </a:cxn>
                  <a:cxn ang="0">
                    <a:pos x="0" y="191"/>
                  </a:cxn>
                  <a:cxn ang="0">
                    <a:pos x="0" y="191"/>
                  </a:cxn>
                  <a:cxn ang="0">
                    <a:pos x="19" y="190"/>
                  </a:cxn>
                  <a:cxn ang="0">
                    <a:pos x="38" y="187"/>
                  </a:cxn>
                  <a:cxn ang="0">
                    <a:pos x="56" y="182"/>
                  </a:cxn>
                  <a:cxn ang="0">
                    <a:pos x="74" y="175"/>
                  </a:cxn>
                  <a:cxn ang="0">
                    <a:pos x="90" y="168"/>
                  </a:cxn>
                  <a:cxn ang="0">
                    <a:pos x="107" y="158"/>
                  </a:cxn>
                  <a:cxn ang="0">
                    <a:pos x="121" y="147"/>
                  </a:cxn>
                  <a:cxn ang="0">
                    <a:pos x="134" y="134"/>
                  </a:cxn>
                  <a:cxn ang="0">
                    <a:pos x="146" y="121"/>
                  </a:cxn>
                  <a:cxn ang="0">
                    <a:pos x="158" y="107"/>
                  </a:cxn>
                  <a:cxn ang="0">
                    <a:pos x="167" y="90"/>
                  </a:cxn>
                  <a:cxn ang="0">
                    <a:pos x="175" y="74"/>
                  </a:cxn>
                  <a:cxn ang="0">
                    <a:pos x="182" y="56"/>
                  </a:cxn>
                  <a:cxn ang="0">
                    <a:pos x="186" y="38"/>
                  </a:cxn>
                  <a:cxn ang="0">
                    <a:pos x="189" y="19"/>
                  </a:cxn>
                  <a:cxn ang="0">
                    <a:pos x="190" y="0"/>
                  </a:cxn>
                </a:cxnLst>
                <a:rect l="0" t="0" r="r" b="b"/>
                <a:pathLst>
                  <a:path w="191" h="192">
                    <a:moveTo>
                      <a:pt x="0" y="191"/>
                    </a:moveTo>
                    <a:lnTo>
                      <a:pt x="0" y="191"/>
                    </a:lnTo>
                    <a:lnTo>
                      <a:pt x="0" y="191"/>
                    </a:lnTo>
                    <a:lnTo>
                      <a:pt x="0" y="191"/>
                    </a:lnTo>
                    <a:lnTo>
                      <a:pt x="0" y="191"/>
                    </a:lnTo>
                    <a:lnTo>
                      <a:pt x="0" y="191"/>
                    </a:lnTo>
                    <a:lnTo>
                      <a:pt x="0" y="191"/>
                    </a:lnTo>
                    <a:lnTo>
                      <a:pt x="19" y="190"/>
                    </a:lnTo>
                    <a:lnTo>
                      <a:pt x="38" y="187"/>
                    </a:lnTo>
                    <a:lnTo>
                      <a:pt x="56" y="182"/>
                    </a:lnTo>
                    <a:lnTo>
                      <a:pt x="74" y="175"/>
                    </a:lnTo>
                    <a:lnTo>
                      <a:pt x="90" y="168"/>
                    </a:lnTo>
                    <a:lnTo>
                      <a:pt x="107" y="158"/>
                    </a:lnTo>
                    <a:lnTo>
                      <a:pt x="121" y="147"/>
                    </a:lnTo>
                    <a:lnTo>
                      <a:pt x="134" y="134"/>
                    </a:lnTo>
                    <a:lnTo>
                      <a:pt x="146" y="121"/>
                    </a:lnTo>
                    <a:lnTo>
                      <a:pt x="158" y="107"/>
                    </a:lnTo>
                    <a:lnTo>
                      <a:pt x="167" y="90"/>
                    </a:lnTo>
                    <a:lnTo>
                      <a:pt x="175" y="74"/>
                    </a:lnTo>
                    <a:lnTo>
                      <a:pt x="182" y="56"/>
                    </a:lnTo>
                    <a:lnTo>
                      <a:pt x="186" y="38"/>
                    </a:lnTo>
                    <a:lnTo>
                      <a:pt x="189" y="19"/>
                    </a:lnTo>
                    <a:lnTo>
                      <a:pt x="190" y="0"/>
                    </a:lnTo>
                  </a:path>
                </a:pathLst>
              </a:custGeom>
              <a:solidFill>
                <a:schemeClr val="bg1"/>
              </a:solidFill>
              <a:ln w="25400" cap="rnd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endParaRPr lang="es-ES_tradnl" sz="1800" noProof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6" name="Freeform 380">
                <a:extLst>
                  <a:ext uri="{FF2B5EF4-FFF2-40B4-BE49-F238E27FC236}">
                    <a16:creationId xmlns:a16="http://schemas.microsoft.com/office/drawing/2014/main" id="{2A3304A7-FE2F-1193-6A16-28C744FE0D24}"/>
                  </a:ext>
                </a:extLst>
              </p:cNvPr>
              <p:cNvSpPr>
                <a:spLocks/>
              </p:cNvSpPr>
              <p:nvPr/>
            </p:nvSpPr>
            <p:spPr bwMode="blackWhite">
              <a:xfrm>
                <a:off x="4464" y="1200"/>
                <a:ext cx="239" cy="432"/>
              </a:xfrm>
              <a:custGeom>
                <a:avLst/>
                <a:gdLst/>
                <a:ahLst/>
                <a:cxnLst>
                  <a:cxn ang="0">
                    <a:pos x="379" y="383"/>
                  </a:cxn>
                  <a:cxn ang="0">
                    <a:pos x="0" y="383"/>
                  </a:cxn>
                  <a:cxn ang="0">
                    <a:pos x="0" y="0"/>
                  </a:cxn>
                  <a:cxn ang="0">
                    <a:pos x="379" y="0"/>
                  </a:cxn>
                </a:cxnLst>
                <a:rect l="0" t="0" r="r" b="b"/>
                <a:pathLst>
                  <a:path w="380" h="384">
                    <a:moveTo>
                      <a:pt x="379" y="383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379" y="0"/>
                    </a:lnTo>
                  </a:path>
                </a:pathLst>
              </a:custGeom>
              <a:solidFill>
                <a:schemeClr val="bg1"/>
              </a:solidFill>
              <a:ln w="25400" cap="rnd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endParaRPr lang="es-ES_tradnl" sz="1800" noProof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7" name="Freeform 381">
                <a:extLst>
                  <a:ext uri="{FF2B5EF4-FFF2-40B4-BE49-F238E27FC236}">
                    <a16:creationId xmlns:a16="http://schemas.microsoft.com/office/drawing/2014/main" id="{A487299F-B274-7847-87F6-F23B1C7208DB}"/>
                  </a:ext>
                </a:extLst>
              </p:cNvPr>
              <p:cNvSpPr>
                <a:spLocks/>
              </p:cNvSpPr>
              <p:nvPr/>
            </p:nvSpPr>
            <p:spPr bwMode="blackWhite">
              <a:xfrm>
                <a:off x="4703" y="1200"/>
                <a:ext cx="193" cy="217"/>
              </a:xfrm>
              <a:custGeom>
                <a:avLst/>
                <a:gdLst/>
                <a:ahLst/>
                <a:cxnLst>
                  <a:cxn ang="0">
                    <a:pos x="190" y="192"/>
                  </a:cxn>
                  <a:cxn ang="0">
                    <a:pos x="190" y="192"/>
                  </a:cxn>
                  <a:cxn ang="0">
                    <a:pos x="189" y="172"/>
                  </a:cxn>
                  <a:cxn ang="0">
                    <a:pos x="186" y="153"/>
                  </a:cxn>
                  <a:cxn ang="0">
                    <a:pos x="182" y="135"/>
                  </a:cxn>
                  <a:cxn ang="0">
                    <a:pos x="175" y="117"/>
                  </a:cxn>
                  <a:cxn ang="0">
                    <a:pos x="167" y="101"/>
                  </a:cxn>
                  <a:cxn ang="0">
                    <a:pos x="158" y="84"/>
                  </a:cxn>
                  <a:cxn ang="0">
                    <a:pos x="146" y="70"/>
                  </a:cxn>
                  <a:cxn ang="0">
                    <a:pos x="134" y="57"/>
                  </a:cxn>
                  <a:cxn ang="0">
                    <a:pos x="121" y="44"/>
                  </a:cxn>
                  <a:cxn ang="0">
                    <a:pos x="107" y="33"/>
                  </a:cxn>
                  <a:cxn ang="0">
                    <a:pos x="90" y="23"/>
                  </a:cxn>
                  <a:cxn ang="0">
                    <a:pos x="74" y="16"/>
                  </a:cxn>
                  <a:cxn ang="0">
                    <a:pos x="56" y="9"/>
                  </a:cxn>
                  <a:cxn ang="0">
                    <a:pos x="38" y="4"/>
                  </a:cxn>
                  <a:cxn ang="0">
                    <a:pos x="19" y="1"/>
                  </a:cxn>
                  <a:cxn ang="0">
                    <a:pos x="0" y="0"/>
                  </a:cxn>
                </a:cxnLst>
                <a:rect l="0" t="0" r="r" b="b"/>
                <a:pathLst>
                  <a:path w="191" h="193">
                    <a:moveTo>
                      <a:pt x="190" y="192"/>
                    </a:moveTo>
                    <a:lnTo>
                      <a:pt x="190" y="192"/>
                    </a:lnTo>
                    <a:lnTo>
                      <a:pt x="189" y="172"/>
                    </a:lnTo>
                    <a:lnTo>
                      <a:pt x="186" y="153"/>
                    </a:lnTo>
                    <a:lnTo>
                      <a:pt x="182" y="135"/>
                    </a:lnTo>
                    <a:lnTo>
                      <a:pt x="175" y="117"/>
                    </a:lnTo>
                    <a:lnTo>
                      <a:pt x="167" y="101"/>
                    </a:lnTo>
                    <a:lnTo>
                      <a:pt x="158" y="84"/>
                    </a:lnTo>
                    <a:lnTo>
                      <a:pt x="146" y="70"/>
                    </a:lnTo>
                    <a:lnTo>
                      <a:pt x="134" y="57"/>
                    </a:lnTo>
                    <a:lnTo>
                      <a:pt x="121" y="44"/>
                    </a:lnTo>
                    <a:lnTo>
                      <a:pt x="107" y="33"/>
                    </a:lnTo>
                    <a:lnTo>
                      <a:pt x="90" y="23"/>
                    </a:lnTo>
                    <a:lnTo>
                      <a:pt x="74" y="16"/>
                    </a:lnTo>
                    <a:lnTo>
                      <a:pt x="56" y="9"/>
                    </a:lnTo>
                    <a:lnTo>
                      <a:pt x="38" y="4"/>
                    </a:lnTo>
                    <a:lnTo>
                      <a:pt x="19" y="1"/>
                    </a:lnTo>
                    <a:lnTo>
                      <a:pt x="0" y="0"/>
                    </a:lnTo>
                  </a:path>
                </a:pathLst>
              </a:custGeom>
              <a:solidFill>
                <a:schemeClr val="bg1"/>
              </a:solidFill>
              <a:ln w="25400" cap="rnd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endParaRPr lang="es-ES_tradnl" sz="1800" noProof="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8" name="Group 382">
              <a:extLst>
                <a:ext uri="{FF2B5EF4-FFF2-40B4-BE49-F238E27FC236}">
                  <a16:creationId xmlns:a16="http://schemas.microsoft.com/office/drawing/2014/main" id="{767B649F-1B33-5349-9A35-2212BFEEC66A}"/>
                </a:ext>
              </a:extLst>
            </p:cNvPr>
            <p:cNvGrpSpPr>
              <a:grpSpLocks/>
            </p:cNvGrpSpPr>
            <p:nvPr/>
          </p:nvGrpSpPr>
          <p:grpSpPr bwMode="auto">
            <a:xfrm rot="5400000">
              <a:off x="6766922" y="1843678"/>
              <a:ext cx="521829" cy="492074"/>
              <a:chOff x="4464" y="1200"/>
              <a:chExt cx="432" cy="432"/>
            </a:xfrm>
          </p:grpSpPr>
          <p:sp>
            <p:nvSpPr>
              <p:cNvPr id="52" name="Freeform 383">
                <a:extLst>
                  <a:ext uri="{FF2B5EF4-FFF2-40B4-BE49-F238E27FC236}">
                    <a16:creationId xmlns:a16="http://schemas.microsoft.com/office/drawing/2014/main" id="{A6405BDE-CDAC-9F18-0B14-ADBCB7351335}"/>
                  </a:ext>
                </a:extLst>
              </p:cNvPr>
              <p:cNvSpPr>
                <a:spLocks/>
              </p:cNvSpPr>
              <p:nvPr/>
            </p:nvSpPr>
            <p:spPr bwMode="blackWhite">
              <a:xfrm>
                <a:off x="4703" y="1416"/>
                <a:ext cx="193" cy="216"/>
              </a:xfrm>
              <a:custGeom>
                <a:avLst/>
                <a:gdLst/>
                <a:ahLst/>
                <a:cxnLst>
                  <a:cxn ang="0">
                    <a:pos x="0" y="191"/>
                  </a:cxn>
                  <a:cxn ang="0">
                    <a:pos x="0" y="191"/>
                  </a:cxn>
                  <a:cxn ang="0">
                    <a:pos x="0" y="191"/>
                  </a:cxn>
                  <a:cxn ang="0">
                    <a:pos x="0" y="191"/>
                  </a:cxn>
                  <a:cxn ang="0">
                    <a:pos x="0" y="191"/>
                  </a:cxn>
                  <a:cxn ang="0">
                    <a:pos x="0" y="191"/>
                  </a:cxn>
                  <a:cxn ang="0">
                    <a:pos x="0" y="191"/>
                  </a:cxn>
                  <a:cxn ang="0">
                    <a:pos x="19" y="190"/>
                  </a:cxn>
                  <a:cxn ang="0">
                    <a:pos x="38" y="187"/>
                  </a:cxn>
                  <a:cxn ang="0">
                    <a:pos x="56" y="182"/>
                  </a:cxn>
                  <a:cxn ang="0">
                    <a:pos x="74" y="175"/>
                  </a:cxn>
                  <a:cxn ang="0">
                    <a:pos x="90" y="168"/>
                  </a:cxn>
                  <a:cxn ang="0">
                    <a:pos x="107" y="158"/>
                  </a:cxn>
                  <a:cxn ang="0">
                    <a:pos x="121" y="147"/>
                  </a:cxn>
                  <a:cxn ang="0">
                    <a:pos x="134" y="134"/>
                  </a:cxn>
                  <a:cxn ang="0">
                    <a:pos x="146" y="121"/>
                  </a:cxn>
                  <a:cxn ang="0">
                    <a:pos x="158" y="107"/>
                  </a:cxn>
                  <a:cxn ang="0">
                    <a:pos x="167" y="90"/>
                  </a:cxn>
                  <a:cxn ang="0">
                    <a:pos x="175" y="74"/>
                  </a:cxn>
                  <a:cxn ang="0">
                    <a:pos x="182" y="56"/>
                  </a:cxn>
                  <a:cxn ang="0">
                    <a:pos x="186" y="38"/>
                  </a:cxn>
                  <a:cxn ang="0">
                    <a:pos x="189" y="19"/>
                  </a:cxn>
                  <a:cxn ang="0">
                    <a:pos x="190" y="0"/>
                  </a:cxn>
                </a:cxnLst>
                <a:rect l="0" t="0" r="r" b="b"/>
                <a:pathLst>
                  <a:path w="191" h="192">
                    <a:moveTo>
                      <a:pt x="0" y="191"/>
                    </a:moveTo>
                    <a:lnTo>
                      <a:pt x="0" y="191"/>
                    </a:lnTo>
                    <a:lnTo>
                      <a:pt x="0" y="191"/>
                    </a:lnTo>
                    <a:lnTo>
                      <a:pt x="0" y="191"/>
                    </a:lnTo>
                    <a:lnTo>
                      <a:pt x="0" y="191"/>
                    </a:lnTo>
                    <a:lnTo>
                      <a:pt x="0" y="191"/>
                    </a:lnTo>
                    <a:lnTo>
                      <a:pt x="0" y="191"/>
                    </a:lnTo>
                    <a:lnTo>
                      <a:pt x="19" y="190"/>
                    </a:lnTo>
                    <a:lnTo>
                      <a:pt x="38" y="187"/>
                    </a:lnTo>
                    <a:lnTo>
                      <a:pt x="56" y="182"/>
                    </a:lnTo>
                    <a:lnTo>
                      <a:pt x="74" y="175"/>
                    </a:lnTo>
                    <a:lnTo>
                      <a:pt x="90" y="168"/>
                    </a:lnTo>
                    <a:lnTo>
                      <a:pt x="107" y="158"/>
                    </a:lnTo>
                    <a:lnTo>
                      <a:pt x="121" y="147"/>
                    </a:lnTo>
                    <a:lnTo>
                      <a:pt x="134" y="134"/>
                    </a:lnTo>
                    <a:lnTo>
                      <a:pt x="146" y="121"/>
                    </a:lnTo>
                    <a:lnTo>
                      <a:pt x="158" y="107"/>
                    </a:lnTo>
                    <a:lnTo>
                      <a:pt x="167" y="90"/>
                    </a:lnTo>
                    <a:lnTo>
                      <a:pt x="175" y="74"/>
                    </a:lnTo>
                    <a:lnTo>
                      <a:pt x="182" y="56"/>
                    </a:lnTo>
                    <a:lnTo>
                      <a:pt x="186" y="38"/>
                    </a:lnTo>
                    <a:lnTo>
                      <a:pt x="189" y="19"/>
                    </a:lnTo>
                    <a:lnTo>
                      <a:pt x="190" y="0"/>
                    </a:lnTo>
                  </a:path>
                </a:pathLst>
              </a:custGeom>
              <a:solidFill>
                <a:schemeClr val="bg1"/>
              </a:solidFill>
              <a:ln w="25400" cap="rnd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endParaRPr lang="es-ES_tradnl" sz="1800" noProof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3" name="Freeform 384">
                <a:extLst>
                  <a:ext uri="{FF2B5EF4-FFF2-40B4-BE49-F238E27FC236}">
                    <a16:creationId xmlns:a16="http://schemas.microsoft.com/office/drawing/2014/main" id="{165921D9-CF2E-9D07-DFC8-9CD6E6A7C260}"/>
                  </a:ext>
                </a:extLst>
              </p:cNvPr>
              <p:cNvSpPr>
                <a:spLocks/>
              </p:cNvSpPr>
              <p:nvPr/>
            </p:nvSpPr>
            <p:spPr bwMode="blackWhite">
              <a:xfrm>
                <a:off x="4464" y="1200"/>
                <a:ext cx="239" cy="432"/>
              </a:xfrm>
              <a:custGeom>
                <a:avLst/>
                <a:gdLst/>
                <a:ahLst/>
                <a:cxnLst>
                  <a:cxn ang="0">
                    <a:pos x="379" y="383"/>
                  </a:cxn>
                  <a:cxn ang="0">
                    <a:pos x="0" y="383"/>
                  </a:cxn>
                  <a:cxn ang="0">
                    <a:pos x="0" y="0"/>
                  </a:cxn>
                  <a:cxn ang="0">
                    <a:pos x="379" y="0"/>
                  </a:cxn>
                </a:cxnLst>
                <a:rect l="0" t="0" r="r" b="b"/>
                <a:pathLst>
                  <a:path w="380" h="384">
                    <a:moveTo>
                      <a:pt x="379" y="383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379" y="0"/>
                    </a:lnTo>
                  </a:path>
                </a:pathLst>
              </a:custGeom>
              <a:solidFill>
                <a:schemeClr val="bg1"/>
              </a:solidFill>
              <a:ln w="25400" cap="rnd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endParaRPr lang="es-ES_tradnl" sz="1800" noProof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4" name="Freeform 385">
                <a:extLst>
                  <a:ext uri="{FF2B5EF4-FFF2-40B4-BE49-F238E27FC236}">
                    <a16:creationId xmlns:a16="http://schemas.microsoft.com/office/drawing/2014/main" id="{3E3D0F71-D3DB-D7C9-3250-8A9EC466E590}"/>
                  </a:ext>
                </a:extLst>
              </p:cNvPr>
              <p:cNvSpPr>
                <a:spLocks/>
              </p:cNvSpPr>
              <p:nvPr/>
            </p:nvSpPr>
            <p:spPr bwMode="blackWhite">
              <a:xfrm>
                <a:off x="4703" y="1200"/>
                <a:ext cx="193" cy="217"/>
              </a:xfrm>
              <a:custGeom>
                <a:avLst/>
                <a:gdLst/>
                <a:ahLst/>
                <a:cxnLst>
                  <a:cxn ang="0">
                    <a:pos x="190" y="192"/>
                  </a:cxn>
                  <a:cxn ang="0">
                    <a:pos x="190" y="192"/>
                  </a:cxn>
                  <a:cxn ang="0">
                    <a:pos x="189" y="172"/>
                  </a:cxn>
                  <a:cxn ang="0">
                    <a:pos x="186" y="153"/>
                  </a:cxn>
                  <a:cxn ang="0">
                    <a:pos x="182" y="135"/>
                  </a:cxn>
                  <a:cxn ang="0">
                    <a:pos x="175" y="117"/>
                  </a:cxn>
                  <a:cxn ang="0">
                    <a:pos x="167" y="101"/>
                  </a:cxn>
                  <a:cxn ang="0">
                    <a:pos x="158" y="84"/>
                  </a:cxn>
                  <a:cxn ang="0">
                    <a:pos x="146" y="70"/>
                  </a:cxn>
                  <a:cxn ang="0">
                    <a:pos x="134" y="57"/>
                  </a:cxn>
                  <a:cxn ang="0">
                    <a:pos x="121" y="44"/>
                  </a:cxn>
                  <a:cxn ang="0">
                    <a:pos x="107" y="33"/>
                  </a:cxn>
                  <a:cxn ang="0">
                    <a:pos x="90" y="23"/>
                  </a:cxn>
                  <a:cxn ang="0">
                    <a:pos x="74" y="16"/>
                  </a:cxn>
                  <a:cxn ang="0">
                    <a:pos x="56" y="9"/>
                  </a:cxn>
                  <a:cxn ang="0">
                    <a:pos x="38" y="4"/>
                  </a:cxn>
                  <a:cxn ang="0">
                    <a:pos x="19" y="1"/>
                  </a:cxn>
                  <a:cxn ang="0">
                    <a:pos x="0" y="0"/>
                  </a:cxn>
                </a:cxnLst>
                <a:rect l="0" t="0" r="r" b="b"/>
                <a:pathLst>
                  <a:path w="191" h="193">
                    <a:moveTo>
                      <a:pt x="190" y="192"/>
                    </a:moveTo>
                    <a:lnTo>
                      <a:pt x="190" y="192"/>
                    </a:lnTo>
                    <a:lnTo>
                      <a:pt x="189" y="172"/>
                    </a:lnTo>
                    <a:lnTo>
                      <a:pt x="186" y="153"/>
                    </a:lnTo>
                    <a:lnTo>
                      <a:pt x="182" y="135"/>
                    </a:lnTo>
                    <a:lnTo>
                      <a:pt x="175" y="117"/>
                    </a:lnTo>
                    <a:lnTo>
                      <a:pt x="167" y="101"/>
                    </a:lnTo>
                    <a:lnTo>
                      <a:pt x="158" y="84"/>
                    </a:lnTo>
                    <a:lnTo>
                      <a:pt x="146" y="70"/>
                    </a:lnTo>
                    <a:lnTo>
                      <a:pt x="134" y="57"/>
                    </a:lnTo>
                    <a:lnTo>
                      <a:pt x="121" y="44"/>
                    </a:lnTo>
                    <a:lnTo>
                      <a:pt x="107" y="33"/>
                    </a:lnTo>
                    <a:lnTo>
                      <a:pt x="90" y="23"/>
                    </a:lnTo>
                    <a:lnTo>
                      <a:pt x="74" y="16"/>
                    </a:lnTo>
                    <a:lnTo>
                      <a:pt x="56" y="9"/>
                    </a:lnTo>
                    <a:lnTo>
                      <a:pt x="38" y="4"/>
                    </a:lnTo>
                    <a:lnTo>
                      <a:pt x="19" y="1"/>
                    </a:lnTo>
                    <a:lnTo>
                      <a:pt x="0" y="0"/>
                    </a:lnTo>
                  </a:path>
                </a:pathLst>
              </a:custGeom>
              <a:solidFill>
                <a:schemeClr val="bg1"/>
              </a:solidFill>
              <a:ln w="25400" cap="rnd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endParaRPr lang="es-ES_tradnl" sz="1800" noProof="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9" name="Group 414">
              <a:extLst>
                <a:ext uri="{FF2B5EF4-FFF2-40B4-BE49-F238E27FC236}">
                  <a16:creationId xmlns:a16="http://schemas.microsoft.com/office/drawing/2014/main" id="{0EC7981F-4E92-8B0F-5DB8-7F46DF3D3671}"/>
                </a:ext>
              </a:extLst>
            </p:cNvPr>
            <p:cNvGrpSpPr>
              <a:grpSpLocks/>
            </p:cNvGrpSpPr>
            <p:nvPr/>
          </p:nvGrpSpPr>
          <p:grpSpPr bwMode="auto">
            <a:xfrm rot="5400000">
              <a:off x="8214722" y="1843678"/>
              <a:ext cx="521829" cy="492074"/>
              <a:chOff x="4464" y="1200"/>
              <a:chExt cx="432" cy="432"/>
            </a:xfrm>
          </p:grpSpPr>
          <p:sp>
            <p:nvSpPr>
              <p:cNvPr id="49" name="Freeform 415">
                <a:extLst>
                  <a:ext uri="{FF2B5EF4-FFF2-40B4-BE49-F238E27FC236}">
                    <a16:creationId xmlns:a16="http://schemas.microsoft.com/office/drawing/2014/main" id="{7D016C3D-8902-1F51-FCF7-E8D83CE90917}"/>
                  </a:ext>
                </a:extLst>
              </p:cNvPr>
              <p:cNvSpPr>
                <a:spLocks/>
              </p:cNvSpPr>
              <p:nvPr/>
            </p:nvSpPr>
            <p:spPr bwMode="blackWhite">
              <a:xfrm>
                <a:off x="4703" y="1416"/>
                <a:ext cx="193" cy="216"/>
              </a:xfrm>
              <a:custGeom>
                <a:avLst/>
                <a:gdLst/>
                <a:ahLst/>
                <a:cxnLst>
                  <a:cxn ang="0">
                    <a:pos x="0" y="191"/>
                  </a:cxn>
                  <a:cxn ang="0">
                    <a:pos x="0" y="191"/>
                  </a:cxn>
                  <a:cxn ang="0">
                    <a:pos x="0" y="191"/>
                  </a:cxn>
                  <a:cxn ang="0">
                    <a:pos x="0" y="191"/>
                  </a:cxn>
                  <a:cxn ang="0">
                    <a:pos x="0" y="191"/>
                  </a:cxn>
                  <a:cxn ang="0">
                    <a:pos x="0" y="191"/>
                  </a:cxn>
                  <a:cxn ang="0">
                    <a:pos x="0" y="191"/>
                  </a:cxn>
                  <a:cxn ang="0">
                    <a:pos x="19" y="190"/>
                  </a:cxn>
                  <a:cxn ang="0">
                    <a:pos x="38" y="187"/>
                  </a:cxn>
                  <a:cxn ang="0">
                    <a:pos x="56" y="182"/>
                  </a:cxn>
                  <a:cxn ang="0">
                    <a:pos x="74" y="175"/>
                  </a:cxn>
                  <a:cxn ang="0">
                    <a:pos x="90" y="168"/>
                  </a:cxn>
                  <a:cxn ang="0">
                    <a:pos x="107" y="158"/>
                  </a:cxn>
                  <a:cxn ang="0">
                    <a:pos x="121" y="147"/>
                  </a:cxn>
                  <a:cxn ang="0">
                    <a:pos x="134" y="134"/>
                  </a:cxn>
                  <a:cxn ang="0">
                    <a:pos x="146" y="121"/>
                  </a:cxn>
                  <a:cxn ang="0">
                    <a:pos x="158" y="107"/>
                  </a:cxn>
                  <a:cxn ang="0">
                    <a:pos x="167" y="90"/>
                  </a:cxn>
                  <a:cxn ang="0">
                    <a:pos x="175" y="74"/>
                  </a:cxn>
                  <a:cxn ang="0">
                    <a:pos x="182" y="56"/>
                  </a:cxn>
                  <a:cxn ang="0">
                    <a:pos x="186" y="38"/>
                  </a:cxn>
                  <a:cxn ang="0">
                    <a:pos x="189" y="19"/>
                  </a:cxn>
                  <a:cxn ang="0">
                    <a:pos x="190" y="0"/>
                  </a:cxn>
                </a:cxnLst>
                <a:rect l="0" t="0" r="r" b="b"/>
                <a:pathLst>
                  <a:path w="191" h="192">
                    <a:moveTo>
                      <a:pt x="0" y="191"/>
                    </a:moveTo>
                    <a:lnTo>
                      <a:pt x="0" y="191"/>
                    </a:lnTo>
                    <a:lnTo>
                      <a:pt x="0" y="191"/>
                    </a:lnTo>
                    <a:lnTo>
                      <a:pt x="0" y="191"/>
                    </a:lnTo>
                    <a:lnTo>
                      <a:pt x="0" y="191"/>
                    </a:lnTo>
                    <a:lnTo>
                      <a:pt x="0" y="191"/>
                    </a:lnTo>
                    <a:lnTo>
                      <a:pt x="0" y="191"/>
                    </a:lnTo>
                    <a:lnTo>
                      <a:pt x="19" y="190"/>
                    </a:lnTo>
                    <a:lnTo>
                      <a:pt x="38" y="187"/>
                    </a:lnTo>
                    <a:lnTo>
                      <a:pt x="56" y="182"/>
                    </a:lnTo>
                    <a:lnTo>
                      <a:pt x="74" y="175"/>
                    </a:lnTo>
                    <a:lnTo>
                      <a:pt x="90" y="168"/>
                    </a:lnTo>
                    <a:lnTo>
                      <a:pt x="107" y="158"/>
                    </a:lnTo>
                    <a:lnTo>
                      <a:pt x="121" y="147"/>
                    </a:lnTo>
                    <a:lnTo>
                      <a:pt x="134" y="134"/>
                    </a:lnTo>
                    <a:lnTo>
                      <a:pt x="146" y="121"/>
                    </a:lnTo>
                    <a:lnTo>
                      <a:pt x="158" y="107"/>
                    </a:lnTo>
                    <a:lnTo>
                      <a:pt x="167" y="90"/>
                    </a:lnTo>
                    <a:lnTo>
                      <a:pt x="175" y="74"/>
                    </a:lnTo>
                    <a:lnTo>
                      <a:pt x="182" y="56"/>
                    </a:lnTo>
                    <a:lnTo>
                      <a:pt x="186" y="38"/>
                    </a:lnTo>
                    <a:lnTo>
                      <a:pt x="189" y="19"/>
                    </a:lnTo>
                    <a:lnTo>
                      <a:pt x="190" y="0"/>
                    </a:lnTo>
                  </a:path>
                </a:pathLst>
              </a:custGeom>
              <a:solidFill>
                <a:schemeClr val="bg1"/>
              </a:solidFill>
              <a:ln w="25400" cap="rnd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endParaRPr lang="es-ES_tradnl" sz="1800" noProof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0" name="Freeform 416">
                <a:extLst>
                  <a:ext uri="{FF2B5EF4-FFF2-40B4-BE49-F238E27FC236}">
                    <a16:creationId xmlns:a16="http://schemas.microsoft.com/office/drawing/2014/main" id="{73FA423E-8610-023C-4326-6012E36E605A}"/>
                  </a:ext>
                </a:extLst>
              </p:cNvPr>
              <p:cNvSpPr>
                <a:spLocks/>
              </p:cNvSpPr>
              <p:nvPr/>
            </p:nvSpPr>
            <p:spPr bwMode="blackWhite">
              <a:xfrm>
                <a:off x="4464" y="1200"/>
                <a:ext cx="239" cy="432"/>
              </a:xfrm>
              <a:custGeom>
                <a:avLst/>
                <a:gdLst/>
                <a:ahLst/>
                <a:cxnLst>
                  <a:cxn ang="0">
                    <a:pos x="379" y="383"/>
                  </a:cxn>
                  <a:cxn ang="0">
                    <a:pos x="0" y="383"/>
                  </a:cxn>
                  <a:cxn ang="0">
                    <a:pos x="0" y="0"/>
                  </a:cxn>
                  <a:cxn ang="0">
                    <a:pos x="379" y="0"/>
                  </a:cxn>
                </a:cxnLst>
                <a:rect l="0" t="0" r="r" b="b"/>
                <a:pathLst>
                  <a:path w="380" h="384">
                    <a:moveTo>
                      <a:pt x="379" y="383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379" y="0"/>
                    </a:lnTo>
                  </a:path>
                </a:pathLst>
              </a:custGeom>
              <a:solidFill>
                <a:schemeClr val="bg1"/>
              </a:solidFill>
              <a:ln w="25400" cap="rnd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endParaRPr lang="es-ES_tradnl" sz="1800" noProof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1" name="Freeform 417">
                <a:extLst>
                  <a:ext uri="{FF2B5EF4-FFF2-40B4-BE49-F238E27FC236}">
                    <a16:creationId xmlns:a16="http://schemas.microsoft.com/office/drawing/2014/main" id="{1D1F0977-2156-B0D5-E075-80772C8A26C9}"/>
                  </a:ext>
                </a:extLst>
              </p:cNvPr>
              <p:cNvSpPr>
                <a:spLocks/>
              </p:cNvSpPr>
              <p:nvPr/>
            </p:nvSpPr>
            <p:spPr bwMode="blackWhite">
              <a:xfrm>
                <a:off x="4703" y="1200"/>
                <a:ext cx="193" cy="217"/>
              </a:xfrm>
              <a:custGeom>
                <a:avLst/>
                <a:gdLst/>
                <a:ahLst/>
                <a:cxnLst>
                  <a:cxn ang="0">
                    <a:pos x="190" y="192"/>
                  </a:cxn>
                  <a:cxn ang="0">
                    <a:pos x="190" y="192"/>
                  </a:cxn>
                  <a:cxn ang="0">
                    <a:pos x="189" y="172"/>
                  </a:cxn>
                  <a:cxn ang="0">
                    <a:pos x="186" y="153"/>
                  </a:cxn>
                  <a:cxn ang="0">
                    <a:pos x="182" y="135"/>
                  </a:cxn>
                  <a:cxn ang="0">
                    <a:pos x="175" y="117"/>
                  </a:cxn>
                  <a:cxn ang="0">
                    <a:pos x="167" y="101"/>
                  </a:cxn>
                  <a:cxn ang="0">
                    <a:pos x="158" y="84"/>
                  </a:cxn>
                  <a:cxn ang="0">
                    <a:pos x="146" y="70"/>
                  </a:cxn>
                  <a:cxn ang="0">
                    <a:pos x="134" y="57"/>
                  </a:cxn>
                  <a:cxn ang="0">
                    <a:pos x="121" y="44"/>
                  </a:cxn>
                  <a:cxn ang="0">
                    <a:pos x="107" y="33"/>
                  </a:cxn>
                  <a:cxn ang="0">
                    <a:pos x="90" y="23"/>
                  </a:cxn>
                  <a:cxn ang="0">
                    <a:pos x="74" y="16"/>
                  </a:cxn>
                  <a:cxn ang="0">
                    <a:pos x="56" y="9"/>
                  </a:cxn>
                  <a:cxn ang="0">
                    <a:pos x="38" y="4"/>
                  </a:cxn>
                  <a:cxn ang="0">
                    <a:pos x="19" y="1"/>
                  </a:cxn>
                  <a:cxn ang="0">
                    <a:pos x="0" y="0"/>
                  </a:cxn>
                </a:cxnLst>
                <a:rect l="0" t="0" r="r" b="b"/>
                <a:pathLst>
                  <a:path w="191" h="193">
                    <a:moveTo>
                      <a:pt x="190" y="192"/>
                    </a:moveTo>
                    <a:lnTo>
                      <a:pt x="190" y="192"/>
                    </a:lnTo>
                    <a:lnTo>
                      <a:pt x="189" y="172"/>
                    </a:lnTo>
                    <a:lnTo>
                      <a:pt x="186" y="153"/>
                    </a:lnTo>
                    <a:lnTo>
                      <a:pt x="182" y="135"/>
                    </a:lnTo>
                    <a:lnTo>
                      <a:pt x="175" y="117"/>
                    </a:lnTo>
                    <a:lnTo>
                      <a:pt x="167" y="101"/>
                    </a:lnTo>
                    <a:lnTo>
                      <a:pt x="158" y="84"/>
                    </a:lnTo>
                    <a:lnTo>
                      <a:pt x="146" y="70"/>
                    </a:lnTo>
                    <a:lnTo>
                      <a:pt x="134" y="57"/>
                    </a:lnTo>
                    <a:lnTo>
                      <a:pt x="121" y="44"/>
                    </a:lnTo>
                    <a:lnTo>
                      <a:pt x="107" y="33"/>
                    </a:lnTo>
                    <a:lnTo>
                      <a:pt x="90" y="23"/>
                    </a:lnTo>
                    <a:lnTo>
                      <a:pt x="74" y="16"/>
                    </a:lnTo>
                    <a:lnTo>
                      <a:pt x="56" y="9"/>
                    </a:lnTo>
                    <a:lnTo>
                      <a:pt x="38" y="4"/>
                    </a:lnTo>
                    <a:lnTo>
                      <a:pt x="19" y="1"/>
                    </a:lnTo>
                    <a:lnTo>
                      <a:pt x="0" y="0"/>
                    </a:lnTo>
                  </a:path>
                </a:pathLst>
              </a:custGeom>
              <a:solidFill>
                <a:schemeClr val="bg1"/>
              </a:solidFill>
              <a:ln w="25400" cap="rnd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endParaRPr lang="es-ES_tradnl" sz="1800" noProof="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20" name="Group 414">
              <a:extLst>
                <a:ext uri="{FF2B5EF4-FFF2-40B4-BE49-F238E27FC236}">
                  <a16:creationId xmlns:a16="http://schemas.microsoft.com/office/drawing/2014/main" id="{BAF12807-9A4D-9200-DAD9-9CD04FC601F5}"/>
                </a:ext>
              </a:extLst>
            </p:cNvPr>
            <p:cNvGrpSpPr>
              <a:grpSpLocks/>
            </p:cNvGrpSpPr>
            <p:nvPr/>
          </p:nvGrpSpPr>
          <p:grpSpPr bwMode="auto">
            <a:xfrm rot="5400000">
              <a:off x="5547722" y="1843678"/>
              <a:ext cx="521829" cy="492074"/>
              <a:chOff x="4464" y="1200"/>
              <a:chExt cx="432" cy="432"/>
            </a:xfrm>
          </p:grpSpPr>
          <p:sp>
            <p:nvSpPr>
              <p:cNvPr id="46" name="Freeform 415">
                <a:extLst>
                  <a:ext uri="{FF2B5EF4-FFF2-40B4-BE49-F238E27FC236}">
                    <a16:creationId xmlns:a16="http://schemas.microsoft.com/office/drawing/2014/main" id="{7DDC9B71-5048-195A-FDAE-87BB303CF3CB}"/>
                  </a:ext>
                </a:extLst>
              </p:cNvPr>
              <p:cNvSpPr>
                <a:spLocks/>
              </p:cNvSpPr>
              <p:nvPr/>
            </p:nvSpPr>
            <p:spPr bwMode="blackWhite">
              <a:xfrm>
                <a:off x="4703" y="1416"/>
                <a:ext cx="193" cy="216"/>
              </a:xfrm>
              <a:custGeom>
                <a:avLst/>
                <a:gdLst/>
                <a:ahLst/>
                <a:cxnLst>
                  <a:cxn ang="0">
                    <a:pos x="0" y="191"/>
                  </a:cxn>
                  <a:cxn ang="0">
                    <a:pos x="0" y="191"/>
                  </a:cxn>
                  <a:cxn ang="0">
                    <a:pos x="0" y="191"/>
                  </a:cxn>
                  <a:cxn ang="0">
                    <a:pos x="0" y="191"/>
                  </a:cxn>
                  <a:cxn ang="0">
                    <a:pos x="0" y="191"/>
                  </a:cxn>
                  <a:cxn ang="0">
                    <a:pos x="0" y="191"/>
                  </a:cxn>
                  <a:cxn ang="0">
                    <a:pos x="0" y="191"/>
                  </a:cxn>
                  <a:cxn ang="0">
                    <a:pos x="19" y="190"/>
                  </a:cxn>
                  <a:cxn ang="0">
                    <a:pos x="38" y="187"/>
                  </a:cxn>
                  <a:cxn ang="0">
                    <a:pos x="56" y="182"/>
                  </a:cxn>
                  <a:cxn ang="0">
                    <a:pos x="74" y="175"/>
                  </a:cxn>
                  <a:cxn ang="0">
                    <a:pos x="90" y="168"/>
                  </a:cxn>
                  <a:cxn ang="0">
                    <a:pos x="107" y="158"/>
                  </a:cxn>
                  <a:cxn ang="0">
                    <a:pos x="121" y="147"/>
                  </a:cxn>
                  <a:cxn ang="0">
                    <a:pos x="134" y="134"/>
                  </a:cxn>
                  <a:cxn ang="0">
                    <a:pos x="146" y="121"/>
                  </a:cxn>
                  <a:cxn ang="0">
                    <a:pos x="158" y="107"/>
                  </a:cxn>
                  <a:cxn ang="0">
                    <a:pos x="167" y="90"/>
                  </a:cxn>
                  <a:cxn ang="0">
                    <a:pos x="175" y="74"/>
                  </a:cxn>
                  <a:cxn ang="0">
                    <a:pos x="182" y="56"/>
                  </a:cxn>
                  <a:cxn ang="0">
                    <a:pos x="186" y="38"/>
                  </a:cxn>
                  <a:cxn ang="0">
                    <a:pos x="189" y="19"/>
                  </a:cxn>
                  <a:cxn ang="0">
                    <a:pos x="190" y="0"/>
                  </a:cxn>
                </a:cxnLst>
                <a:rect l="0" t="0" r="r" b="b"/>
                <a:pathLst>
                  <a:path w="191" h="192">
                    <a:moveTo>
                      <a:pt x="0" y="191"/>
                    </a:moveTo>
                    <a:lnTo>
                      <a:pt x="0" y="191"/>
                    </a:lnTo>
                    <a:lnTo>
                      <a:pt x="0" y="191"/>
                    </a:lnTo>
                    <a:lnTo>
                      <a:pt x="0" y="191"/>
                    </a:lnTo>
                    <a:lnTo>
                      <a:pt x="0" y="191"/>
                    </a:lnTo>
                    <a:lnTo>
                      <a:pt x="0" y="191"/>
                    </a:lnTo>
                    <a:lnTo>
                      <a:pt x="0" y="191"/>
                    </a:lnTo>
                    <a:lnTo>
                      <a:pt x="19" y="190"/>
                    </a:lnTo>
                    <a:lnTo>
                      <a:pt x="38" y="187"/>
                    </a:lnTo>
                    <a:lnTo>
                      <a:pt x="56" y="182"/>
                    </a:lnTo>
                    <a:lnTo>
                      <a:pt x="74" y="175"/>
                    </a:lnTo>
                    <a:lnTo>
                      <a:pt x="90" y="168"/>
                    </a:lnTo>
                    <a:lnTo>
                      <a:pt x="107" y="158"/>
                    </a:lnTo>
                    <a:lnTo>
                      <a:pt x="121" y="147"/>
                    </a:lnTo>
                    <a:lnTo>
                      <a:pt x="134" y="134"/>
                    </a:lnTo>
                    <a:lnTo>
                      <a:pt x="146" y="121"/>
                    </a:lnTo>
                    <a:lnTo>
                      <a:pt x="158" y="107"/>
                    </a:lnTo>
                    <a:lnTo>
                      <a:pt x="167" y="90"/>
                    </a:lnTo>
                    <a:lnTo>
                      <a:pt x="175" y="74"/>
                    </a:lnTo>
                    <a:lnTo>
                      <a:pt x="182" y="56"/>
                    </a:lnTo>
                    <a:lnTo>
                      <a:pt x="186" y="38"/>
                    </a:lnTo>
                    <a:lnTo>
                      <a:pt x="189" y="19"/>
                    </a:lnTo>
                    <a:lnTo>
                      <a:pt x="190" y="0"/>
                    </a:lnTo>
                  </a:path>
                </a:pathLst>
              </a:custGeom>
              <a:solidFill>
                <a:schemeClr val="bg1"/>
              </a:solidFill>
              <a:ln w="25400" cap="rnd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endParaRPr lang="es-ES_tradnl" sz="1800" noProof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7" name="Freeform 416">
                <a:extLst>
                  <a:ext uri="{FF2B5EF4-FFF2-40B4-BE49-F238E27FC236}">
                    <a16:creationId xmlns:a16="http://schemas.microsoft.com/office/drawing/2014/main" id="{8E84A7E4-5848-D46E-FECE-26542484054F}"/>
                  </a:ext>
                </a:extLst>
              </p:cNvPr>
              <p:cNvSpPr>
                <a:spLocks/>
              </p:cNvSpPr>
              <p:nvPr/>
            </p:nvSpPr>
            <p:spPr bwMode="blackWhite">
              <a:xfrm>
                <a:off x="4464" y="1200"/>
                <a:ext cx="239" cy="432"/>
              </a:xfrm>
              <a:custGeom>
                <a:avLst/>
                <a:gdLst/>
                <a:ahLst/>
                <a:cxnLst>
                  <a:cxn ang="0">
                    <a:pos x="379" y="383"/>
                  </a:cxn>
                  <a:cxn ang="0">
                    <a:pos x="0" y="383"/>
                  </a:cxn>
                  <a:cxn ang="0">
                    <a:pos x="0" y="0"/>
                  </a:cxn>
                  <a:cxn ang="0">
                    <a:pos x="379" y="0"/>
                  </a:cxn>
                </a:cxnLst>
                <a:rect l="0" t="0" r="r" b="b"/>
                <a:pathLst>
                  <a:path w="380" h="384">
                    <a:moveTo>
                      <a:pt x="379" y="383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379" y="0"/>
                    </a:lnTo>
                  </a:path>
                </a:pathLst>
              </a:custGeom>
              <a:solidFill>
                <a:schemeClr val="bg1"/>
              </a:solidFill>
              <a:ln w="25400" cap="rnd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endParaRPr lang="es-ES_tradnl" sz="1800" noProof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8" name="Freeform 417">
                <a:extLst>
                  <a:ext uri="{FF2B5EF4-FFF2-40B4-BE49-F238E27FC236}">
                    <a16:creationId xmlns:a16="http://schemas.microsoft.com/office/drawing/2014/main" id="{077E1884-081F-E7E3-10DE-857D36014024}"/>
                  </a:ext>
                </a:extLst>
              </p:cNvPr>
              <p:cNvSpPr>
                <a:spLocks/>
              </p:cNvSpPr>
              <p:nvPr/>
            </p:nvSpPr>
            <p:spPr bwMode="blackWhite">
              <a:xfrm>
                <a:off x="4703" y="1200"/>
                <a:ext cx="193" cy="217"/>
              </a:xfrm>
              <a:custGeom>
                <a:avLst/>
                <a:gdLst/>
                <a:ahLst/>
                <a:cxnLst>
                  <a:cxn ang="0">
                    <a:pos x="190" y="192"/>
                  </a:cxn>
                  <a:cxn ang="0">
                    <a:pos x="190" y="192"/>
                  </a:cxn>
                  <a:cxn ang="0">
                    <a:pos x="189" y="172"/>
                  </a:cxn>
                  <a:cxn ang="0">
                    <a:pos x="186" y="153"/>
                  </a:cxn>
                  <a:cxn ang="0">
                    <a:pos x="182" y="135"/>
                  </a:cxn>
                  <a:cxn ang="0">
                    <a:pos x="175" y="117"/>
                  </a:cxn>
                  <a:cxn ang="0">
                    <a:pos x="167" y="101"/>
                  </a:cxn>
                  <a:cxn ang="0">
                    <a:pos x="158" y="84"/>
                  </a:cxn>
                  <a:cxn ang="0">
                    <a:pos x="146" y="70"/>
                  </a:cxn>
                  <a:cxn ang="0">
                    <a:pos x="134" y="57"/>
                  </a:cxn>
                  <a:cxn ang="0">
                    <a:pos x="121" y="44"/>
                  </a:cxn>
                  <a:cxn ang="0">
                    <a:pos x="107" y="33"/>
                  </a:cxn>
                  <a:cxn ang="0">
                    <a:pos x="90" y="23"/>
                  </a:cxn>
                  <a:cxn ang="0">
                    <a:pos x="74" y="16"/>
                  </a:cxn>
                  <a:cxn ang="0">
                    <a:pos x="56" y="9"/>
                  </a:cxn>
                  <a:cxn ang="0">
                    <a:pos x="38" y="4"/>
                  </a:cxn>
                  <a:cxn ang="0">
                    <a:pos x="19" y="1"/>
                  </a:cxn>
                  <a:cxn ang="0">
                    <a:pos x="0" y="0"/>
                  </a:cxn>
                </a:cxnLst>
                <a:rect l="0" t="0" r="r" b="b"/>
                <a:pathLst>
                  <a:path w="191" h="193">
                    <a:moveTo>
                      <a:pt x="190" y="192"/>
                    </a:moveTo>
                    <a:lnTo>
                      <a:pt x="190" y="192"/>
                    </a:lnTo>
                    <a:lnTo>
                      <a:pt x="189" y="172"/>
                    </a:lnTo>
                    <a:lnTo>
                      <a:pt x="186" y="153"/>
                    </a:lnTo>
                    <a:lnTo>
                      <a:pt x="182" y="135"/>
                    </a:lnTo>
                    <a:lnTo>
                      <a:pt x="175" y="117"/>
                    </a:lnTo>
                    <a:lnTo>
                      <a:pt x="167" y="101"/>
                    </a:lnTo>
                    <a:lnTo>
                      <a:pt x="158" y="84"/>
                    </a:lnTo>
                    <a:lnTo>
                      <a:pt x="146" y="70"/>
                    </a:lnTo>
                    <a:lnTo>
                      <a:pt x="134" y="57"/>
                    </a:lnTo>
                    <a:lnTo>
                      <a:pt x="121" y="44"/>
                    </a:lnTo>
                    <a:lnTo>
                      <a:pt x="107" y="33"/>
                    </a:lnTo>
                    <a:lnTo>
                      <a:pt x="90" y="23"/>
                    </a:lnTo>
                    <a:lnTo>
                      <a:pt x="74" y="16"/>
                    </a:lnTo>
                    <a:lnTo>
                      <a:pt x="56" y="9"/>
                    </a:lnTo>
                    <a:lnTo>
                      <a:pt x="38" y="4"/>
                    </a:lnTo>
                    <a:lnTo>
                      <a:pt x="19" y="1"/>
                    </a:lnTo>
                    <a:lnTo>
                      <a:pt x="0" y="0"/>
                    </a:lnTo>
                  </a:path>
                </a:pathLst>
              </a:custGeom>
              <a:solidFill>
                <a:schemeClr val="bg1"/>
              </a:solidFill>
              <a:ln w="25400" cap="rnd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endParaRPr lang="es-ES_tradnl" sz="1800" noProof="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21" name="Line 431">
              <a:extLst>
                <a:ext uri="{FF2B5EF4-FFF2-40B4-BE49-F238E27FC236}">
                  <a16:creationId xmlns:a16="http://schemas.microsoft.com/office/drawing/2014/main" id="{E38BBB10-7CBD-8A8F-7088-B9CBD78A29E4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V="1">
              <a:off x="5846010" y="1731211"/>
              <a:ext cx="195178" cy="0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/>
            </a:ln>
            <a:effectLst/>
          </p:spPr>
          <p:txBody>
            <a:bodyPr anchor="ctr"/>
            <a:lstStyle/>
            <a:p>
              <a:endParaRPr lang="es-ES_tradnl" sz="1800" noProof="0" dirty="0">
                <a:solidFill>
                  <a:schemeClr val="tx1"/>
                </a:solidFill>
              </a:endParaRPr>
            </a:p>
          </p:txBody>
        </p:sp>
        <p:sp>
          <p:nvSpPr>
            <p:cNvPr id="22" name="Line 431">
              <a:extLst>
                <a:ext uri="{FF2B5EF4-FFF2-40B4-BE49-F238E27FC236}">
                  <a16:creationId xmlns:a16="http://schemas.microsoft.com/office/drawing/2014/main" id="{8A2C3404-6963-83A1-9512-81A9527598E2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V="1">
              <a:off x="6760410" y="1731211"/>
              <a:ext cx="195178" cy="0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/>
            </a:ln>
            <a:effectLst/>
          </p:spPr>
          <p:txBody>
            <a:bodyPr anchor="ctr"/>
            <a:lstStyle/>
            <a:p>
              <a:endParaRPr lang="es-ES_tradnl" sz="1800" noProof="0" dirty="0">
                <a:solidFill>
                  <a:schemeClr val="tx1"/>
                </a:solidFill>
              </a:endParaRPr>
            </a:p>
          </p:txBody>
        </p:sp>
        <p:sp>
          <p:nvSpPr>
            <p:cNvPr id="23" name="Line 431">
              <a:extLst>
                <a:ext uri="{FF2B5EF4-FFF2-40B4-BE49-F238E27FC236}">
                  <a16:creationId xmlns:a16="http://schemas.microsoft.com/office/drawing/2014/main" id="{53B941C1-C3FC-B35C-30EE-DA44BEC9DBF2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V="1">
              <a:off x="7065211" y="1735889"/>
              <a:ext cx="195178" cy="0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/>
            </a:ln>
            <a:effectLst/>
          </p:spPr>
          <p:txBody>
            <a:bodyPr anchor="ctr"/>
            <a:lstStyle/>
            <a:p>
              <a:endParaRPr lang="es-ES_tradnl" sz="1800" noProof="0" dirty="0">
                <a:solidFill>
                  <a:schemeClr val="tx1"/>
                </a:solidFill>
              </a:endParaRPr>
            </a:p>
          </p:txBody>
        </p:sp>
        <p:sp>
          <p:nvSpPr>
            <p:cNvPr id="24" name="Line 431">
              <a:extLst>
                <a:ext uri="{FF2B5EF4-FFF2-40B4-BE49-F238E27FC236}">
                  <a16:creationId xmlns:a16="http://schemas.microsoft.com/office/drawing/2014/main" id="{BF0D6534-760A-EC0E-54C2-22BC06D4D662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V="1">
              <a:off x="7446210" y="1731211"/>
              <a:ext cx="195178" cy="0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/>
            </a:ln>
            <a:effectLst/>
          </p:spPr>
          <p:txBody>
            <a:bodyPr anchor="ctr"/>
            <a:lstStyle/>
            <a:p>
              <a:endParaRPr lang="es-ES_tradnl" sz="1800" noProof="0" dirty="0">
                <a:solidFill>
                  <a:schemeClr val="tx1"/>
                </a:solidFill>
              </a:endParaRPr>
            </a:p>
          </p:txBody>
        </p:sp>
        <p:sp>
          <p:nvSpPr>
            <p:cNvPr id="25" name="Line 431">
              <a:extLst>
                <a:ext uri="{FF2B5EF4-FFF2-40B4-BE49-F238E27FC236}">
                  <a16:creationId xmlns:a16="http://schemas.microsoft.com/office/drawing/2014/main" id="{48FABB9F-4D53-DA0C-61E7-EC6DF2380F34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V="1">
              <a:off x="7751010" y="1731211"/>
              <a:ext cx="195178" cy="0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/>
            </a:ln>
            <a:effectLst/>
          </p:spPr>
          <p:txBody>
            <a:bodyPr anchor="ctr"/>
            <a:lstStyle/>
            <a:p>
              <a:endParaRPr lang="es-ES_tradnl" sz="1800" noProof="0" dirty="0">
                <a:solidFill>
                  <a:schemeClr val="tx1"/>
                </a:solidFill>
              </a:endParaRPr>
            </a:p>
          </p:txBody>
        </p:sp>
        <p:sp>
          <p:nvSpPr>
            <p:cNvPr id="26" name="Line 431">
              <a:extLst>
                <a:ext uri="{FF2B5EF4-FFF2-40B4-BE49-F238E27FC236}">
                  <a16:creationId xmlns:a16="http://schemas.microsoft.com/office/drawing/2014/main" id="{1038C33F-32F0-D3B7-0F4F-FC52C7C5A252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V="1">
              <a:off x="8208210" y="1731211"/>
              <a:ext cx="195178" cy="0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/>
            </a:ln>
            <a:effectLst/>
          </p:spPr>
          <p:txBody>
            <a:bodyPr anchor="ctr"/>
            <a:lstStyle/>
            <a:p>
              <a:endParaRPr lang="es-ES_tradnl" sz="1800" noProof="0" dirty="0">
                <a:solidFill>
                  <a:schemeClr val="tx1"/>
                </a:solidFill>
              </a:endParaRPr>
            </a:p>
          </p:txBody>
        </p:sp>
        <p:sp>
          <p:nvSpPr>
            <p:cNvPr id="27" name="Line 431">
              <a:extLst>
                <a:ext uri="{FF2B5EF4-FFF2-40B4-BE49-F238E27FC236}">
                  <a16:creationId xmlns:a16="http://schemas.microsoft.com/office/drawing/2014/main" id="{0C392E95-8183-1250-9080-FBD4A4DFD466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V="1">
              <a:off x="8513010" y="1731211"/>
              <a:ext cx="195178" cy="0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/>
            </a:ln>
            <a:effectLst/>
          </p:spPr>
          <p:txBody>
            <a:bodyPr anchor="ctr"/>
            <a:lstStyle/>
            <a:p>
              <a:endParaRPr lang="es-ES_tradnl" sz="1800" noProof="0" dirty="0">
                <a:solidFill>
                  <a:schemeClr val="tx1"/>
                </a:solidFill>
              </a:endParaRPr>
            </a:p>
          </p:txBody>
        </p:sp>
        <p:sp>
          <p:nvSpPr>
            <p:cNvPr id="28" name="Line 431">
              <a:extLst>
                <a:ext uri="{FF2B5EF4-FFF2-40B4-BE49-F238E27FC236}">
                  <a16:creationId xmlns:a16="http://schemas.microsoft.com/office/drawing/2014/main" id="{C381A544-E515-17C2-E436-4BC7483FEBCD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V="1">
              <a:off x="5719011" y="2459789"/>
              <a:ext cx="195178" cy="0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/>
            </a:ln>
            <a:effectLst/>
          </p:spPr>
          <p:txBody>
            <a:bodyPr anchor="ctr"/>
            <a:lstStyle/>
            <a:p>
              <a:endParaRPr lang="es-ES_tradnl" sz="1800" noProof="0" dirty="0">
                <a:solidFill>
                  <a:schemeClr val="tx1"/>
                </a:solidFill>
              </a:endParaRPr>
            </a:p>
          </p:txBody>
        </p:sp>
        <p:sp>
          <p:nvSpPr>
            <p:cNvPr id="29" name="Line 431">
              <a:extLst>
                <a:ext uri="{FF2B5EF4-FFF2-40B4-BE49-F238E27FC236}">
                  <a16:creationId xmlns:a16="http://schemas.microsoft.com/office/drawing/2014/main" id="{154228E8-92E4-B941-E8DA-EA2DA4F55164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V="1">
              <a:off x="6938210" y="2459789"/>
              <a:ext cx="195178" cy="0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/>
            </a:ln>
            <a:effectLst/>
          </p:spPr>
          <p:txBody>
            <a:bodyPr anchor="ctr"/>
            <a:lstStyle/>
            <a:p>
              <a:endParaRPr lang="es-ES_tradnl" sz="1800" noProof="0" dirty="0">
                <a:solidFill>
                  <a:schemeClr val="tx1"/>
                </a:solidFill>
              </a:endParaRPr>
            </a:p>
          </p:txBody>
        </p:sp>
        <p:sp>
          <p:nvSpPr>
            <p:cNvPr id="30" name="Line 431">
              <a:extLst>
                <a:ext uri="{FF2B5EF4-FFF2-40B4-BE49-F238E27FC236}">
                  <a16:creationId xmlns:a16="http://schemas.microsoft.com/office/drawing/2014/main" id="{08045F4C-CB60-7B5C-F5A3-41EE4C3CF7B2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V="1">
              <a:off x="7624010" y="2459789"/>
              <a:ext cx="195178" cy="0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/>
            </a:ln>
            <a:effectLst/>
          </p:spPr>
          <p:txBody>
            <a:bodyPr anchor="ctr"/>
            <a:lstStyle/>
            <a:p>
              <a:endParaRPr lang="es-ES_tradnl" sz="1800" noProof="0" dirty="0">
                <a:solidFill>
                  <a:schemeClr val="tx1"/>
                </a:solidFill>
              </a:endParaRPr>
            </a:p>
          </p:txBody>
        </p:sp>
        <p:sp>
          <p:nvSpPr>
            <p:cNvPr id="31" name="Line 431">
              <a:extLst>
                <a:ext uri="{FF2B5EF4-FFF2-40B4-BE49-F238E27FC236}">
                  <a16:creationId xmlns:a16="http://schemas.microsoft.com/office/drawing/2014/main" id="{5A560AED-BEF5-408E-F00E-6B83A51ED333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V="1">
              <a:off x="8386010" y="2459789"/>
              <a:ext cx="195178" cy="0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/>
            </a:ln>
            <a:effectLst/>
          </p:spPr>
          <p:txBody>
            <a:bodyPr anchor="ctr"/>
            <a:lstStyle/>
            <a:p>
              <a:endParaRPr lang="es-ES_tradnl" sz="1800" noProof="0" dirty="0">
                <a:solidFill>
                  <a:schemeClr val="tx1"/>
                </a:solidFill>
              </a:endParaRPr>
            </a:p>
          </p:txBody>
        </p:sp>
        <p:sp>
          <p:nvSpPr>
            <p:cNvPr id="32" name="Line 431">
              <a:extLst>
                <a:ext uri="{FF2B5EF4-FFF2-40B4-BE49-F238E27FC236}">
                  <a16:creationId xmlns:a16="http://schemas.microsoft.com/office/drawing/2014/main" id="{A7971FD6-6DBC-54D3-DF75-69CCC4025A6D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V="1">
              <a:off x="6400799" y="1871578"/>
              <a:ext cx="0" cy="304800"/>
            </a:xfrm>
            <a:prstGeom prst="line">
              <a:avLst/>
            </a:prstGeom>
            <a:noFill/>
            <a:ln w="19050" cap="flat" cmpd="sng" algn="ctr">
              <a:solidFill>
                <a:schemeClr val="tx2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  <p:txBody>
            <a:bodyPr anchor="ctr"/>
            <a:lstStyle/>
            <a:p>
              <a:endParaRPr lang="es-ES_tradnl" sz="1800" noProof="0" dirty="0">
                <a:solidFill>
                  <a:schemeClr val="tx1"/>
                </a:solidFill>
              </a:endParaRPr>
            </a:p>
          </p:txBody>
        </p:sp>
        <p:sp>
          <p:nvSpPr>
            <p:cNvPr id="33" name="Line 431">
              <a:extLst>
                <a:ext uri="{FF2B5EF4-FFF2-40B4-BE49-F238E27FC236}">
                  <a16:creationId xmlns:a16="http://schemas.microsoft.com/office/drawing/2014/main" id="{E3200D76-E287-3B00-E26C-4577937FF12E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V="1">
              <a:off x="5541210" y="1731211"/>
              <a:ext cx="195178" cy="0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/>
            </a:ln>
            <a:effectLst/>
          </p:spPr>
          <p:txBody>
            <a:bodyPr anchor="ctr"/>
            <a:lstStyle/>
            <a:p>
              <a:endParaRPr lang="es-ES_tradnl" sz="1800" noProof="0" dirty="0">
                <a:solidFill>
                  <a:schemeClr val="tx1"/>
                </a:solidFill>
              </a:endParaRPr>
            </a:p>
          </p:txBody>
        </p:sp>
        <p:sp>
          <p:nvSpPr>
            <p:cNvPr id="34" name="CuadroTexto 33">
              <a:extLst>
                <a:ext uri="{FF2B5EF4-FFF2-40B4-BE49-F238E27FC236}">
                  <a16:creationId xmlns:a16="http://schemas.microsoft.com/office/drawing/2014/main" id="{21AD40A3-145E-1D75-B941-552747A75A18}"/>
                </a:ext>
              </a:extLst>
            </p:cNvPr>
            <p:cNvSpPr txBox="1"/>
            <p:nvPr/>
          </p:nvSpPr>
          <p:spPr>
            <a:xfrm>
              <a:off x="5334000" y="1219200"/>
              <a:ext cx="5226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_tradnl" sz="1800" noProof="0" dirty="0">
                  <a:solidFill>
                    <a:schemeClr val="tx1"/>
                  </a:solidFill>
                </a:rPr>
                <a:t>A</a:t>
              </a:r>
              <a:r>
                <a:rPr lang="es-ES_tradnl" sz="1800" b="1" baseline="-25000" noProof="0" dirty="0">
                  <a:solidFill>
                    <a:schemeClr val="tx1"/>
                  </a:solidFill>
                </a:rPr>
                <a:t>31</a:t>
              </a:r>
            </a:p>
          </p:txBody>
        </p:sp>
        <p:sp>
          <p:nvSpPr>
            <p:cNvPr id="35" name="CuadroTexto 34">
              <a:extLst>
                <a:ext uri="{FF2B5EF4-FFF2-40B4-BE49-F238E27FC236}">
                  <a16:creationId xmlns:a16="http://schemas.microsoft.com/office/drawing/2014/main" id="{B8B70DAA-B294-3B55-AD2B-D868C44AF047}"/>
                </a:ext>
              </a:extLst>
            </p:cNvPr>
            <p:cNvSpPr txBox="1"/>
            <p:nvPr/>
          </p:nvSpPr>
          <p:spPr>
            <a:xfrm>
              <a:off x="5765850" y="1219200"/>
              <a:ext cx="50980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_tradnl" sz="1800" noProof="0" dirty="0">
                  <a:solidFill>
                    <a:schemeClr val="tx1"/>
                  </a:solidFill>
                </a:rPr>
                <a:t>B</a:t>
              </a:r>
              <a:r>
                <a:rPr lang="es-ES_tradnl" sz="1800" b="1" baseline="-25000" noProof="0" dirty="0">
                  <a:solidFill>
                    <a:schemeClr val="tx1"/>
                  </a:solidFill>
                </a:rPr>
                <a:t>31</a:t>
              </a:r>
            </a:p>
          </p:txBody>
        </p:sp>
        <p:sp>
          <p:nvSpPr>
            <p:cNvPr id="36" name="CuadroTexto 35">
              <a:extLst>
                <a:ext uri="{FF2B5EF4-FFF2-40B4-BE49-F238E27FC236}">
                  <a16:creationId xmlns:a16="http://schemas.microsoft.com/office/drawing/2014/main" id="{5CB92AF8-B7B0-0AC6-A385-8F067DC3BE88}"/>
                </a:ext>
              </a:extLst>
            </p:cNvPr>
            <p:cNvSpPr txBox="1"/>
            <p:nvPr/>
          </p:nvSpPr>
          <p:spPr>
            <a:xfrm>
              <a:off x="6629400" y="1219200"/>
              <a:ext cx="43703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_tradnl" sz="1800" noProof="0" dirty="0">
                  <a:solidFill>
                    <a:schemeClr val="tx1"/>
                  </a:solidFill>
                </a:rPr>
                <a:t>A</a:t>
              </a:r>
              <a:r>
                <a:rPr lang="es-ES_tradnl" sz="1800" b="1" baseline="-25000" noProof="0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37" name="CuadroTexto 36">
              <a:extLst>
                <a:ext uri="{FF2B5EF4-FFF2-40B4-BE49-F238E27FC236}">
                  <a16:creationId xmlns:a16="http://schemas.microsoft.com/office/drawing/2014/main" id="{124A17CE-85F0-989B-B450-97990E4B6772}"/>
                </a:ext>
              </a:extLst>
            </p:cNvPr>
            <p:cNvSpPr txBox="1"/>
            <p:nvPr/>
          </p:nvSpPr>
          <p:spPr>
            <a:xfrm>
              <a:off x="6934200" y="1219200"/>
              <a:ext cx="42421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_tradnl" sz="1800" noProof="0" dirty="0">
                  <a:solidFill>
                    <a:schemeClr val="tx1"/>
                  </a:solidFill>
                </a:rPr>
                <a:t>B</a:t>
              </a:r>
              <a:r>
                <a:rPr lang="es-ES_tradnl" sz="1800" b="1" baseline="-25000" noProof="0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38" name="CuadroTexto 37">
              <a:extLst>
                <a:ext uri="{FF2B5EF4-FFF2-40B4-BE49-F238E27FC236}">
                  <a16:creationId xmlns:a16="http://schemas.microsoft.com/office/drawing/2014/main" id="{C59924B2-ECE8-860B-5F52-810AF46677EA}"/>
                </a:ext>
              </a:extLst>
            </p:cNvPr>
            <p:cNvSpPr txBox="1"/>
            <p:nvPr/>
          </p:nvSpPr>
          <p:spPr>
            <a:xfrm>
              <a:off x="7315200" y="1219200"/>
              <a:ext cx="43703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_tradnl" sz="1800" noProof="0" dirty="0">
                  <a:solidFill>
                    <a:schemeClr val="tx1"/>
                  </a:solidFill>
                </a:rPr>
                <a:t>A</a:t>
              </a:r>
              <a:r>
                <a:rPr lang="es-ES_tradnl" sz="1800" b="1" baseline="-25000" noProof="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39" name="CuadroTexto 38">
              <a:extLst>
                <a:ext uri="{FF2B5EF4-FFF2-40B4-BE49-F238E27FC236}">
                  <a16:creationId xmlns:a16="http://schemas.microsoft.com/office/drawing/2014/main" id="{DDC87D55-70CA-F985-8BCF-D3A96AE65ACC}"/>
                </a:ext>
              </a:extLst>
            </p:cNvPr>
            <p:cNvSpPr txBox="1"/>
            <p:nvPr/>
          </p:nvSpPr>
          <p:spPr>
            <a:xfrm>
              <a:off x="7632824" y="1219200"/>
              <a:ext cx="42421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_tradnl" sz="1800" noProof="0" dirty="0">
                  <a:solidFill>
                    <a:schemeClr val="tx1"/>
                  </a:solidFill>
                </a:rPr>
                <a:t>B</a:t>
              </a:r>
              <a:r>
                <a:rPr lang="es-ES_tradnl" sz="1800" b="1" baseline="-25000" noProof="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40" name="CuadroTexto 39">
              <a:extLst>
                <a:ext uri="{FF2B5EF4-FFF2-40B4-BE49-F238E27FC236}">
                  <a16:creationId xmlns:a16="http://schemas.microsoft.com/office/drawing/2014/main" id="{A2D9E212-D55D-6B9D-3A91-E20FED7AF7C3}"/>
                </a:ext>
              </a:extLst>
            </p:cNvPr>
            <p:cNvSpPr txBox="1"/>
            <p:nvPr/>
          </p:nvSpPr>
          <p:spPr>
            <a:xfrm>
              <a:off x="8070745" y="1219200"/>
              <a:ext cx="43703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_tradnl" sz="1800" noProof="0" dirty="0">
                  <a:solidFill>
                    <a:schemeClr val="tx1"/>
                  </a:solidFill>
                </a:rPr>
                <a:t>A</a:t>
              </a:r>
              <a:r>
                <a:rPr lang="es-ES_tradnl" sz="1800" b="1" baseline="-25000" noProof="0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41" name="CuadroTexto 40">
              <a:extLst>
                <a:ext uri="{FF2B5EF4-FFF2-40B4-BE49-F238E27FC236}">
                  <a16:creationId xmlns:a16="http://schemas.microsoft.com/office/drawing/2014/main" id="{1FA6A75A-BFA1-80CA-BF00-FAC77B424A2E}"/>
                </a:ext>
              </a:extLst>
            </p:cNvPr>
            <p:cNvSpPr txBox="1"/>
            <p:nvPr/>
          </p:nvSpPr>
          <p:spPr>
            <a:xfrm>
              <a:off x="8388369" y="1219200"/>
              <a:ext cx="42421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_tradnl" sz="1800" noProof="0" dirty="0">
                  <a:solidFill>
                    <a:schemeClr val="tx1"/>
                  </a:solidFill>
                </a:rPr>
                <a:t>B</a:t>
              </a:r>
              <a:r>
                <a:rPr lang="es-ES_tradnl" sz="1800" b="1" baseline="-25000" noProof="0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42" name="CuadroTexto 41">
              <a:extLst>
                <a:ext uri="{FF2B5EF4-FFF2-40B4-BE49-F238E27FC236}">
                  <a16:creationId xmlns:a16="http://schemas.microsoft.com/office/drawing/2014/main" id="{CCA75528-14DF-63D0-9A3B-C1C611A787C8}"/>
                </a:ext>
              </a:extLst>
            </p:cNvPr>
            <p:cNvSpPr txBox="1"/>
            <p:nvPr/>
          </p:nvSpPr>
          <p:spPr>
            <a:xfrm>
              <a:off x="5562600" y="2514600"/>
              <a:ext cx="52253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_tradnl" sz="1800" noProof="0" dirty="0">
                  <a:solidFill>
                    <a:schemeClr val="tx1"/>
                  </a:solidFill>
                </a:rPr>
                <a:t>R</a:t>
              </a:r>
              <a:r>
                <a:rPr lang="es-ES_tradnl" sz="1800" b="1" baseline="-25000" noProof="0" dirty="0">
                  <a:solidFill>
                    <a:schemeClr val="tx1"/>
                  </a:solidFill>
                </a:rPr>
                <a:t>31</a:t>
              </a:r>
            </a:p>
          </p:txBody>
        </p:sp>
        <p:sp>
          <p:nvSpPr>
            <p:cNvPr id="43" name="CuadroTexto 42">
              <a:extLst>
                <a:ext uri="{FF2B5EF4-FFF2-40B4-BE49-F238E27FC236}">
                  <a16:creationId xmlns:a16="http://schemas.microsoft.com/office/drawing/2014/main" id="{848A400D-675A-5A77-9E5B-E70F4BCE3ABA}"/>
                </a:ext>
              </a:extLst>
            </p:cNvPr>
            <p:cNvSpPr txBox="1"/>
            <p:nvPr/>
          </p:nvSpPr>
          <p:spPr>
            <a:xfrm>
              <a:off x="6858000" y="2514600"/>
              <a:ext cx="43695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_tradnl" sz="1800" noProof="0" dirty="0">
                  <a:solidFill>
                    <a:schemeClr val="tx1"/>
                  </a:solidFill>
                </a:rPr>
                <a:t>R</a:t>
              </a:r>
              <a:r>
                <a:rPr lang="es-ES_tradnl" sz="1800" b="1" baseline="-25000" noProof="0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44" name="CuadroTexto 43">
              <a:extLst>
                <a:ext uri="{FF2B5EF4-FFF2-40B4-BE49-F238E27FC236}">
                  <a16:creationId xmlns:a16="http://schemas.microsoft.com/office/drawing/2014/main" id="{AE23FED6-9C78-0F9A-967E-2E205F5C7EEE}"/>
                </a:ext>
              </a:extLst>
            </p:cNvPr>
            <p:cNvSpPr txBox="1"/>
            <p:nvPr/>
          </p:nvSpPr>
          <p:spPr>
            <a:xfrm>
              <a:off x="7543800" y="2514600"/>
              <a:ext cx="43695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_tradnl" sz="1800" noProof="0" dirty="0">
                  <a:solidFill>
                    <a:schemeClr val="tx1"/>
                  </a:solidFill>
                </a:rPr>
                <a:t>R</a:t>
              </a:r>
              <a:r>
                <a:rPr lang="es-ES_tradnl" sz="1800" b="1" baseline="-25000" noProof="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45" name="CuadroTexto 44">
              <a:extLst>
                <a:ext uri="{FF2B5EF4-FFF2-40B4-BE49-F238E27FC236}">
                  <a16:creationId xmlns:a16="http://schemas.microsoft.com/office/drawing/2014/main" id="{CD17185B-3709-FE89-EF2E-8BE72D1F4D42}"/>
                </a:ext>
              </a:extLst>
            </p:cNvPr>
            <p:cNvSpPr txBox="1"/>
            <p:nvPr/>
          </p:nvSpPr>
          <p:spPr>
            <a:xfrm>
              <a:off x="8299345" y="2514600"/>
              <a:ext cx="43695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_tradnl" sz="1800" noProof="0" dirty="0">
                  <a:solidFill>
                    <a:schemeClr val="tx1"/>
                  </a:solidFill>
                </a:rPr>
                <a:t>R</a:t>
              </a:r>
              <a:r>
                <a:rPr lang="es-ES_tradnl" sz="1800" b="1" baseline="-25000" noProof="0" dirty="0">
                  <a:solidFill>
                    <a:schemeClr val="tx1"/>
                  </a:solidFill>
                </a:rPr>
                <a:t>0</a:t>
              </a:r>
            </a:p>
          </p:txBody>
        </p:sp>
      </p:grpSp>
      <p:grpSp>
        <p:nvGrpSpPr>
          <p:cNvPr id="58" name="Agrupar 312">
            <a:extLst>
              <a:ext uri="{FF2B5EF4-FFF2-40B4-BE49-F238E27FC236}">
                <a16:creationId xmlns:a16="http://schemas.microsoft.com/office/drawing/2014/main" id="{B8173F4D-3828-BAFE-3B67-971A81DEBA07}"/>
              </a:ext>
            </a:extLst>
          </p:cNvPr>
          <p:cNvGrpSpPr/>
          <p:nvPr/>
        </p:nvGrpSpPr>
        <p:grpSpPr>
          <a:xfrm>
            <a:off x="5360616" y="3135868"/>
            <a:ext cx="3478584" cy="1664732"/>
            <a:chOff x="5410200" y="3048000"/>
            <a:chExt cx="3478584" cy="1664732"/>
          </a:xfrm>
        </p:grpSpPr>
        <p:grpSp>
          <p:nvGrpSpPr>
            <p:cNvPr id="59" name="Group 444">
              <a:extLst>
                <a:ext uri="{FF2B5EF4-FFF2-40B4-BE49-F238E27FC236}">
                  <a16:creationId xmlns:a16="http://schemas.microsoft.com/office/drawing/2014/main" id="{8AEAA31D-47A3-7DBB-AB82-DC075EFB6D3B}"/>
                </a:ext>
              </a:extLst>
            </p:cNvPr>
            <p:cNvGrpSpPr>
              <a:grpSpLocks/>
            </p:cNvGrpSpPr>
            <p:nvPr/>
          </p:nvGrpSpPr>
          <p:grpSpPr bwMode="auto">
            <a:xfrm rot="5400000" flipV="1">
              <a:off x="8259125" y="3647185"/>
              <a:ext cx="586888" cy="493538"/>
              <a:chOff x="4309" y="1776"/>
              <a:chExt cx="491" cy="420"/>
            </a:xfrm>
          </p:grpSpPr>
          <p:sp>
            <p:nvSpPr>
              <p:cNvPr id="12331" name="Freeform 445">
                <a:extLst>
                  <a:ext uri="{FF2B5EF4-FFF2-40B4-BE49-F238E27FC236}">
                    <a16:creationId xmlns:a16="http://schemas.microsoft.com/office/drawing/2014/main" id="{1949362F-CB16-B455-C4CE-087CF3C2394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15" y="1980"/>
                <a:ext cx="285" cy="216"/>
              </a:xfrm>
              <a:custGeom>
                <a:avLst/>
                <a:gdLst/>
                <a:ahLst/>
                <a:cxnLst>
                  <a:cxn ang="0">
                    <a:pos x="0" y="199"/>
                  </a:cxn>
                  <a:cxn ang="0">
                    <a:pos x="0" y="199"/>
                  </a:cxn>
                  <a:cxn ang="0">
                    <a:pos x="0" y="199"/>
                  </a:cxn>
                  <a:cxn ang="0">
                    <a:pos x="0" y="199"/>
                  </a:cxn>
                  <a:cxn ang="0">
                    <a:pos x="0" y="199"/>
                  </a:cxn>
                  <a:cxn ang="0">
                    <a:pos x="0" y="199"/>
                  </a:cxn>
                  <a:cxn ang="0">
                    <a:pos x="0" y="199"/>
                  </a:cxn>
                  <a:cxn ang="0">
                    <a:pos x="27" y="199"/>
                  </a:cxn>
                  <a:cxn ang="0">
                    <a:pos x="53" y="196"/>
                  </a:cxn>
                  <a:cxn ang="0">
                    <a:pos x="79" y="192"/>
                  </a:cxn>
                  <a:cxn ang="0">
                    <a:pos x="105" y="186"/>
                  </a:cxn>
                  <a:cxn ang="0">
                    <a:pos x="130" y="178"/>
                  </a:cxn>
                  <a:cxn ang="0">
                    <a:pos x="155" y="168"/>
                  </a:cxn>
                  <a:cxn ang="0">
                    <a:pos x="179" y="158"/>
                  </a:cxn>
                  <a:cxn ang="0">
                    <a:pos x="202" y="145"/>
                  </a:cxn>
                  <a:cxn ang="0">
                    <a:pos x="223" y="132"/>
                  </a:cxn>
                  <a:cxn ang="0">
                    <a:pos x="245" y="117"/>
                  </a:cxn>
                  <a:cxn ang="0">
                    <a:pos x="265" y="101"/>
                  </a:cxn>
                  <a:cxn ang="0">
                    <a:pos x="284" y="82"/>
                  </a:cxn>
                  <a:cxn ang="0">
                    <a:pos x="302" y="64"/>
                  </a:cxn>
                  <a:cxn ang="0">
                    <a:pos x="319" y="43"/>
                  </a:cxn>
                  <a:cxn ang="0">
                    <a:pos x="334" y="22"/>
                  </a:cxn>
                  <a:cxn ang="0">
                    <a:pos x="348" y="0"/>
                  </a:cxn>
                </a:cxnLst>
                <a:rect l="0" t="0" r="r" b="b"/>
                <a:pathLst>
                  <a:path w="349" h="200">
                    <a:moveTo>
                      <a:pt x="0" y="199"/>
                    </a:moveTo>
                    <a:lnTo>
                      <a:pt x="0" y="199"/>
                    </a:lnTo>
                    <a:lnTo>
                      <a:pt x="0" y="199"/>
                    </a:lnTo>
                    <a:lnTo>
                      <a:pt x="0" y="199"/>
                    </a:lnTo>
                    <a:lnTo>
                      <a:pt x="0" y="199"/>
                    </a:lnTo>
                    <a:lnTo>
                      <a:pt x="0" y="199"/>
                    </a:lnTo>
                    <a:lnTo>
                      <a:pt x="0" y="199"/>
                    </a:lnTo>
                    <a:lnTo>
                      <a:pt x="27" y="199"/>
                    </a:lnTo>
                    <a:lnTo>
                      <a:pt x="53" y="196"/>
                    </a:lnTo>
                    <a:lnTo>
                      <a:pt x="79" y="192"/>
                    </a:lnTo>
                    <a:lnTo>
                      <a:pt x="105" y="186"/>
                    </a:lnTo>
                    <a:lnTo>
                      <a:pt x="130" y="178"/>
                    </a:lnTo>
                    <a:lnTo>
                      <a:pt x="155" y="168"/>
                    </a:lnTo>
                    <a:lnTo>
                      <a:pt x="179" y="158"/>
                    </a:lnTo>
                    <a:lnTo>
                      <a:pt x="202" y="145"/>
                    </a:lnTo>
                    <a:lnTo>
                      <a:pt x="223" y="132"/>
                    </a:lnTo>
                    <a:lnTo>
                      <a:pt x="245" y="117"/>
                    </a:lnTo>
                    <a:lnTo>
                      <a:pt x="265" y="101"/>
                    </a:lnTo>
                    <a:lnTo>
                      <a:pt x="284" y="82"/>
                    </a:lnTo>
                    <a:lnTo>
                      <a:pt x="302" y="64"/>
                    </a:lnTo>
                    <a:lnTo>
                      <a:pt x="319" y="43"/>
                    </a:lnTo>
                    <a:lnTo>
                      <a:pt x="334" y="22"/>
                    </a:lnTo>
                    <a:lnTo>
                      <a:pt x="348" y="0"/>
                    </a:lnTo>
                  </a:path>
                </a:pathLst>
              </a:custGeom>
              <a:noFill/>
              <a:ln w="25400" cap="rnd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endParaRPr lang="es-ES_tradnl" sz="1800" noProof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2332" name="Line 446">
                <a:extLst>
                  <a:ext uri="{FF2B5EF4-FFF2-40B4-BE49-F238E27FC236}">
                    <a16:creationId xmlns:a16="http://schemas.microsoft.com/office/drawing/2014/main" id="{BAE67DFB-1A60-AC2C-D132-8D08541D5DF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310" y="2195"/>
                <a:ext cx="20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es-ES_tradnl" sz="1800" noProof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2333" name="Freeform 447">
                <a:extLst>
                  <a:ext uri="{FF2B5EF4-FFF2-40B4-BE49-F238E27FC236}">
                    <a16:creationId xmlns:a16="http://schemas.microsoft.com/office/drawing/2014/main" id="{FA45EE87-02F3-A634-3537-8CD269F0925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09" y="1986"/>
                <a:ext cx="68" cy="209"/>
              </a:xfrm>
              <a:custGeom>
                <a:avLst/>
                <a:gdLst/>
                <a:ahLst/>
                <a:cxnLst>
                  <a:cxn ang="0">
                    <a:pos x="0" y="192"/>
                  </a:cxn>
                  <a:cxn ang="0">
                    <a:pos x="0" y="192"/>
                  </a:cxn>
                  <a:cxn ang="0">
                    <a:pos x="9" y="182"/>
                  </a:cxn>
                  <a:cxn ang="0">
                    <a:pos x="18" y="172"/>
                  </a:cxn>
                  <a:cxn ang="0">
                    <a:pos x="27" y="161"/>
                  </a:cxn>
                  <a:cxn ang="0">
                    <a:pos x="34" y="151"/>
                  </a:cxn>
                  <a:cxn ang="0">
                    <a:pos x="42" y="139"/>
                  </a:cxn>
                  <a:cxn ang="0">
                    <a:pos x="48" y="128"/>
                  </a:cxn>
                  <a:cxn ang="0">
                    <a:pos x="55" y="116"/>
                  </a:cxn>
                  <a:cxn ang="0">
                    <a:pos x="60" y="103"/>
                  </a:cxn>
                  <a:cxn ang="0">
                    <a:pos x="65" y="91"/>
                  </a:cxn>
                  <a:cxn ang="0">
                    <a:pos x="70" y="78"/>
                  </a:cxn>
                  <a:cxn ang="0">
                    <a:pos x="73" y="65"/>
                  </a:cxn>
                  <a:cxn ang="0">
                    <a:pos x="76" y="53"/>
                  </a:cxn>
                  <a:cxn ang="0">
                    <a:pos x="79" y="39"/>
                  </a:cxn>
                  <a:cxn ang="0">
                    <a:pos x="81" y="26"/>
                  </a:cxn>
                  <a:cxn ang="0">
                    <a:pos x="82" y="13"/>
                  </a:cxn>
                  <a:cxn ang="0">
                    <a:pos x="82" y="0"/>
                  </a:cxn>
                </a:cxnLst>
                <a:rect l="0" t="0" r="r" b="b"/>
                <a:pathLst>
                  <a:path w="83" h="193">
                    <a:moveTo>
                      <a:pt x="0" y="192"/>
                    </a:moveTo>
                    <a:lnTo>
                      <a:pt x="0" y="192"/>
                    </a:lnTo>
                    <a:lnTo>
                      <a:pt x="9" y="182"/>
                    </a:lnTo>
                    <a:lnTo>
                      <a:pt x="18" y="172"/>
                    </a:lnTo>
                    <a:lnTo>
                      <a:pt x="27" y="161"/>
                    </a:lnTo>
                    <a:lnTo>
                      <a:pt x="34" y="151"/>
                    </a:lnTo>
                    <a:lnTo>
                      <a:pt x="42" y="139"/>
                    </a:lnTo>
                    <a:lnTo>
                      <a:pt x="48" y="128"/>
                    </a:lnTo>
                    <a:lnTo>
                      <a:pt x="55" y="116"/>
                    </a:lnTo>
                    <a:lnTo>
                      <a:pt x="60" y="103"/>
                    </a:lnTo>
                    <a:lnTo>
                      <a:pt x="65" y="91"/>
                    </a:lnTo>
                    <a:lnTo>
                      <a:pt x="70" y="78"/>
                    </a:lnTo>
                    <a:lnTo>
                      <a:pt x="73" y="65"/>
                    </a:lnTo>
                    <a:lnTo>
                      <a:pt x="76" y="53"/>
                    </a:lnTo>
                    <a:lnTo>
                      <a:pt x="79" y="39"/>
                    </a:lnTo>
                    <a:lnTo>
                      <a:pt x="81" y="26"/>
                    </a:lnTo>
                    <a:lnTo>
                      <a:pt x="82" y="13"/>
                    </a:lnTo>
                    <a:lnTo>
                      <a:pt x="82" y="0"/>
                    </a:lnTo>
                  </a:path>
                </a:pathLst>
              </a:custGeom>
              <a:noFill/>
              <a:ln w="25400" cap="rnd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endParaRPr lang="es-ES_tradnl" sz="1800" noProof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2334" name="Freeform 448">
                <a:extLst>
                  <a:ext uri="{FF2B5EF4-FFF2-40B4-BE49-F238E27FC236}">
                    <a16:creationId xmlns:a16="http://schemas.microsoft.com/office/drawing/2014/main" id="{EDF3FD8E-812F-BCC3-B511-009FA62C5F9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09" y="1777"/>
                <a:ext cx="68" cy="210"/>
              </a:xfrm>
              <a:custGeom>
                <a:avLst/>
                <a:gdLst/>
                <a:ahLst/>
                <a:cxnLst>
                  <a:cxn ang="0">
                    <a:pos x="82" y="193"/>
                  </a:cxn>
                  <a:cxn ang="0">
                    <a:pos x="82" y="193"/>
                  </a:cxn>
                  <a:cxn ang="0">
                    <a:pos x="82" y="179"/>
                  </a:cxn>
                  <a:cxn ang="0">
                    <a:pos x="81" y="166"/>
                  </a:cxn>
                  <a:cxn ang="0">
                    <a:pos x="79" y="153"/>
                  </a:cxn>
                  <a:cxn ang="0">
                    <a:pos x="76" y="139"/>
                  </a:cxn>
                  <a:cxn ang="0">
                    <a:pos x="73" y="127"/>
                  </a:cxn>
                  <a:cxn ang="0">
                    <a:pos x="70" y="114"/>
                  </a:cxn>
                  <a:cxn ang="0">
                    <a:pos x="65" y="101"/>
                  </a:cxn>
                  <a:cxn ang="0">
                    <a:pos x="60" y="89"/>
                  </a:cxn>
                  <a:cxn ang="0">
                    <a:pos x="55" y="76"/>
                  </a:cxn>
                  <a:cxn ang="0">
                    <a:pos x="48" y="64"/>
                  </a:cxn>
                  <a:cxn ang="0">
                    <a:pos x="42" y="53"/>
                  </a:cxn>
                  <a:cxn ang="0">
                    <a:pos x="34" y="41"/>
                  </a:cxn>
                  <a:cxn ang="0">
                    <a:pos x="27" y="31"/>
                  </a:cxn>
                  <a:cxn ang="0">
                    <a:pos x="18" y="20"/>
                  </a:cxn>
                  <a:cxn ang="0">
                    <a:pos x="9" y="10"/>
                  </a:cxn>
                  <a:cxn ang="0">
                    <a:pos x="0" y="0"/>
                  </a:cxn>
                </a:cxnLst>
                <a:rect l="0" t="0" r="r" b="b"/>
                <a:pathLst>
                  <a:path w="83" h="194">
                    <a:moveTo>
                      <a:pt x="82" y="193"/>
                    </a:moveTo>
                    <a:lnTo>
                      <a:pt x="82" y="193"/>
                    </a:lnTo>
                    <a:lnTo>
                      <a:pt x="82" y="179"/>
                    </a:lnTo>
                    <a:lnTo>
                      <a:pt x="81" y="166"/>
                    </a:lnTo>
                    <a:lnTo>
                      <a:pt x="79" y="153"/>
                    </a:lnTo>
                    <a:lnTo>
                      <a:pt x="76" y="139"/>
                    </a:lnTo>
                    <a:lnTo>
                      <a:pt x="73" y="127"/>
                    </a:lnTo>
                    <a:lnTo>
                      <a:pt x="70" y="114"/>
                    </a:lnTo>
                    <a:lnTo>
                      <a:pt x="65" y="101"/>
                    </a:lnTo>
                    <a:lnTo>
                      <a:pt x="60" y="89"/>
                    </a:lnTo>
                    <a:lnTo>
                      <a:pt x="55" y="76"/>
                    </a:lnTo>
                    <a:lnTo>
                      <a:pt x="48" y="64"/>
                    </a:lnTo>
                    <a:lnTo>
                      <a:pt x="42" y="53"/>
                    </a:lnTo>
                    <a:lnTo>
                      <a:pt x="34" y="41"/>
                    </a:lnTo>
                    <a:lnTo>
                      <a:pt x="27" y="31"/>
                    </a:lnTo>
                    <a:lnTo>
                      <a:pt x="18" y="20"/>
                    </a:lnTo>
                    <a:lnTo>
                      <a:pt x="9" y="10"/>
                    </a:lnTo>
                    <a:lnTo>
                      <a:pt x="0" y="0"/>
                    </a:lnTo>
                  </a:path>
                </a:pathLst>
              </a:custGeom>
              <a:noFill/>
              <a:ln w="25400" cap="rnd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endParaRPr lang="es-ES_tradnl" sz="1800" noProof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2335" name="Line 449">
                <a:extLst>
                  <a:ext uri="{FF2B5EF4-FFF2-40B4-BE49-F238E27FC236}">
                    <a16:creationId xmlns:a16="http://schemas.microsoft.com/office/drawing/2014/main" id="{1603F4DB-33DB-97C7-102E-86E01EFCFC0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10" y="1776"/>
                <a:ext cx="20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es-ES_tradnl" sz="1800" noProof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2336" name="Freeform 450">
                <a:extLst>
                  <a:ext uri="{FF2B5EF4-FFF2-40B4-BE49-F238E27FC236}">
                    <a16:creationId xmlns:a16="http://schemas.microsoft.com/office/drawing/2014/main" id="{63F95821-F70E-CDAA-4203-9153661BA41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15" y="1776"/>
                <a:ext cx="285" cy="216"/>
              </a:xfrm>
              <a:custGeom>
                <a:avLst/>
                <a:gdLst/>
                <a:ahLst/>
                <a:cxnLst>
                  <a:cxn ang="0">
                    <a:pos x="348" y="199"/>
                  </a:cxn>
                  <a:cxn ang="0">
                    <a:pos x="348" y="199"/>
                  </a:cxn>
                  <a:cxn ang="0">
                    <a:pos x="334" y="177"/>
                  </a:cxn>
                  <a:cxn ang="0">
                    <a:pos x="319" y="156"/>
                  </a:cxn>
                  <a:cxn ang="0">
                    <a:pos x="302" y="135"/>
                  </a:cxn>
                  <a:cxn ang="0">
                    <a:pos x="284" y="117"/>
                  </a:cxn>
                  <a:cxn ang="0">
                    <a:pos x="265" y="98"/>
                  </a:cxn>
                  <a:cxn ang="0">
                    <a:pos x="245" y="82"/>
                  </a:cxn>
                  <a:cxn ang="0">
                    <a:pos x="223" y="67"/>
                  </a:cxn>
                  <a:cxn ang="0">
                    <a:pos x="202" y="54"/>
                  </a:cxn>
                  <a:cxn ang="0">
                    <a:pos x="179" y="41"/>
                  </a:cxn>
                  <a:cxn ang="0">
                    <a:pos x="155" y="31"/>
                  </a:cxn>
                  <a:cxn ang="0">
                    <a:pos x="130" y="21"/>
                  </a:cxn>
                  <a:cxn ang="0">
                    <a:pos x="105" y="13"/>
                  </a:cxn>
                  <a:cxn ang="0">
                    <a:pos x="79" y="7"/>
                  </a:cxn>
                  <a:cxn ang="0">
                    <a:pos x="53" y="3"/>
                  </a:cxn>
                  <a:cxn ang="0">
                    <a:pos x="27" y="0"/>
                  </a:cxn>
                  <a:cxn ang="0">
                    <a:pos x="0" y="0"/>
                  </a:cxn>
                </a:cxnLst>
                <a:rect l="0" t="0" r="r" b="b"/>
                <a:pathLst>
                  <a:path w="349" h="200">
                    <a:moveTo>
                      <a:pt x="348" y="199"/>
                    </a:moveTo>
                    <a:lnTo>
                      <a:pt x="348" y="199"/>
                    </a:lnTo>
                    <a:lnTo>
                      <a:pt x="334" y="177"/>
                    </a:lnTo>
                    <a:lnTo>
                      <a:pt x="319" y="156"/>
                    </a:lnTo>
                    <a:lnTo>
                      <a:pt x="302" y="135"/>
                    </a:lnTo>
                    <a:lnTo>
                      <a:pt x="284" y="117"/>
                    </a:lnTo>
                    <a:lnTo>
                      <a:pt x="265" y="98"/>
                    </a:lnTo>
                    <a:lnTo>
                      <a:pt x="245" y="82"/>
                    </a:lnTo>
                    <a:lnTo>
                      <a:pt x="223" y="67"/>
                    </a:lnTo>
                    <a:lnTo>
                      <a:pt x="202" y="54"/>
                    </a:lnTo>
                    <a:lnTo>
                      <a:pt x="179" y="41"/>
                    </a:lnTo>
                    <a:lnTo>
                      <a:pt x="155" y="31"/>
                    </a:lnTo>
                    <a:lnTo>
                      <a:pt x="130" y="21"/>
                    </a:lnTo>
                    <a:lnTo>
                      <a:pt x="105" y="13"/>
                    </a:lnTo>
                    <a:lnTo>
                      <a:pt x="79" y="7"/>
                    </a:lnTo>
                    <a:lnTo>
                      <a:pt x="53" y="3"/>
                    </a:lnTo>
                    <a:lnTo>
                      <a:pt x="27" y="0"/>
                    </a:lnTo>
                    <a:lnTo>
                      <a:pt x="0" y="0"/>
                    </a:lnTo>
                  </a:path>
                </a:pathLst>
              </a:custGeom>
              <a:noFill/>
              <a:ln w="25400" cap="rnd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endParaRPr lang="es-ES_tradnl" sz="1800" noProof="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60" name="Line 431">
              <a:extLst>
                <a:ext uri="{FF2B5EF4-FFF2-40B4-BE49-F238E27FC236}">
                  <a16:creationId xmlns:a16="http://schemas.microsoft.com/office/drawing/2014/main" id="{81A80EDD-38DA-8BF0-FC61-BD8733AFD691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V="1">
              <a:off x="5922210" y="3560011"/>
              <a:ext cx="195178" cy="0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/>
            </a:ln>
            <a:effectLst/>
          </p:spPr>
          <p:txBody>
            <a:bodyPr anchor="ctr"/>
            <a:lstStyle/>
            <a:p>
              <a:endParaRPr lang="es-ES_tradnl" sz="1800" noProof="0" dirty="0">
                <a:solidFill>
                  <a:schemeClr val="tx1"/>
                </a:solidFill>
              </a:endParaRPr>
            </a:p>
          </p:txBody>
        </p:sp>
        <p:sp>
          <p:nvSpPr>
            <p:cNvPr id="61" name="Line 431">
              <a:extLst>
                <a:ext uri="{FF2B5EF4-FFF2-40B4-BE49-F238E27FC236}">
                  <a16:creationId xmlns:a16="http://schemas.microsoft.com/office/drawing/2014/main" id="{048E0C43-CCD6-0F7B-25B1-7AB79F8B1524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V="1">
              <a:off x="6836610" y="3560011"/>
              <a:ext cx="195178" cy="0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/>
            </a:ln>
            <a:effectLst/>
          </p:spPr>
          <p:txBody>
            <a:bodyPr anchor="ctr"/>
            <a:lstStyle/>
            <a:p>
              <a:endParaRPr lang="es-ES_tradnl" sz="1800" noProof="0" dirty="0">
                <a:solidFill>
                  <a:schemeClr val="tx1"/>
                </a:solidFill>
              </a:endParaRPr>
            </a:p>
          </p:txBody>
        </p:sp>
        <p:sp>
          <p:nvSpPr>
            <p:cNvPr id="62" name="Line 431">
              <a:extLst>
                <a:ext uri="{FF2B5EF4-FFF2-40B4-BE49-F238E27FC236}">
                  <a16:creationId xmlns:a16="http://schemas.microsoft.com/office/drawing/2014/main" id="{428482A9-A40C-2AB9-34C6-E980EE8C9F26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V="1">
              <a:off x="7141411" y="3564689"/>
              <a:ext cx="195178" cy="0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/>
            </a:ln>
            <a:effectLst/>
          </p:spPr>
          <p:txBody>
            <a:bodyPr anchor="ctr"/>
            <a:lstStyle/>
            <a:p>
              <a:endParaRPr lang="es-ES_tradnl" sz="1800" noProof="0" dirty="0">
                <a:solidFill>
                  <a:schemeClr val="tx1"/>
                </a:solidFill>
              </a:endParaRPr>
            </a:p>
          </p:txBody>
        </p:sp>
        <p:sp>
          <p:nvSpPr>
            <p:cNvPr id="63" name="Line 431">
              <a:extLst>
                <a:ext uri="{FF2B5EF4-FFF2-40B4-BE49-F238E27FC236}">
                  <a16:creationId xmlns:a16="http://schemas.microsoft.com/office/drawing/2014/main" id="{D70D8A51-99A8-64A6-D13E-A8178BD5D342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V="1">
              <a:off x="7522410" y="3560011"/>
              <a:ext cx="195178" cy="0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/>
            </a:ln>
            <a:effectLst/>
          </p:spPr>
          <p:txBody>
            <a:bodyPr anchor="ctr"/>
            <a:lstStyle/>
            <a:p>
              <a:endParaRPr lang="es-ES_tradnl" sz="1800" noProof="0" dirty="0">
                <a:solidFill>
                  <a:schemeClr val="tx1"/>
                </a:solidFill>
              </a:endParaRPr>
            </a:p>
          </p:txBody>
        </p:sp>
        <p:sp>
          <p:nvSpPr>
            <p:cNvPr id="12288" name="Line 431">
              <a:extLst>
                <a:ext uri="{FF2B5EF4-FFF2-40B4-BE49-F238E27FC236}">
                  <a16:creationId xmlns:a16="http://schemas.microsoft.com/office/drawing/2014/main" id="{50CC3429-FF99-91AC-A3F3-00F2D730889E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V="1">
              <a:off x="7827210" y="3560011"/>
              <a:ext cx="195178" cy="0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/>
            </a:ln>
            <a:effectLst/>
          </p:spPr>
          <p:txBody>
            <a:bodyPr anchor="ctr"/>
            <a:lstStyle/>
            <a:p>
              <a:endParaRPr lang="es-ES_tradnl" sz="1800" noProof="0" dirty="0">
                <a:solidFill>
                  <a:schemeClr val="tx1"/>
                </a:solidFill>
              </a:endParaRPr>
            </a:p>
          </p:txBody>
        </p:sp>
        <p:sp>
          <p:nvSpPr>
            <p:cNvPr id="12289" name="Line 431">
              <a:extLst>
                <a:ext uri="{FF2B5EF4-FFF2-40B4-BE49-F238E27FC236}">
                  <a16:creationId xmlns:a16="http://schemas.microsoft.com/office/drawing/2014/main" id="{575F0E9F-D53D-9DBF-F883-FFE42BD26C29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V="1">
              <a:off x="8284410" y="3560011"/>
              <a:ext cx="195178" cy="0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/>
            </a:ln>
            <a:effectLst/>
          </p:spPr>
          <p:txBody>
            <a:bodyPr anchor="ctr"/>
            <a:lstStyle/>
            <a:p>
              <a:endParaRPr lang="es-ES_tradnl" sz="1800" noProof="0" dirty="0">
                <a:solidFill>
                  <a:schemeClr val="tx1"/>
                </a:solidFill>
              </a:endParaRPr>
            </a:p>
          </p:txBody>
        </p:sp>
        <p:sp>
          <p:nvSpPr>
            <p:cNvPr id="12291" name="Line 431">
              <a:extLst>
                <a:ext uri="{FF2B5EF4-FFF2-40B4-BE49-F238E27FC236}">
                  <a16:creationId xmlns:a16="http://schemas.microsoft.com/office/drawing/2014/main" id="{A36B8196-4A0A-FE95-4A15-DA07B31D3838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V="1">
              <a:off x="8589210" y="3560011"/>
              <a:ext cx="195178" cy="0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/>
            </a:ln>
            <a:effectLst/>
          </p:spPr>
          <p:txBody>
            <a:bodyPr anchor="ctr"/>
            <a:lstStyle/>
            <a:p>
              <a:endParaRPr lang="es-ES_tradnl" sz="1800" noProof="0" dirty="0">
                <a:solidFill>
                  <a:schemeClr val="tx1"/>
                </a:solidFill>
              </a:endParaRPr>
            </a:p>
          </p:txBody>
        </p:sp>
        <p:sp>
          <p:nvSpPr>
            <p:cNvPr id="12292" name="Line 431">
              <a:extLst>
                <a:ext uri="{FF2B5EF4-FFF2-40B4-BE49-F238E27FC236}">
                  <a16:creationId xmlns:a16="http://schemas.microsoft.com/office/drawing/2014/main" id="{65B1625F-B095-D431-2A07-53F50DD83A08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V="1">
              <a:off x="5795211" y="4288589"/>
              <a:ext cx="195178" cy="0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/>
            </a:ln>
            <a:effectLst/>
          </p:spPr>
          <p:txBody>
            <a:bodyPr anchor="ctr"/>
            <a:lstStyle/>
            <a:p>
              <a:endParaRPr lang="es-ES_tradnl" sz="1800" noProof="0" dirty="0">
                <a:solidFill>
                  <a:schemeClr val="tx1"/>
                </a:solidFill>
              </a:endParaRPr>
            </a:p>
          </p:txBody>
        </p:sp>
        <p:sp>
          <p:nvSpPr>
            <p:cNvPr id="12293" name="Line 431">
              <a:extLst>
                <a:ext uri="{FF2B5EF4-FFF2-40B4-BE49-F238E27FC236}">
                  <a16:creationId xmlns:a16="http://schemas.microsoft.com/office/drawing/2014/main" id="{56CCBCD4-3FE9-674C-D689-76D2CD9DED01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V="1">
              <a:off x="7014410" y="4288589"/>
              <a:ext cx="195178" cy="0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/>
            </a:ln>
            <a:effectLst/>
          </p:spPr>
          <p:txBody>
            <a:bodyPr anchor="ctr"/>
            <a:lstStyle/>
            <a:p>
              <a:endParaRPr lang="es-ES_tradnl" sz="1800" noProof="0" dirty="0">
                <a:solidFill>
                  <a:schemeClr val="tx1"/>
                </a:solidFill>
              </a:endParaRPr>
            </a:p>
          </p:txBody>
        </p:sp>
        <p:sp>
          <p:nvSpPr>
            <p:cNvPr id="12294" name="Line 431">
              <a:extLst>
                <a:ext uri="{FF2B5EF4-FFF2-40B4-BE49-F238E27FC236}">
                  <a16:creationId xmlns:a16="http://schemas.microsoft.com/office/drawing/2014/main" id="{DA22E213-3F34-7165-71A9-6A8416C758EC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V="1">
              <a:off x="7700210" y="4288589"/>
              <a:ext cx="195178" cy="0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/>
            </a:ln>
            <a:effectLst/>
          </p:spPr>
          <p:txBody>
            <a:bodyPr anchor="ctr"/>
            <a:lstStyle/>
            <a:p>
              <a:endParaRPr lang="es-ES_tradnl" sz="1800" noProof="0" dirty="0">
                <a:solidFill>
                  <a:schemeClr val="tx1"/>
                </a:solidFill>
              </a:endParaRPr>
            </a:p>
          </p:txBody>
        </p:sp>
        <p:sp>
          <p:nvSpPr>
            <p:cNvPr id="12295" name="Line 431">
              <a:extLst>
                <a:ext uri="{FF2B5EF4-FFF2-40B4-BE49-F238E27FC236}">
                  <a16:creationId xmlns:a16="http://schemas.microsoft.com/office/drawing/2014/main" id="{16F40680-2761-2938-B494-3F8AFFB1E54C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V="1">
              <a:off x="8462210" y="4288589"/>
              <a:ext cx="195178" cy="0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/>
            </a:ln>
            <a:effectLst/>
          </p:spPr>
          <p:txBody>
            <a:bodyPr anchor="ctr"/>
            <a:lstStyle/>
            <a:p>
              <a:endParaRPr lang="es-ES_tradnl" sz="1800" noProof="0" dirty="0">
                <a:solidFill>
                  <a:schemeClr val="tx1"/>
                </a:solidFill>
              </a:endParaRPr>
            </a:p>
          </p:txBody>
        </p:sp>
        <p:sp>
          <p:nvSpPr>
            <p:cNvPr id="12296" name="Line 431">
              <a:extLst>
                <a:ext uri="{FF2B5EF4-FFF2-40B4-BE49-F238E27FC236}">
                  <a16:creationId xmlns:a16="http://schemas.microsoft.com/office/drawing/2014/main" id="{78E36A0E-7ACC-D0BB-1010-F2D31D64C3BC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V="1">
              <a:off x="6476999" y="3657600"/>
              <a:ext cx="0" cy="304800"/>
            </a:xfrm>
            <a:prstGeom prst="line">
              <a:avLst/>
            </a:prstGeom>
            <a:noFill/>
            <a:ln w="19050" cap="flat" cmpd="sng" algn="ctr">
              <a:solidFill>
                <a:schemeClr val="tx2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  <p:txBody>
            <a:bodyPr anchor="ctr"/>
            <a:lstStyle/>
            <a:p>
              <a:endParaRPr lang="es-ES_tradnl" sz="1800" noProof="0" dirty="0">
                <a:solidFill>
                  <a:schemeClr val="tx1"/>
                </a:solidFill>
              </a:endParaRPr>
            </a:p>
          </p:txBody>
        </p:sp>
        <p:sp>
          <p:nvSpPr>
            <p:cNvPr id="12297" name="Line 431">
              <a:extLst>
                <a:ext uri="{FF2B5EF4-FFF2-40B4-BE49-F238E27FC236}">
                  <a16:creationId xmlns:a16="http://schemas.microsoft.com/office/drawing/2014/main" id="{2CDC4A49-00F1-D19E-EDAA-0AFF5167096B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V="1">
              <a:off x="5617410" y="3560011"/>
              <a:ext cx="195178" cy="0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/>
            </a:ln>
            <a:effectLst/>
          </p:spPr>
          <p:txBody>
            <a:bodyPr anchor="ctr"/>
            <a:lstStyle/>
            <a:p>
              <a:endParaRPr lang="es-ES_tradnl" sz="1800" noProof="0" dirty="0">
                <a:solidFill>
                  <a:schemeClr val="tx1"/>
                </a:solidFill>
              </a:endParaRPr>
            </a:p>
          </p:txBody>
        </p:sp>
        <p:sp>
          <p:nvSpPr>
            <p:cNvPr id="12298" name="CuadroTexto 12297">
              <a:extLst>
                <a:ext uri="{FF2B5EF4-FFF2-40B4-BE49-F238E27FC236}">
                  <a16:creationId xmlns:a16="http://schemas.microsoft.com/office/drawing/2014/main" id="{FF29E0AA-8817-A12B-D7CE-45CBF7BE3337}"/>
                </a:ext>
              </a:extLst>
            </p:cNvPr>
            <p:cNvSpPr txBox="1"/>
            <p:nvPr/>
          </p:nvSpPr>
          <p:spPr>
            <a:xfrm>
              <a:off x="5410200" y="3048000"/>
              <a:ext cx="5226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_tradnl" sz="1800" noProof="0" dirty="0">
                  <a:solidFill>
                    <a:schemeClr val="tx1"/>
                  </a:solidFill>
                </a:rPr>
                <a:t>A</a:t>
              </a:r>
              <a:r>
                <a:rPr lang="es-ES_tradnl" sz="1800" b="1" baseline="-25000" noProof="0" dirty="0">
                  <a:solidFill>
                    <a:schemeClr val="tx1"/>
                  </a:solidFill>
                </a:rPr>
                <a:t>31</a:t>
              </a:r>
            </a:p>
          </p:txBody>
        </p:sp>
        <p:sp>
          <p:nvSpPr>
            <p:cNvPr id="12299" name="CuadroTexto 12298">
              <a:extLst>
                <a:ext uri="{FF2B5EF4-FFF2-40B4-BE49-F238E27FC236}">
                  <a16:creationId xmlns:a16="http://schemas.microsoft.com/office/drawing/2014/main" id="{DC38C10A-7ABA-5CCB-2CAE-F75A618313CE}"/>
                </a:ext>
              </a:extLst>
            </p:cNvPr>
            <p:cNvSpPr txBox="1"/>
            <p:nvPr/>
          </p:nvSpPr>
          <p:spPr>
            <a:xfrm>
              <a:off x="5842050" y="3048000"/>
              <a:ext cx="50980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_tradnl" sz="1800" noProof="0" dirty="0">
                  <a:solidFill>
                    <a:schemeClr val="tx1"/>
                  </a:solidFill>
                </a:rPr>
                <a:t>B</a:t>
              </a:r>
              <a:r>
                <a:rPr lang="es-ES_tradnl" sz="1800" b="1" baseline="-25000" noProof="0" dirty="0">
                  <a:solidFill>
                    <a:schemeClr val="tx1"/>
                  </a:solidFill>
                </a:rPr>
                <a:t>31</a:t>
              </a:r>
            </a:p>
          </p:txBody>
        </p:sp>
        <p:sp>
          <p:nvSpPr>
            <p:cNvPr id="12300" name="CuadroTexto 12299">
              <a:extLst>
                <a:ext uri="{FF2B5EF4-FFF2-40B4-BE49-F238E27FC236}">
                  <a16:creationId xmlns:a16="http://schemas.microsoft.com/office/drawing/2014/main" id="{C8CB6FEE-552D-E5D2-9356-532BACF8B731}"/>
                </a:ext>
              </a:extLst>
            </p:cNvPr>
            <p:cNvSpPr txBox="1"/>
            <p:nvPr/>
          </p:nvSpPr>
          <p:spPr>
            <a:xfrm>
              <a:off x="6705600" y="3048000"/>
              <a:ext cx="43703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_tradnl" sz="1800" noProof="0" dirty="0">
                  <a:solidFill>
                    <a:schemeClr val="tx1"/>
                  </a:solidFill>
                </a:rPr>
                <a:t>A</a:t>
              </a:r>
              <a:r>
                <a:rPr lang="es-ES_tradnl" sz="1800" b="1" baseline="-25000" noProof="0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12301" name="CuadroTexto 12300">
              <a:extLst>
                <a:ext uri="{FF2B5EF4-FFF2-40B4-BE49-F238E27FC236}">
                  <a16:creationId xmlns:a16="http://schemas.microsoft.com/office/drawing/2014/main" id="{915731C2-55D8-B0B3-482F-A098238C274D}"/>
                </a:ext>
              </a:extLst>
            </p:cNvPr>
            <p:cNvSpPr txBox="1"/>
            <p:nvPr/>
          </p:nvSpPr>
          <p:spPr>
            <a:xfrm>
              <a:off x="7010400" y="3048000"/>
              <a:ext cx="42421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_tradnl" sz="1800" noProof="0" dirty="0">
                  <a:solidFill>
                    <a:schemeClr val="tx1"/>
                  </a:solidFill>
                </a:rPr>
                <a:t>B</a:t>
              </a:r>
              <a:r>
                <a:rPr lang="es-ES_tradnl" sz="1800" b="1" baseline="-25000" noProof="0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12302" name="CuadroTexto 12301">
              <a:extLst>
                <a:ext uri="{FF2B5EF4-FFF2-40B4-BE49-F238E27FC236}">
                  <a16:creationId xmlns:a16="http://schemas.microsoft.com/office/drawing/2014/main" id="{B540EEC8-D293-8300-047B-04C1365692C2}"/>
                </a:ext>
              </a:extLst>
            </p:cNvPr>
            <p:cNvSpPr txBox="1"/>
            <p:nvPr/>
          </p:nvSpPr>
          <p:spPr>
            <a:xfrm>
              <a:off x="7391400" y="3048000"/>
              <a:ext cx="43703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_tradnl" sz="1800" noProof="0" dirty="0">
                  <a:solidFill>
                    <a:schemeClr val="tx1"/>
                  </a:solidFill>
                </a:rPr>
                <a:t>A</a:t>
              </a:r>
              <a:r>
                <a:rPr lang="es-ES_tradnl" sz="1800" b="1" baseline="-25000" noProof="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12303" name="CuadroTexto 12302">
              <a:extLst>
                <a:ext uri="{FF2B5EF4-FFF2-40B4-BE49-F238E27FC236}">
                  <a16:creationId xmlns:a16="http://schemas.microsoft.com/office/drawing/2014/main" id="{33136EE5-6674-8F5D-60A1-2E48F716D1D0}"/>
                </a:ext>
              </a:extLst>
            </p:cNvPr>
            <p:cNvSpPr txBox="1"/>
            <p:nvPr/>
          </p:nvSpPr>
          <p:spPr>
            <a:xfrm>
              <a:off x="7709024" y="3048000"/>
              <a:ext cx="42421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_tradnl" sz="1800" noProof="0" dirty="0">
                  <a:solidFill>
                    <a:schemeClr val="tx1"/>
                  </a:solidFill>
                </a:rPr>
                <a:t>B</a:t>
              </a:r>
              <a:r>
                <a:rPr lang="es-ES_tradnl" sz="1800" b="1" baseline="-25000" noProof="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12304" name="CuadroTexto 12303">
              <a:extLst>
                <a:ext uri="{FF2B5EF4-FFF2-40B4-BE49-F238E27FC236}">
                  <a16:creationId xmlns:a16="http://schemas.microsoft.com/office/drawing/2014/main" id="{29717EB6-037E-3BE9-260F-77E7DC8265B2}"/>
                </a:ext>
              </a:extLst>
            </p:cNvPr>
            <p:cNvSpPr txBox="1"/>
            <p:nvPr/>
          </p:nvSpPr>
          <p:spPr>
            <a:xfrm>
              <a:off x="8146945" y="3048000"/>
              <a:ext cx="43703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_tradnl" sz="1800" noProof="0" dirty="0">
                  <a:solidFill>
                    <a:schemeClr val="tx1"/>
                  </a:solidFill>
                </a:rPr>
                <a:t>A</a:t>
              </a:r>
              <a:r>
                <a:rPr lang="es-ES_tradnl" sz="1800" b="1" baseline="-25000" noProof="0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12305" name="CuadroTexto 12304">
              <a:extLst>
                <a:ext uri="{FF2B5EF4-FFF2-40B4-BE49-F238E27FC236}">
                  <a16:creationId xmlns:a16="http://schemas.microsoft.com/office/drawing/2014/main" id="{03864F1E-D3DB-9BCE-EB30-E7CC899C026E}"/>
                </a:ext>
              </a:extLst>
            </p:cNvPr>
            <p:cNvSpPr txBox="1"/>
            <p:nvPr/>
          </p:nvSpPr>
          <p:spPr>
            <a:xfrm>
              <a:off x="8464569" y="3048000"/>
              <a:ext cx="42421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_tradnl" sz="1800" noProof="0" dirty="0">
                  <a:solidFill>
                    <a:schemeClr val="tx1"/>
                  </a:solidFill>
                </a:rPr>
                <a:t>B</a:t>
              </a:r>
              <a:r>
                <a:rPr lang="es-ES_tradnl" sz="1800" b="1" baseline="-25000" noProof="0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12306" name="CuadroTexto 12305">
              <a:extLst>
                <a:ext uri="{FF2B5EF4-FFF2-40B4-BE49-F238E27FC236}">
                  <a16:creationId xmlns:a16="http://schemas.microsoft.com/office/drawing/2014/main" id="{85E6FCF2-AE11-2014-AD40-ADC1C05718D8}"/>
                </a:ext>
              </a:extLst>
            </p:cNvPr>
            <p:cNvSpPr txBox="1"/>
            <p:nvPr/>
          </p:nvSpPr>
          <p:spPr>
            <a:xfrm>
              <a:off x="5638800" y="4343400"/>
              <a:ext cx="52253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_tradnl" sz="1800" noProof="0" dirty="0">
                  <a:solidFill>
                    <a:schemeClr val="tx1"/>
                  </a:solidFill>
                </a:rPr>
                <a:t>R</a:t>
              </a:r>
              <a:r>
                <a:rPr lang="es-ES_tradnl" sz="1800" b="1" baseline="-25000" noProof="0" dirty="0">
                  <a:solidFill>
                    <a:schemeClr val="tx1"/>
                  </a:solidFill>
                </a:rPr>
                <a:t>31</a:t>
              </a:r>
            </a:p>
          </p:txBody>
        </p:sp>
        <p:sp>
          <p:nvSpPr>
            <p:cNvPr id="12307" name="CuadroTexto 12306">
              <a:extLst>
                <a:ext uri="{FF2B5EF4-FFF2-40B4-BE49-F238E27FC236}">
                  <a16:creationId xmlns:a16="http://schemas.microsoft.com/office/drawing/2014/main" id="{DF90351E-CA56-1851-98EF-CE3D46731A99}"/>
                </a:ext>
              </a:extLst>
            </p:cNvPr>
            <p:cNvSpPr txBox="1"/>
            <p:nvPr/>
          </p:nvSpPr>
          <p:spPr>
            <a:xfrm>
              <a:off x="6934200" y="4343400"/>
              <a:ext cx="43695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_tradnl" sz="1800" noProof="0" dirty="0">
                  <a:solidFill>
                    <a:schemeClr val="tx1"/>
                  </a:solidFill>
                </a:rPr>
                <a:t>R</a:t>
              </a:r>
              <a:r>
                <a:rPr lang="es-ES_tradnl" sz="1800" b="1" baseline="-25000" noProof="0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12308" name="CuadroTexto 12307">
              <a:extLst>
                <a:ext uri="{FF2B5EF4-FFF2-40B4-BE49-F238E27FC236}">
                  <a16:creationId xmlns:a16="http://schemas.microsoft.com/office/drawing/2014/main" id="{60FD06FE-D9CB-6B1C-0064-13E6CBE3E7E7}"/>
                </a:ext>
              </a:extLst>
            </p:cNvPr>
            <p:cNvSpPr txBox="1"/>
            <p:nvPr/>
          </p:nvSpPr>
          <p:spPr>
            <a:xfrm>
              <a:off x="7620000" y="4343400"/>
              <a:ext cx="43695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_tradnl" sz="1800" noProof="0" dirty="0">
                  <a:solidFill>
                    <a:schemeClr val="tx1"/>
                  </a:solidFill>
                </a:rPr>
                <a:t>R</a:t>
              </a:r>
              <a:r>
                <a:rPr lang="es-ES_tradnl" sz="1800" b="1" baseline="-25000" noProof="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12309" name="CuadroTexto 12308">
              <a:extLst>
                <a:ext uri="{FF2B5EF4-FFF2-40B4-BE49-F238E27FC236}">
                  <a16:creationId xmlns:a16="http://schemas.microsoft.com/office/drawing/2014/main" id="{14BDC87D-3C25-0D7E-FB91-56527DA49136}"/>
                </a:ext>
              </a:extLst>
            </p:cNvPr>
            <p:cNvSpPr txBox="1"/>
            <p:nvPr/>
          </p:nvSpPr>
          <p:spPr>
            <a:xfrm>
              <a:off x="8375545" y="4343400"/>
              <a:ext cx="43695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_tradnl" sz="1800" noProof="0" dirty="0">
                  <a:solidFill>
                    <a:schemeClr val="tx1"/>
                  </a:solidFill>
                </a:rPr>
                <a:t>R</a:t>
              </a:r>
              <a:r>
                <a:rPr lang="es-ES_tradnl" sz="1800" b="1" baseline="-25000" noProof="0" dirty="0">
                  <a:solidFill>
                    <a:schemeClr val="tx1"/>
                  </a:solidFill>
                </a:rPr>
                <a:t>0</a:t>
              </a:r>
            </a:p>
          </p:txBody>
        </p:sp>
        <p:grpSp>
          <p:nvGrpSpPr>
            <p:cNvPr id="12310" name="Group 444">
              <a:extLst>
                <a:ext uri="{FF2B5EF4-FFF2-40B4-BE49-F238E27FC236}">
                  <a16:creationId xmlns:a16="http://schemas.microsoft.com/office/drawing/2014/main" id="{DFBB6929-4F7A-77D7-3046-425676836934}"/>
                </a:ext>
              </a:extLst>
            </p:cNvPr>
            <p:cNvGrpSpPr>
              <a:grpSpLocks/>
            </p:cNvGrpSpPr>
            <p:nvPr/>
          </p:nvGrpSpPr>
          <p:grpSpPr bwMode="auto">
            <a:xfrm rot="5400000" flipV="1">
              <a:off x="7497125" y="3647185"/>
              <a:ext cx="586888" cy="493538"/>
              <a:chOff x="4309" y="1776"/>
              <a:chExt cx="491" cy="420"/>
            </a:xfrm>
          </p:grpSpPr>
          <p:sp>
            <p:nvSpPr>
              <p:cNvPr id="12325" name="Freeform 445">
                <a:extLst>
                  <a:ext uri="{FF2B5EF4-FFF2-40B4-BE49-F238E27FC236}">
                    <a16:creationId xmlns:a16="http://schemas.microsoft.com/office/drawing/2014/main" id="{324F7AA1-251A-A98D-0DCC-B9E36236C6D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15" y="1980"/>
                <a:ext cx="285" cy="216"/>
              </a:xfrm>
              <a:custGeom>
                <a:avLst/>
                <a:gdLst/>
                <a:ahLst/>
                <a:cxnLst>
                  <a:cxn ang="0">
                    <a:pos x="0" y="199"/>
                  </a:cxn>
                  <a:cxn ang="0">
                    <a:pos x="0" y="199"/>
                  </a:cxn>
                  <a:cxn ang="0">
                    <a:pos x="0" y="199"/>
                  </a:cxn>
                  <a:cxn ang="0">
                    <a:pos x="0" y="199"/>
                  </a:cxn>
                  <a:cxn ang="0">
                    <a:pos x="0" y="199"/>
                  </a:cxn>
                  <a:cxn ang="0">
                    <a:pos x="0" y="199"/>
                  </a:cxn>
                  <a:cxn ang="0">
                    <a:pos x="0" y="199"/>
                  </a:cxn>
                  <a:cxn ang="0">
                    <a:pos x="27" y="199"/>
                  </a:cxn>
                  <a:cxn ang="0">
                    <a:pos x="53" y="196"/>
                  </a:cxn>
                  <a:cxn ang="0">
                    <a:pos x="79" y="192"/>
                  </a:cxn>
                  <a:cxn ang="0">
                    <a:pos x="105" y="186"/>
                  </a:cxn>
                  <a:cxn ang="0">
                    <a:pos x="130" y="178"/>
                  </a:cxn>
                  <a:cxn ang="0">
                    <a:pos x="155" y="168"/>
                  </a:cxn>
                  <a:cxn ang="0">
                    <a:pos x="179" y="158"/>
                  </a:cxn>
                  <a:cxn ang="0">
                    <a:pos x="202" y="145"/>
                  </a:cxn>
                  <a:cxn ang="0">
                    <a:pos x="223" y="132"/>
                  </a:cxn>
                  <a:cxn ang="0">
                    <a:pos x="245" y="117"/>
                  </a:cxn>
                  <a:cxn ang="0">
                    <a:pos x="265" y="101"/>
                  </a:cxn>
                  <a:cxn ang="0">
                    <a:pos x="284" y="82"/>
                  </a:cxn>
                  <a:cxn ang="0">
                    <a:pos x="302" y="64"/>
                  </a:cxn>
                  <a:cxn ang="0">
                    <a:pos x="319" y="43"/>
                  </a:cxn>
                  <a:cxn ang="0">
                    <a:pos x="334" y="22"/>
                  </a:cxn>
                  <a:cxn ang="0">
                    <a:pos x="348" y="0"/>
                  </a:cxn>
                </a:cxnLst>
                <a:rect l="0" t="0" r="r" b="b"/>
                <a:pathLst>
                  <a:path w="349" h="200">
                    <a:moveTo>
                      <a:pt x="0" y="199"/>
                    </a:moveTo>
                    <a:lnTo>
                      <a:pt x="0" y="199"/>
                    </a:lnTo>
                    <a:lnTo>
                      <a:pt x="0" y="199"/>
                    </a:lnTo>
                    <a:lnTo>
                      <a:pt x="0" y="199"/>
                    </a:lnTo>
                    <a:lnTo>
                      <a:pt x="0" y="199"/>
                    </a:lnTo>
                    <a:lnTo>
                      <a:pt x="0" y="199"/>
                    </a:lnTo>
                    <a:lnTo>
                      <a:pt x="0" y="199"/>
                    </a:lnTo>
                    <a:lnTo>
                      <a:pt x="27" y="199"/>
                    </a:lnTo>
                    <a:lnTo>
                      <a:pt x="53" y="196"/>
                    </a:lnTo>
                    <a:lnTo>
                      <a:pt x="79" y="192"/>
                    </a:lnTo>
                    <a:lnTo>
                      <a:pt x="105" y="186"/>
                    </a:lnTo>
                    <a:lnTo>
                      <a:pt x="130" y="178"/>
                    </a:lnTo>
                    <a:lnTo>
                      <a:pt x="155" y="168"/>
                    </a:lnTo>
                    <a:lnTo>
                      <a:pt x="179" y="158"/>
                    </a:lnTo>
                    <a:lnTo>
                      <a:pt x="202" y="145"/>
                    </a:lnTo>
                    <a:lnTo>
                      <a:pt x="223" y="132"/>
                    </a:lnTo>
                    <a:lnTo>
                      <a:pt x="245" y="117"/>
                    </a:lnTo>
                    <a:lnTo>
                      <a:pt x="265" y="101"/>
                    </a:lnTo>
                    <a:lnTo>
                      <a:pt x="284" y="82"/>
                    </a:lnTo>
                    <a:lnTo>
                      <a:pt x="302" y="64"/>
                    </a:lnTo>
                    <a:lnTo>
                      <a:pt x="319" y="43"/>
                    </a:lnTo>
                    <a:lnTo>
                      <a:pt x="334" y="22"/>
                    </a:lnTo>
                    <a:lnTo>
                      <a:pt x="348" y="0"/>
                    </a:lnTo>
                  </a:path>
                </a:pathLst>
              </a:custGeom>
              <a:noFill/>
              <a:ln w="25400" cap="rnd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endParaRPr lang="es-ES_tradnl" sz="1800" noProof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2326" name="Line 446">
                <a:extLst>
                  <a:ext uri="{FF2B5EF4-FFF2-40B4-BE49-F238E27FC236}">
                    <a16:creationId xmlns:a16="http://schemas.microsoft.com/office/drawing/2014/main" id="{9D4617D6-9928-3FB0-0ED5-401A5F0E7D1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310" y="2195"/>
                <a:ext cx="20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es-ES_tradnl" sz="1800" noProof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2327" name="Freeform 447">
                <a:extLst>
                  <a:ext uri="{FF2B5EF4-FFF2-40B4-BE49-F238E27FC236}">
                    <a16:creationId xmlns:a16="http://schemas.microsoft.com/office/drawing/2014/main" id="{A84A34F1-1DB9-C96E-643A-9A27BC425D6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09" y="1986"/>
                <a:ext cx="68" cy="209"/>
              </a:xfrm>
              <a:custGeom>
                <a:avLst/>
                <a:gdLst/>
                <a:ahLst/>
                <a:cxnLst>
                  <a:cxn ang="0">
                    <a:pos x="0" y="192"/>
                  </a:cxn>
                  <a:cxn ang="0">
                    <a:pos x="0" y="192"/>
                  </a:cxn>
                  <a:cxn ang="0">
                    <a:pos x="9" y="182"/>
                  </a:cxn>
                  <a:cxn ang="0">
                    <a:pos x="18" y="172"/>
                  </a:cxn>
                  <a:cxn ang="0">
                    <a:pos x="27" y="161"/>
                  </a:cxn>
                  <a:cxn ang="0">
                    <a:pos x="34" y="151"/>
                  </a:cxn>
                  <a:cxn ang="0">
                    <a:pos x="42" y="139"/>
                  </a:cxn>
                  <a:cxn ang="0">
                    <a:pos x="48" y="128"/>
                  </a:cxn>
                  <a:cxn ang="0">
                    <a:pos x="55" y="116"/>
                  </a:cxn>
                  <a:cxn ang="0">
                    <a:pos x="60" y="103"/>
                  </a:cxn>
                  <a:cxn ang="0">
                    <a:pos x="65" y="91"/>
                  </a:cxn>
                  <a:cxn ang="0">
                    <a:pos x="70" y="78"/>
                  </a:cxn>
                  <a:cxn ang="0">
                    <a:pos x="73" y="65"/>
                  </a:cxn>
                  <a:cxn ang="0">
                    <a:pos x="76" y="53"/>
                  </a:cxn>
                  <a:cxn ang="0">
                    <a:pos x="79" y="39"/>
                  </a:cxn>
                  <a:cxn ang="0">
                    <a:pos x="81" y="26"/>
                  </a:cxn>
                  <a:cxn ang="0">
                    <a:pos x="82" y="13"/>
                  </a:cxn>
                  <a:cxn ang="0">
                    <a:pos x="82" y="0"/>
                  </a:cxn>
                </a:cxnLst>
                <a:rect l="0" t="0" r="r" b="b"/>
                <a:pathLst>
                  <a:path w="83" h="193">
                    <a:moveTo>
                      <a:pt x="0" y="192"/>
                    </a:moveTo>
                    <a:lnTo>
                      <a:pt x="0" y="192"/>
                    </a:lnTo>
                    <a:lnTo>
                      <a:pt x="9" y="182"/>
                    </a:lnTo>
                    <a:lnTo>
                      <a:pt x="18" y="172"/>
                    </a:lnTo>
                    <a:lnTo>
                      <a:pt x="27" y="161"/>
                    </a:lnTo>
                    <a:lnTo>
                      <a:pt x="34" y="151"/>
                    </a:lnTo>
                    <a:lnTo>
                      <a:pt x="42" y="139"/>
                    </a:lnTo>
                    <a:lnTo>
                      <a:pt x="48" y="128"/>
                    </a:lnTo>
                    <a:lnTo>
                      <a:pt x="55" y="116"/>
                    </a:lnTo>
                    <a:lnTo>
                      <a:pt x="60" y="103"/>
                    </a:lnTo>
                    <a:lnTo>
                      <a:pt x="65" y="91"/>
                    </a:lnTo>
                    <a:lnTo>
                      <a:pt x="70" y="78"/>
                    </a:lnTo>
                    <a:lnTo>
                      <a:pt x="73" y="65"/>
                    </a:lnTo>
                    <a:lnTo>
                      <a:pt x="76" y="53"/>
                    </a:lnTo>
                    <a:lnTo>
                      <a:pt x="79" y="39"/>
                    </a:lnTo>
                    <a:lnTo>
                      <a:pt x="81" y="26"/>
                    </a:lnTo>
                    <a:lnTo>
                      <a:pt x="82" y="13"/>
                    </a:lnTo>
                    <a:lnTo>
                      <a:pt x="82" y="0"/>
                    </a:lnTo>
                  </a:path>
                </a:pathLst>
              </a:custGeom>
              <a:noFill/>
              <a:ln w="25400" cap="rnd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endParaRPr lang="es-ES_tradnl" sz="1800" noProof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2328" name="Freeform 448">
                <a:extLst>
                  <a:ext uri="{FF2B5EF4-FFF2-40B4-BE49-F238E27FC236}">
                    <a16:creationId xmlns:a16="http://schemas.microsoft.com/office/drawing/2014/main" id="{3E546999-B92E-021D-AFD6-940F835743A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09" y="1777"/>
                <a:ext cx="68" cy="210"/>
              </a:xfrm>
              <a:custGeom>
                <a:avLst/>
                <a:gdLst/>
                <a:ahLst/>
                <a:cxnLst>
                  <a:cxn ang="0">
                    <a:pos x="82" y="193"/>
                  </a:cxn>
                  <a:cxn ang="0">
                    <a:pos x="82" y="193"/>
                  </a:cxn>
                  <a:cxn ang="0">
                    <a:pos x="82" y="179"/>
                  </a:cxn>
                  <a:cxn ang="0">
                    <a:pos x="81" y="166"/>
                  </a:cxn>
                  <a:cxn ang="0">
                    <a:pos x="79" y="153"/>
                  </a:cxn>
                  <a:cxn ang="0">
                    <a:pos x="76" y="139"/>
                  </a:cxn>
                  <a:cxn ang="0">
                    <a:pos x="73" y="127"/>
                  </a:cxn>
                  <a:cxn ang="0">
                    <a:pos x="70" y="114"/>
                  </a:cxn>
                  <a:cxn ang="0">
                    <a:pos x="65" y="101"/>
                  </a:cxn>
                  <a:cxn ang="0">
                    <a:pos x="60" y="89"/>
                  </a:cxn>
                  <a:cxn ang="0">
                    <a:pos x="55" y="76"/>
                  </a:cxn>
                  <a:cxn ang="0">
                    <a:pos x="48" y="64"/>
                  </a:cxn>
                  <a:cxn ang="0">
                    <a:pos x="42" y="53"/>
                  </a:cxn>
                  <a:cxn ang="0">
                    <a:pos x="34" y="41"/>
                  </a:cxn>
                  <a:cxn ang="0">
                    <a:pos x="27" y="31"/>
                  </a:cxn>
                  <a:cxn ang="0">
                    <a:pos x="18" y="20"/>
                  </a:cxn>
                  <a:cxn ang="0">
                    <a:pos x="9" y="10"/>
                  </a:cxn>
                  <a:cxn ang="0">
                    <a:pos x="0" y="0"/>
                  </a:cxn>
                </a:cxnLst>
                <a:rect l="0" t="0" r="r" b="b"/>
                <a:pathLst>
                  <a:path w="83" h="194">
                    <a:moveTo>
                      <a:pt x="82" y="193"/>
                    </a:moveTo>
                    <a:lnTo>
                      <a:pt x="82" y="193"/>
                    </a:lnTo>
                    <a:lnTo>
                      <a:pt x="82" y="179"/>
                    </a:lnTo>
                    <a:lnTo>
                      <a:pt x="81" y="166"/>
                    </a:lnTo>
                    <a:lnTo>
                      <a:pt x="79" y="153"/>
                    </a:lnTo>
                    <a:lnTo>
                      <a:pt x="76" y="139"/>
                    </a:lnTo>
                    <a:lnTo>
                      <a:pt x="73" y="127"/>
                    </a:lnTo>
                    <a:lnTo>
                      <a:pt x="70" y="114"/>
                    </a:lnTo>
                    <a:lnTo>
                      <a:pt x="65" y="101"/>
                    </a:lnTo>
                    <a:lnTo>
                      <a:pt x="60" y="89"/>
                    </a:lnTo>
                    <a:lnTo>
                      <a:pt x="55" y="76"/>
                    </a:lnTo>
                    <a:lnTo>
                      <a:pt x="48" y="64"/>
                    </a:lnTo>
                    <a:lnTo>
                      <a:pt x="42" y="53"/>
                    </a:lnTo>
                    <a:lnTo>
                      <a:pt x="34" y="41"/>
                    </a:lnTo>
                    <a:lnTo>
                      <a:pt x="27" y="31"/>
                    </a:lnTo>
                    <a:lnTo>
                      <a:pt x="18" y="20"/>
                    </a:lnTo>
                    <a:lnTo>
                      <a:pt x="9" y="10"/>
                    </a:lnTo>
                    <a:lnTo>
                      <a:pt x="0" y="0"/>
                    </a:lnTo>
                  </a:path>
                </a:pathLst>
              </a:custGeom>
              <a:noFill/>
              <a:ln w="25400" cap="rnd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endParaRPr lang="es-ES_tradnl" sz="1800" noProof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2329" name="Line 449">
                <a:extLst>
                  <a:ext uri="{FF2B5EF4-FFF2-40B4-BE49-F238E27FC236}">
                    <a16:creationId xmlns:a16="http://schemas.microsoft.com/office/drawing/2014/main" id="{04FE8698-0A26-E923-D990-B63BFB40434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10" y="1776"/>
                <a:ext cx="20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es-ES_tradnl" sz="1800" noProof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2330" name="Freeform 450">
                <a:extLst>
                  <a:ext uri="{FF2B5EF4-FFF2-40B4-BE49-F238E27FC236}">
                    <a16:creationId xmlns:a16="http://schemas.microsoft.com/office/drawing/2014/main" id="{D989610D-CA07-7517-BA77-C7CCBCE2B37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15" y="1776"/>
                <a:ext cx="285" cy="216"/>
              </a:xfrm>
              <a:custGeom>
                <a:avLst/>
                <a:gdLst/>
                <a:ahLst/>
                <a:cxnLst>
                  <a:cxn ang="0">
                    <a:pos x="348" y="199"/>
                  </a:cxn>
                  <a:cxn ang="0">
                    <a:pos x="348" y="199"/>
                  </a:cxn>
                  <a:cxn ang="0">
                    <a:pos x="334" y="177"/>
                  </a:cxn>
                  <a:cxn ang="0">
                    <a:pos x="319" y="156"/>
                  </a:cxn>
                  <a:cxn ang="0">
                    <a:pos x="302" y="135"/>
                  </a:cxn>
                  <a:cxn ang="0">
                    <a:pos x="284" y="117"/>
                  </a:cxn>
                  <a:cxn ang="0">
                    <a:pos x="265" y="98"/>
                  </a:cxn>
                  <a:cxn ang="0">
                    <a:pos x="245" y="82"/>
                  </a:cxn>
                  <a:cxn ang="0">
                    <a:pos x="223" y="67"/>
                  </a:cxn>
                  <a:cxn ang="0">
                    <a:pos x="202" y="54"/>
                  </a:cxn>
                  <a:cxn ang="0">
                    <a:pos x="179" y="41"/>
                  </a:cxn>
                  <a:cxn ang="0">
                    <a:pos x="155" y="31"/>
                  </a:cxn>
                  <a:cxn ang="0">
                    <a:pos x="130" y="21"/>
                  </a:cxn>
                  <a:cxn ang="0">
                    <a:pos x="105" y="13"/>
                  </a:cxn>
                  <a:cxn ang="0">
                    <a:pos x="79" y="7"/>
                  </a:cxn>
                  <a:cxn ang="0">
                    <a:pos x="53" y="3"/>
                  </a:cxn>
                  <a:cxn ang="0">
                    <a:pos x="27" y="0"/>
                  </a:cxn>
                  <a:cxn ang="0">
                    <a:pos x="0" y="0"/>
                  </a:cxn>
                </a:cxnLst>
                <a:rect l="0" t="0" r="r" b="b"/>
                <a:pathLst>
                  <a:path w="349" h="200">
                    <a:moveTo>
                      <a:pt x="348" y="199"/>
                    </a:moveTo>
                    <a:lnTo>
                      <a:pt x="348" y="199"/>
                    </a:lnTo>
                    <a:lnTo>
                      <a:pt x="334" y="177"/>
                    </a:lnTo>
                    <a:lnTo>
                      <a:pt x="319" y="156"/>
                    </a:lnTo>
                    <a:lnTo>
                      <a:pt x="302" y="135"/>
                    </a:lnTo>
                    <a:lnTo>
                      <a:pt x="284" y="117"/>
                    </a:lnTo>
                    <a:lnTo>
                      <a:pt x="265" y="98"/>
                    </a:lnTo>
                    <a:lnTo>
                      <a:pt x="245" y="82"/>
                    </a:lnTo>
                    <a:lnTo>
                      <a:pt x="223" y="67"/>
                    </a:lnTo>
                    <a:lnTo>
                      <a:pt x="202" y="54"/>
                    </a:lnTo>
                    <a:lnTo>
                      <a:pt x="179" y="41"/>
                    </a:lnTo>
                    <a:lnTo>
                      <a:pt x="155" y="31"/>
                    </a:lnTo>
                    <a:lnTo>
                      <a:pt x="130" y="21"/>
                    </a:lnTo>
                    <a:lnTo>
                      <a:pt x="105" y="13"/>
                    </a:lnTo>
                    <a:lnTo>
                      <a:pt x="79" y="7"/>
                    </a:lnTo>
                    <a:lnTo>
                      <a:pt x="53" y="3"/>
                    </a:lnTo>
                    <a:lnTo>
                      <a:pt x="27" y="0"/>
                    </a:lnTo>
                    <a:lnTo>
                      <a:pt x="0" y="0"/>
                    </a:lnTo>
                  </a:path>
                </a:pathLst>
              </a:custGeom>
              <a:noFill/>
              <a:ln w="25400" cap="rnd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endParaRPr lang="es-ES_tradnl" sz="1800" noProof="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2311" name="Group 444">
              <a:extLst>
                <a:ext uri="{FF2B5EF4-FFF2-40B4-BE49-F238E27FC236}">
                  <a16:creationId xmlns:a16="http://schemas.microsoft.com/office/drawing/2014/main" id="{6E5B302C-96FA-64BA-01BE-E0781DE6BA24}"/>
                </a:ext>
              </a:extLst>
            </p:cNvPr>
            <p:cNvGrpSpPr>
              <a:grpSpLocks/>
            </p:cNvGrpSpPr>
            <p:nvPr/>
          </p:nvGrpSpPr>
          <p:grpSpPr bwMode="auto">
            <a:xfrm rot="5400000" flipV="1">
              <a:off x="6811325" y="3647185"/>
              <a:ext cx="586888" cy="493538"/>
              <a:chOff x="4309" y="1776"/>
              <a:chExt cx="491" cy="420"/>
            </a:xfrm>
          </p:grpSpPr>
          <p:sp>
            <p:nvSpPr>
              <p:cNvPr id="12319" name="Freeform 445">
                <a:extLst>
                  <a:ext uri="{FF2B5EF4-FFF2-40B4-BE49-F238E27FC236}">
                    <a16:creationId xmlns:a16="http://schemas.microsoft.com/office/drawing/2014/main" id="{D85F71C5-730C-CB35-CFF3-4FA0B3F15C1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15" y="1980"/>
                <a:ext cx="285" cy="216"/>
              </a:xfrm>
              <a:custGeom>
                <a:avLst/>
                <a:gdLst/>
                <a:ahLst/>
                <a:cxnLst>
                  <a:cxn ang="0">
                    <a:pos x="0" y="199"/>
                  </a:cxn>
                  <a:cxn ang="0">
                    <a:pos x="0" y="199"/>
                  </a:cxn>
                  <a:cxn ang="0">
                    <a:pos x="0" y="199"/>
                  </a:cxn>
                  <a:cxn ang="0">
                    <a:pos x="0" y="199"/>
                  </a:cxn>
                  <a:cxn ang="0">
                    <a:pos x="0" y="199"/>
                  </a:cxn>
                  <a:cxn ang="0">
                    <a:pos x="0" y="199"/>
                  </a:cxn>
                  <a:cxn ang="0">
                    <a:pos x="0" y="199"/>
                  </a:cxn>
                  <a:cxn ang="0">
                    <a:pos x="27" y="199"/>
                  </a:cxn>
                  <a:cxn ang="0">
                    <a:pos x="53" y="196"/>
                  </a:cxn>
                  <a:cxn ang="0">
                    <a:pos x="79" y="192"/>
                  </a:cxn>
                  <a:cxn ang="0">
                    <a:pos x="105" y="186"/>
                  </a:cxn>
                  <a:cxn ang="0">
                    <a:pos x="130" y="178"/>
                  </a:cxn>
                  <a:cxn ang="0">
                    <a:pos x="155" y="168"/>
                  </a:cxn>
                  <a:cxn ang="0">
                    <a:pos x="179" y="158"/>
                  </a:cxn>
                  <a:cxn ang="0">
                    <a:pos x="202" y="145"/>
                  </a:cxn>
                  <a:cxn ang="0">
                    <a:pos x="223" y="132"/>
                  </a:cxn>
                  <a:cxn ang="0">
                    <a:pos x="245" y="117"/>
                  </a:cxn>
                  <a:cxn ang="0">
                    <a:pos x="265" y="101"/>
                  </a:cxn>
                  <a:cxn ang="0">
                    <a:pos x="284" y="82"/>
                  </a:cxn>
                  <a:cxn ang="0">
                    <a:pos x="302" y="64"/>
                  </a:cxn>
                  <a:cxn ang="0">
                    <a:pos x="319" y="43"/>
                  </a:cxn>
                  <a:cxn ang="0">
                    <a:pos x="334" y="22"/>
                  </a:cxn>
                  <a:cxn ang="0">
                    <a:pos x="348" y="0"/>
                  </a:cxn>
                </a:cxnLst>
                <a:rect l="0" t="0" r="r" b="b"/>
                <a:pathLst>
                  <a:path w="349" h="200">
                    <a:moveTo>
                      <a:pt x="0" y="199"/>
                    </a:moveTo>
                    <a:lnTo>
                      <a:pt x="0" y="199"/>
                    </a:lnTo>
                    <a:lnTo>
                      <a:pt x="0" y="199"/>
                    </a:lnTo>
                    <a:lnTo>
                      <a:pt x="0" y="199"/>
                    </a:lnTo>
                    <a:lnTo>
                      <a:pt x="0" y="199"/>
                    </a:lnTo>
                    <a:lnTo>
                      <a:pt x="0" y="199"/>
                    </a:lnTo>
                    <a:lnTo>
                      <a:pt x="0" y="199"/>
                    </a:lnTo>
                    <a:lnTo>
                      <a:pt x="27" y="199"/>
                    </a:lnTo>
                    <a:lnTo>
                      <a:pt x="53" y="196"/>
                    </a:lnTo>
                    <a:lnTo>
                      <a:pt x="79" y="192"/>
                    </a:lnTo>
                    <a:lnTo>
                      <a:pt x="105" y="186"/>
                    </a:lnTo>
                    <a:lnTo>
                      <a:pt x="130" y="178"/>
                    </a:lnTo>
                    <a:lnTo>
                      <a:pt x="155" y="168"/>
                    </a:lnTo>
                    <a:lnTo>
                      <a:pt x="179" y="158"/>
                    </a:lnTo>
                    <a:lnTo>
                      <a:pt x="202" y="145"/>
                    </a:lnTo>
                    <a:lnTo>
                      <a:pt x="223" y="132"/>
                    </a:lnTo>
                    <a:lnTo>
                      <a:pt x="245" y="117"/>
                    </a:lnTo>
                    <a:lnTo>
                      <a:pt x="265" y="101"/>
                    </a:lnTo>
                    <a:lnTo>
                      <a:pt x="284" y="82"/>
                    </a:lnTo>
                    <a:lnTo>
                      <a:pt x="302" y="64"/>
                    </a:lnTo>
                    <a:lnTo>
                      <a:pt x="319" y="43"/>
                    </a:lnTo>
                    <a:lnTo>
                      <a:pt x="334" y="22"/>
                    </a:lnTo>
                    <a:lnTo>
                      <a:pt x="348" y="0"/>
                    </a:lnTo>
                  </a:path>
                </a:pathLst>
              </a:custGeom>
              <a:noFill/>
              <a:ln w="25400" cap="rnd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endParaRPr lang="es-ES_tradnl" sz="1800" noProof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2320" name="Line 446">
                <a:extLst>
                  <a:ext uri="{FF2B5EF4-FFF2-40B4-BE49-F238E27FC236}">
                    <a16:creationId xmlns:a16="http://schemas.microsoft.com/office/drawing/2014/main" id="{B9E79731-BCDB-8381-4B12-6C907E9FA89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310" y="2195"/>
                <a:ext cx="20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es-ES_tradnl" sz="1800" noProof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2321" name="Freeform 447">
                <a:extLst>
                  <a:ext uri="{FF2B5EF4-FFF2-40B4-BE49-F238E27FC236}">
                    <a16:creationId xmlns:a16="http://schemas.microsoft.com/office/drawing/2014/main" id="{92C8CC7D-8654-1618-B0D5-0DA10297419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09" y="1986"/>
                <a:ext cx="68" cy="209"/>
              </a:xfrm>
              <a:custGeom>
                <a:avLst/>
                <a:gdLst/>
                <a:ahLst/>
                <a:cxnLst>
                  <a:cxn ang="0">
                    <a:pos x="0" y="192"/>
                  </a:cxn>
                  <a:cxn ang="0">
                    <a:pos x="0" y="192"/>
                  </a:cxn>
                  <a:cxn ang="0">
                    <a:pos x="9" y="182"/>
                  </a:cxn>
                  <a:cxn ang="0">
                    <a:pos x="18" y="172"/>
                  </a:cxn>
                  <a:cxn ang="0">
                    <a:pos x="27" y="161"/>
                  </a:cxn>
                  <a:cxn ang="0">
                    <a:pos x="34" y="151"/>
                  </a:cxn>
                  <a:cxn ang="0">
                    <a:pos x="42" y="139"/>
                  </a:cxn>
                  <a:cxn ang="0">
                    <a:pos x="48" y="128"/>
                  </a:cxn>
                  <a:cxn ang="0">
                    <a:pos x="55" y="116"/>
                  </a:cxn>
                  <a:cxn ang="0">
                    <a:pos x="60" y="103"/>
                  </a:cxn>
                  <a:cxn ang="0">
                    <a:pos x="65" y="91"/>
                  </a:cxn>
                  <a:cxn ang="0">
                    <a:pos x="70" y="78"/>
                  </a:cxn>
                  <a:cxn ang="0">
                    <a:pos x="73" y="65"/>
                  </a:cxn>
                  <a:cxn ang="0">
                    <a:pos x="76" y="53"/>
                  </a:cxn>
                  <a:cxn ang="0">
                    <a:pos x="79" y="39"/>
                  </a:cxn>
                  <a:cxn ang="0">
                    <a:pos x="81" y="26"/>
                  </a:cxn>
                  <a:cxn ang="0">
                    <a:pos x="82" y="13"/>
                  </a:cxn>
                  <a:cxn ang="0">
                    <a:pos x="82" y="0"/>
                  </a:cxn>
                </a:cxnLst>
                <a:rect l="0" t="0" r="r" b="b"/>
                <a:pathLst>
                  <a:path w="83" h="193">
                    <a:moveTo>
                      <a:pt x="0" y="192"/>
                    </a:moveTo>
                    <a:lnTo>
                      <a:pt x="0" y="192"/>
                    </a:lnTo>
                    <a:lnTo>
                      <a:pt x="9" y="182"/>
                    </a:lnTo>
                    <a:lnTo>
                      <a:pt x="18" y="172"/>
                    </a:lnTo>
                    <a:lnTo>
                      <a:pt x="27" y="161"/>
                    </a:lnTo>
                    <a:lnTo>
                      <a:pt x="34" y="151"/>
                    </a:lnTo>
                    <a:lnTo>
                      <a:pt x="42" y="139"/>
                    </a:lnTo>
                    <a:lnTo>
                      <a:pt x="48" y="128"/>
                    </a:lnTo>
                    <a:lnTo>
                      <a:pt x="55" y="116"/>
                    </a:lnTo>
                    <a:lnTo>
                      <a:pt x="60" y="103"/>
                    </a:lnTo>
                    <a:lnTo>
                      <a:pt x="65" y="91"/>
                    </a:lnTo>
                    <a:lnTo>
                      <a:pt x="70" y="78"/>
                    </a:lnTo>
                    <a:lnTo>
                      <a:pt x="73" y="65"/>
                    </a:lnTo>
                    <a:lnTo>
                      <a:pt x="76" y="53"/>
                    </a:lnTo>
                    <a:lnTo>
                      <a:pt x="79" y="39"/>
                    </a:lnTo>
                    <a:lnTo>
                      <a:pt x="81" y="26"/>
                    </a:lnTo>
                    <a:lnTo>
                      <a:pt x="82" y="13"/>
                    </a:lnTo>
                    <a:lnTo>
                      <a:pt x="82" y="0"/>
                    </a:lnTo>
                  </a:path>
                </a:pathLst>
              </a:custGeom>
              <a:noFill/>
              <a:ln w="25400" cap="rnd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endParaRPr lang="es-ES_tradnl" sz="1800" noProof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2322" name="Freeform 448">
                <a:extLst>
                  <a:ext uri="{FF2B5EF4-FFF2-40B4-BE49-F238E27FC236}">
                    <a16:creationId xmlns:a16="http://schemas.microsoft.com/office/drawing/2014/main" id="{2D1A273A-B5AB-C57C-10C7-70020539493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09" y="1777"/>
                <a:ext cx="68" cy="210"/>
              </a:xfrm>
              <a:custGeom>
                <a:avLst/>
                <a:gdLst/>
                <a:ahLst/>
                <a:cxnLst>
                  <a:cxn ang="0">
                    <a:pos x="82" y="193"/>
                  </a:cxn>
                  <a:cxn ang="0">
                    <a:pos x="82" y="193"/>
                  </a:cxn>
                  <a:cxn ang="0">
                    <a:pos x="82" y="179"/>
                  </a:cxn>
                  <a:cxn ang="0">
                    <a:pos x="81" y="166"/>
                  </a:cxn>
                  <a:cxn ang="0">
                    <a:pos x="79" y="153"/>
                  </a:cxn>
                  <a:cxn ang="0">
                    <a:pos x="76" y="139"/>
                  </a:cxn>
                  <a:cxn ang="0">
                    <a:pos x="73" y="127"/>
                  </a:cxn>
                  <a:cxn ang="0">
                    <a:pos x="70" y="114"/>
                  </a:cxn>
                  <a:cxn ang="0">
                    <a:pos x="65" y="101"/>
                  </a:cxn>
                  <a:cxn ang="0">
                    <a:pos x="60" y="89"/>
                  </a:cxn>
                  <a:cxn ang="0">
                    <a:pos x="55" y="76"/>
                  </a:cxn>
                  <a:cxn ang="0">
                    <a:pos x="48" y="64"/>
                  </a:cxn>
                  <a:cxn ang="0">
                    <a:pos x="42" y="53"/>
                  </a:cxn>
                  <a:cxn ang="0">
                    <a:pos x="34" y="41"/>
                  </a:cxn>
                  <a:cxn ang="0">
                    <a:pos x="27" y="31"/>
                  </a:cxn>
                  <a:cxn ang="0">
                    <a:pos x="18" y="20"/>
                  </a:cxn>
                  <a:cxn ang="0">
                    <a:pos x="9" y="10"/>
                  </a:cxn>
                  <a:cxn ang="0">
                    <a:pos x="0" y="0"/>
                  </a:cxn>
                </a:cxnLst>
                <a:rect l="0" t="0" r="r" b="b"/>
                <a:pathLst>
                  <a:path w="83" h="194">
                    <a:moveTo>
                      <a:pt x="82" y="193"/>
                    </a:moveTo>
                    <a:lnTo>
                      <a:pt x="82" y="193"/>
                    </a:lnTo>
                    <a:lnTo>
                      <a:pt x="82" y="179"/>
                    </a:lnTo>
                    <a:lnTo>
                      <a:pt x="81" y="166"/>
                    </a:lnTo>
                    <a:lnTo>
                      <a:pt x="79" y="153"/>
                    </a:lnTo>
                    <a:lnTo>
                      <a:pt x="76" y="139"/>
                    </a:lnTo>
                    <a:lnTo>
                      <a:pt x="73" y="127"/>
                    </a:lnTo>
                    <a:lnTo>
                      <a:pt x="70" y="114"/>
                    </a:lnTo>
                    <a:lnTo>
                      <a:pt x="65" y="101"/>
                    </a:lnTo>
                    <a:lnTo>
                      <a:pt x="60" y="89"/>
                    </a:lnTo>
                    <a:lnTo>
                      <a:pt x="55" y="76"/>
                    </a:lnTo>
                    <a:lnTo>
                      <a:pt x="48" y="64"/>
                    </a:lnTo>
                    <a:lnTo>
                      <a:pt x="42" y="53"/>
                    </a:lnTo>
                    <a:lnTo>
                      <a:pt x="34" y="41"/>
                    </a:lnTo>
                    <a:lnTo>
                      <a:pt x="27" y="31"/>
                    </a:lnTo>
                    <a:lnTo>
                      <a:pt x="18" y="20"/>
                    </a:lnTo>
                    <a:lnTo>
                      <a:pt x="9" y="10"/>
                    </a:lnTo>
                    <a:lnTo>
                      <a:pt x="0" y="0"/>
                    </a:lnTo>
                  </a:path>
                </a:pathLst>
              </a:custGeom>
              <a:noFill/>
              <a:ln w="25400" cap="rnd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endParaRPr lang="es-ES_tradnl" sz="1800" noProof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2323" name="Line 449">
                <a:extLst>
                  <a:ext uri="{FF2B5EF4-FFF2-40B4-BE49-F238E27FC236}">
                    <a16:creationId xmlns:a16="http://schemas.microsoft.com/office/drawing/2014/main" id="{9AD4BD3D-0FE8-25BF-315C-CC2701F59EF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10" y="1776"/>
                <a:ext cx="20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es-ES_tradnl" sz="1800" noProof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2324" name="Freeform 450">
                <a:extLst>
                  <a:ext uri="{FF2B5EF4-FFF2-40B4-BE49-F238E27FC236}">
                    <a16:creationId xmlns:a16="http://schemas.microsoft.com/office/drawing/2014/main" id="{D6806207-2830-1ABE-20FA-037058F5435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15" y="1776"/>
                <a:ext cx="285" cy="216"/>
              </a:xfrm>
              <a:custGeom>
                <a:avLst/>
                <a:gdLst/>
                <a:ahLst/>
                <a:cxnLst>
                  <a:cxn ang="0">
                    <a:pos x="348" y="199"/>
                  </a:cxn>
                  <a:cxn ang="0">
                    <a:pos x="348" y="199"/>
                  </a:cxn>
                  <a:cxn ang="0">
                    <a:pos x="334" y="177"/>
                  </a:cxn>
                  <a:cxn ang="0">
                    <a:pos x="319" y="156"/>
                  </a:cxn>
                  <a:cxn ang="0">
                    <a:pos x="302" y="135"/>
                  </a:cxn>
                  <a:cxn ang="0">
                    <a:pos x="284" y="117"/>
                  </a:cxn>
                  <a:cxn ang="0">
                    <a:pos x="265" y="98"/>
                  </a:cxn>
                  <a:cxn ang="0">
                    <a:pos x="245" y="82"/>
                  </a:cxn>
                  <a:cxn ang="0">
                    <a:pos x="223" y="67"/>
                  </a:cxn>
                  <a:cxn ang="0">
                    <a:pos x="202" y="54"/>
                  </a:cxn>
                  <a:cxn ang="0">
                    <a:pos x="179" y="41"/>
                  </a:cxn>
                  <a:cxn ang="0">
                    <a:pos x="155" y="31"/>
                  </a:cxn>
                  <a:cxn ang="0">
                    <a:pos x="130" y="21"/>
                  </a:cxn>
                  <a:cxn ang="0">
                    <a:pos x="105" y="13"/>
                  </a:cxn>
                  <a:cxn ang="0">
                    <a:pos x="79" y="7"/>
                  </a:cxn>
                  <a:cxn ang="0">
                    <a:pos x="53" y="3"/>
                  </a:cxn>
                  <a:cxn ang="0">
                    <a:pos x="27" y="0"/>
                  </a:cxn>
                  <a:cxn ang="0">
                    <a:pos x="0" y="0"/>
                  </a:cxn>
                </a:cxnLst>
                <a:rect l="0" t="0" r="r" b="b"/>
                <a:pathLst>
                  <a:path w="349" h="200">
                    <a:moveTo>
                      <a:pt x="348" y="199"/>
                    </a:moveTo>
                    <a:lnTo>
                      <a:pt x="348" y="199"/>
                    </a:lnTo>
                    <a:lnTo>
                      <a:pt x="334" y="177"/>
                    </a:lnTo>
                    <a:lnTo>
                      <a:pt x="319" y="156"/>
                    </a:lnTo>
                    <a:lnTo>
                      <a:pt x="302" y="135"/>
                    </a:lnTo>
                    <a:lnTo>
                      <a:pt x="284" y="117"/>
                    </a:lnTo>
                    <a:lnTo>
                      <a:pt x="265" y="98"/>
                    </a:lnTo>
                    <a:lnTo>
                      <a:pt x="245" y="82"/>
                    </a:lnTo>
                    <a:lnTo>
                      <a:pt x="223" y="67"/>
                    </a:lnTo>
                    <a:lnTo>
                      <a:pt x="202" y="54"/>
                    </a:lnTo>
                    <a:lnTo>
                      <a:pt x="179" y="41"/>
                    </a:lnTo>
                    <a:lnTo>
                      <a:pt x="155" y="31"/>
                    </a:lnTo>
                    <a:lnTo>
                      <a:pt x="130" y="21"/>
                    </a:lnTo>
                    <a:lnTo>
                      <a:pt x="105" y="13"/>
                    </a:lnTo>
                    <a:lnTo>
                      <a:pt x="79" y="7"/>
                    </a:lnTo>
                    <a:lnTo>
                      <a:pt x="53" y="3"/>
                    </a:lnTo>
                    <a:lnTo>
                      <a:pt x="27" y="0"/>
                    </a:lnTo>
                    <a:lnTo>
                      <a:pt x="0" y="0"/>
                    </a:lnTo>
                  </a:path>
                </a:pathLst>
              </a:custGeom>
              <a:noFill/>
              <a:ln w="25400" cap="rnd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endParaRPr lang="es-ES_tradnl" sz="1800" noProof="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2312" name="Group 444">
              <a:extLst>
                <a:ext uri="{FF2B5EF4-FFF2-40B4-BE49-F238E27FC236}">
                  <a16:creationId xmlns:a16="http://schemas.microsoft.com/office/drawing/2014/main" id="{F0D4C0CE-A3EC-D1FD-A21A-57CFB4F86655}"/>
                </a:ext>
              </a:extLst>
            </p:cNvPr>
            <p:cNvGrpSpPr>
              <a:grpSpLocks/>
            </p:cNvGrpSpPr>
            <p:nvPr/>
          </p:nvGrpSpPr>
          <p:grpSpPr bwMode="auto">
            <a:xfrm rot="5400000" flipV="1">
              <a:off x="5592125" y="3647185"/>
              <a:ext cx="586888" cy="493538"/>
              <a:chOff x="4309" y="1776"/>
              <a:chExt cx="491" cy="420"/>
            </a:xfrm>
          </p:grpSpPr>
          <p:sp>
            <p:nvSpPr>
              <p:cNvPr id="12313" name="Freeform 445">
                <a:extLst>
                  <a:ext uri="{FF2B5EF4-FFF2-40B4-BE49-F238E27FC236}">
                    <a16:creationId xmlns:a16="http://schemas.microsoft.com/office/drawing/2014/main" id="{3EF28C23-C760-7988-4BE7-646D740AC94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15" y="1980"/>
                <a:ext cx="285" cy="216"/>
              </a:xfrm>
              <a:custGeom>
                <a:avLst/>
                <a:gdLst/>
                <a:ahLst/>
                <a:cxnLst>
                  <a:cxn ang="0">
                    <a:pos x="0" y="199"/>
                  </a:cxn>
                  <a:cxn ang="0">
                    <a:pos x="0" y="199"/>
                  </a:cxn>
                  <a:cxn ang="0">
                    <a:pos x="0" y="199"/>
                  </a:cxn>
                  <a:cxn ang="0">
                    <a:pos x="0" y="199"/>
                  </a:cxn>
                  <a:cxn ang="0">
                    <a:pos x="0" y="199"/>
                  </a:cxn>
                  <a:cxn ang="0">
                    <a:pos x="0" y="199"/>
                  </a:cxn>
                  <a:cxn ang="0">
                    <a:pos x="0" y="199"/>
                  </a:cxn>
                  <a:cxn ang="0">
                    <a:pos x="27" y="199"/>
                  </a:cxn>
                  <a:cxn ang="0">
                    <a:pos x="53" y="196"/>
                  </a:cxn>
                  <a:cxn ang="0">
                    <a:pos x="79" y="192"/>
                  </a:cxn>
                  <a:cxn ang="0">
                    <a:pos x="105" y="186"/>
                  </a:cxn>
                  <a:cxn ang="0">
                    <a:pos x="130" y="178"/>
                  </a:cxn>
                  <a:cxn ang="0">
                    <a:pos x="155" y="168"/>
                  </a:cxn>
                  <a:cxn ang="0">
                    <a:pos x="179" y="158"/>
                  </a:cxn>
                  <a:cxn ang="0">
                    <a:pos x="202" y="145"/>
                  </a:cxn>
                  <a:cxn ang="0">
                    <a:pos x="223" y="132"/>
                  </a:cxn>
                  <a:cxn ang="0">
                    <a:pos x="245" y="117"/>
                  </a:cxn>
                  <a:cxn ang="0">
                    <a:pos x="265" y="101"/>
                  </a:cxn>
                  <a:cxn ang="0">
                    <a:pos x="284" y="82"/>
                  </a:cxn>
                  <a:cxn ang="0">
                    <a:pos x="302" y="64"/>
                  </a:cxn>
                  <a:cxn ang="0">
                    <a:pos x="319" y="43"/>
                  </a:cxn>
                  <a:cxn ang="0">
                    <a:pos x="334" y="22"/>
                  </a:cxn>
                  <a:cxn ang="0">
                    <a:pos x="348" y="0"/>
                  </a:cxn>
                </a:cxnLst>
                <a:rect l="0" t="0" r="r" b="b"/>
                <a:pathLst>
                  <a:path w="349" h="200">
                    <a:moveTo>
                      <a:pt x="0" y="199"/>
                    </a:moveTo>
                    <a:lnTo>
                      <a:pt x="0" y="199"/>
                    </a:lnTo>
                    <a:lnTo>
                      <a:pt x="0" y="199"/>
                    </a:lnTo>
                    <a:lnTo>
                      <a:pt x="0" y="199"/>
                    </a:lnTo>
                    <a:lnTo>
                      <a:pt x="0" y="199"/>
                    </a:lnTo>
                    <a:lnTo>
                      <a:pt x="0" y="199"/>
                    </a:lnTo>
                    <a:lnTo>
                      <a:pt x="0" y="199"/>
                    </a:lnTo>
                    <a:lnTo>
                      <a:pt x="27" y="199"/>
                    </a:lnTo>
                    <a:lnTo>
                      <a:pt x="53" y="196"/>
                    </a:lnTo>
                    <a:lnTo>
                      <a:pt x="79" y="192"/>
                    </a:lnTo>
                    <a:lnTo>
                      <a:pt x="105" y="186"/>
                    </a:lnTo>
                    <a:lnTo>
                      <a:pt x="130" y="178"/>
                    </a:lnTo>
                    <a:lnTo>
                      <a:pt x="155" y="168"/>
                    </a:lnTo>
                    <a:lnTo>
                      <a:pt x="179" y="158"/>
                    </a:lnTo>
                    <a:lnTo>
                      <a:pt x="202" y="145"/>
                    </a:lnTo>
                    <a:lnTo>
                      <a:pt x="223" y="132"/>
                    </a:lnTo>
                    <a:lnTo>
                      <a:pt x="245" y="117"/>
                    </a:lnTo>
                    <a:lnTo>
                      <a:pt x="265" y="101"/>
                    </a:lnTo>
                    <a:lnTo>
                      <a:pt x="284" y="82"/>
                    </a:lnTo>
                    <a:lnTo>
                      <a:pt x="302" y="64"/>
                    </a:lnTo>
                    <a:lnTo>
                      <a:pt x="319" y="43"/>
                    </a:lnTo>
                    <a:lnTo>
                      <a:pt x="334" y="22"/>
                    </a:lnTo>
                    <a:lnTo>
                      <a:pt x="348" y="0"/>
                    </a:lnTo>
                  </a:path>
                </a:pathLst>
              </a:custGeom>
              <a:noFill/>
              <a:ln w="25400" cap="rnd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endParaRPr lang="es-ES_tradnl" sz="1800" noProof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2314" name="Line 446">
                <a:extLst>
                  <a:ext uri="{FF2B5EF4-FFF2-40B4-BE49-F238E27FC236}">
                    <a16:creationId xmlns:a16="http://schemas.microsoft.com/office/drawing/2014/main" id="{3FEEFFBA-2FA5-BA22-E64E-DA3EF3C041E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310" y="2195"/>
                <a:ext cx="20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es-ES_tradnl" sz="1800" noProof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2315" name="Freeform 447">
                <a:extLst>
                  <a:ext uri="{FF2B5EF4-FFF2-40B4-BE49-F238E27FC236}">
                    <a16:creationId xmlns:a16="http://schemas.microsoft.com/office/drawing/2014/main" id="{0285D6CB-591C-5FD5-3135-AD129A656C7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09" y="1986"/>
                <a:ext cx="68" cy="209"/>
              </a:xfrm>
              <a:custGeom>
                <a:avLst/>
                <a:gdLst/>
                <a:ahLst/>
                <a:cxnLst>
                  <a:cxn ang="0">
                    <a:pos x="0" y="192"/>
                  </a:cxn>
                  <a:cxn ang="0">
                    <a:pos x="0" y="192"/>
                  </a:cxn>
                  <a:cxn ang="0">
                    <a:pos x="9" y="182"/>
                  </a:cxn>
                  <a:cxn ang="0">
                    <a:pos x="18" y="172"/>
                  </a:cxn>
                  <a:cxn ang="0">
                    <a:pos x="27" y="161"/>
                  </a:cxn>
                  <a:cxn ang="0">
                    <a:pos x="34" y="151"/>
                  </a:cxn>
                  <a:cxn ang="0">
                    <a:pos x="42" y="139"/>
                  </a:cxn>
                  <a:cxn ang="0">
                    <a:pos x="48" y="128"/>
                  </a:cxn>
                  <a:cxn ang="0">
                    <a:pos x="55" y="116"/>
                  </a:cxn>
                  <a:cxn ang="0">
                    <a:pos x="60" y="103"/>
                  </a:cxn>
                  <a:cxn ang="0">
                    <a:pos x="65" y="91"/>
                  </a:cxn>
                  <a:cxn ang="0">
                    <a:pos x="70" y="78"/>
                  </a:cxn>
                  <a:cxn ang="0">
                    <a:pos x="73" y="65"/>
                  </a:cxn>
                  <a:cxn ang="0">
                    <a:pos x="76" y="53"/>
                  </a:cxn>
                  <a:cxn ang="0">
                    <a:pos x="79" y="39"/>
                  </a:cxn>
                  <a:cxn ang="0">
                    <a:pos x="81" y="26"/>
                  </a:cxn>
                  <a:cxn ang="0">
                    <a:pos x="82" y="13"/>
                  </a:cxn>
                  <a:cxn ang="0">
                    <a:pos x="82" y="0"/>
                  </a:cxn>
                </a:cxnLst>
                <a:rect l="0" t="0" r="r" b="b"/>
                <a:pathLst>
                  <a:path w="83" h="193">
                    <a:moveTo>
                      <a:pt x="0" y="192"/>
                    </a:moveTo>
                    <a:lnTo>
                      <a:pt x="0" y="192"/>
                    </a:lnTo>
                    <a:lnTo>
                      <a:pt x="9" y="182"/>
                    </a:lnTo>
                    <a:lnTo>
                      <a:pt x="18" y="172"/>
                    </a:lnTo>
                    <a:lnTo>
                      <a:pt x="27" y="161"/>
                    </a:lnTo>
                    <a:lnTo>
                      <a:pt x="34" y="151"/>
                    </a:lnTo>
                    <a:lnTo>
                      <a:pt x="42" y="139"/>
                    </a:lnTo>
                    <a:lnTo>
                      <a:pt x="48" y="128"/>
                    </a:lnTo>
                    <a:lnTo>
                      <a:pt x="55" y="116"/>
                    </a:lnTo>
                    <a:lnTo>
                      <a:pt x="60" y="103"/>
                    </a:lnTo>
                    <a:lnTo>
                      <a:pt x="65" y="91"/>
                    </a:lnTo>
                    <a:lnTo>
                      <a:pt x="70" y="78"/>
                    </a:lnTo>
                    <a:lnTo>
                      <a:pt x="73" y="65"/>
                    </a:lnTo>
                    <a:lnTo>
                      <a:pt x="76" y="53"/>
                    </a:lnTo>
                    <a:lnTo>
                      <a:pt x="79" y="39"/>
                    </a:lnTo>
                    <a:lnTo>
                      <a:pt x="81" y="26"/>
                    </a:lnTo>
                    <a:lnTo>
                      <a:pt x="82" y="13"/>
                    </a:lnTo>
                    <a:lnTo>
                      <a:pt x="82" y="0"/>
                    </a:lnTo>
                  </a:path>
                </a:pathLst>
              </a:custGeom>
              <a:noFill/>
              <a:ln w="25400" cap="rnd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endParaRPr lang="es-ES_tradnl" sz="1800" noProof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2316" name="Freeform 448">
                <a:extLst>
                  <a:ext uri="{FF2B5EF4-FFF2-40B4-BE49-F238E27FC236}">
                    <a16:creationId xmlns:a16="http://schemas.microsoft.com/office/drawing/2014/main" id="{C249A3B8-B55B-B266-A9A3-45ED9C31B48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09" y="1777"/>
                <a:ext cx="68" cy="210"/>
              </a:xfrm>
              <a:custGeom>
                <a:avLst/>
                <a:gdLst/>
                <a:ahLst/>
                <a:cxnLst>
                  <a:cxn ang="0">
                    <a:pos x="82" y="193"/>
                  </a:cxn>
                  <a:cxn ang="0">
                    <a:pos x="82" y="193"/>
                  </a:cxn>
                  <a:cxn ang="0">
                    <a:pos x="82" y="179"/>
                  </a:cxn>
                  <a:cxn ang="0">
                    <a:pos x="81" y="166"/>
                  </a:cxn>
                  <a:cxn ang="0">
                    <a:pos x="79" y="153"/>
                  </a:cxn>
                  <a:cxn ang="0">
                    <a:pos x="76" y="139"/>
                  </a:cxn>
                  <a:cxn ang="0">
                    <a:pos x="73" y="127"/>
                  </a:cxn>
                  <a:cxn ang="0">
                    <a:pos x="70" y="114"/>
                  </a:cxn>
                  <a:cxn ang="0">
                    <a:pos x="65" y="101"/>
                  </a:cxn>
                  <a:cxn ang="0">
                    <a:pos x="60" y="89"/>
                  </a:cxn>
                  <a:cxn ang="0">
                    <a:pos x="55" y="76"/>
                  </a:cxn>
                  <a:cxn ang="0">
                    <a:pos x="48" y="64"/>
                  </a:cxn>
                  <a:cxn ang="0">
                    <a:pos x="42" y="53"/>
                  </a:cxn>
                  <a:cxn ang="0">
                    <a:pos x="34" y="41"/>
                  </a:cxn>
                  <a:cxn ang="0">
                    <a:pos x="27" y="31"/>
                  </a:cxn>
                  <a:cxn ang="0">
                    <a:pos x="18" y="20"/>
                  </a:cxn>
                  <a:cxn ang="0">
                    <a:pos x="9" y="10"/>
                  </a:cxn>
                  <a:cxn ang="0">
                    <a:pos x="0" y="0"/>
                  </a:cxn>
                </a:cxnLst>
                <a:rect l="0" t="0" r="r" b="b"/>
                <a:pathLst>
                  <a:path w="83" h="194">
                    <a:moveTo>
                      <a:pt x="82" y="193"/>
                    </a:moveTo>
                    <a:lnTo>
                      <a:pt x="82" y="193"/>
                    </a:lnTo>
                    <a:lnTo>
                      <a:pt x="82" y="179"/>
                    </a:lnTo>
                    <a:lnTo>
                      <a:pt x="81" y="166"/>
                    </a:lnTo>
                    <a:lnTo>
                      <a:pt x="79" y="153"/>
                    </a:lnTo>
                    <a:lnTo>
                      <a:pt x="76" y="139"/>
                    </a:lnTo>
                    <a:lnTo>
                      <a:pt x="73" y="127"/>
                    </a:lnTo>
                    <a:lnTo>
                      <a:pt x="70" y="114"/>
                    </a:lnTo>
                    <a:lnTo>
                      <a:pt x="65" y="101"/>
                    </a:lnTo>
                    <a:lnTo>
                      <a:pt x="60" y="89"/>
                    </a:lnTo>
                    <a:lnTo>
                      <a:pt x="55" y="76"/>
                    </a:lnTo>
                    <a:lnTo>
                      <a:pt x="48" y="64"/>
                    </a:lnTo>
                    <a:lnTo>
                      <a:pt x="42" y="53"/>
                    </a:lnTo>
                    <a:lnTo>
                      <a:pt x="34" y="41"/>
                    </a:lnTo>
                    <a:lnTo>
                      <a:pt x="27" y="31"/>
                    </a:lnTo>
                    <a:lnTo>
                      <a:pt x="18" y="20"/>
                    </a:lnTo>
                    <a:lnTo>
                      <a:pt x="9" y="10"/>
                    </a:lnTo>
                    <a:lnTo>
                      <a:pt x="0" y="0"/>
                    </a:lnTo>
                  </a:path>
                </a:pathLst>
              </a:custGeom>
              <a:noFill/>
              <a:ln w="25400" cap="rnd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endParaRPr lang="es-ES_tradnl" sz="1800" noProof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2317" name="Line 449">
                <a:extLst>
                  <a:ext uri="{FF2B5EF4-FFF2-40B4-BE49-F238E27FC236}">
                    <a16:creationId xmlns:a16="http://schemas.microsoft.com/office/drawing/2014/main" id="{C25954A1-8063-6A5F-0AFD-BF49B1116BA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10" y="1776"/>
                <a:ext cx="20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es-ES_tradnl" sz="1800" noProof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2318" name="Freeform 450">
                <a:extLst>
                  <a:ext uri="{FF2B5EF4-FFF2-40B4-BE49-F238E27FC236}">
                    <a16:creationId xmlns:a16="http://schemas.microsoft.com/office/drawing/2014/main" id="{B5EDB874-EC66-66D2-0D71-5AF77C391B7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15" y="1776"/>
                <a:ext cx="285" cy="216"/>
              </a:xfrm>
              <a:custGeom>
                <a:avLst/>
                <a:gdLst/>
                <a:ahLst/>
                <a:cxnLst>
                  <a:cxn ang="0">
                    <a:pos x="348" y="199"/>
                  </a:cxn>
                  <a:cxn ang="0">
                    <a:pos x="348" y="199"/>
                  </a:cxn>
                  <a:cxn ang="0">
                    <a:pos x="334" y="177"/>
                  </a:cxn>
                  <a:cxn ang="0">
                    <a:pos x="319" y="156"/>
                  </a:cxn>
                  <a:cxn ang="0">
                    <a:pos x="302" y="135"/>
                  </a:cxn>
                  <a:cxn ang="0">
                    <a:pos x="284" y="117"/>
                  </a:cxn>
                  <a:cxn ang="0">
                    <a:pos x="265" y="98"/>
                  </a:cxn>
                  <a:cxn ang="0">
                    <a:pos x="245" y="82"/>
                  </a:cxn>
                  <a:cxn ang="0">
                    <a:pos x="223" y="67"/>
                  </a:cxn>
                  <a:cxn ang="0">
                    <a:pos x="202" y="54"/>
                  </a:cxn>
                  <a:cxn ang="0">
                    <a:pos x="179" y="41"/>
                  </a:cxn>
                  <a:cxn ang="0">
                    <a:pos x="155" y="31"/>
                  </a:cxn>
                  <a:cxn ang="0">
                    <a:pos x="130" y="21"/>
                  </a:cxn>
                  <a:cxn ang="0">
                    <a:pos x="105" y="13"/>
                  </a:cxn>
                  <a:cxn ang="0">
                    <a:pos x="79" y="7"/>
                  </a:cxn>
                  <a:cxn ang="0">
                    <a:pos x="53" y="3"/>
                  </a:cxn>
                  <a:cxn ang="0">
                    <a:pos x="27" y="0"/>
                  </a:cxn>
                  <a:cxn ang="0">
                    <a:pos x="0" y="0"/>
                  </a:cxn>
                </a:cxnLst>
                <a:rect l="0" t="0" r="r" b="b"/>
                <a:pathLst>
                  <a:path w="349" h="200">
                    <a:moveTo>
                      <a:pt x="348" y="199"/>
                    </a:moveTo>
                    <a:lnTo>
                      <a:pt x="348" y="199"/>
                    </a:lnTo>
                    <a:lnTo>
                      <a:pt x="334" y="177"/>
                    </a:lnTo>
                    <a:lnTo>
                      <a:pt x="319" y="156"/>
                    </a:lnTo>
                    <a:lnTo>
                      <a:pt x="302" y="135"/>
                    </a:lnTo>
                    <a:lnTo>
                      <a:pt x="284" y="117"/>
                    </a:lnTo>
                    <a:lnTo>
                      <a:pt x="265" y="98"/>
                    </a:lnTo>
                    <a:lnTo>
                      <a:pt x="245" y="82"/>
                    </a:lnTo>
                    <a:lnTo>
                      <a:pt x="223" y="67"/>
                    </a:lnTo>
                    <a:lnTo>
                      <a:pt x="202" y="54"/>
                    </a:lnTo>
                    <a:lnTo>
                      <a:pt x="179" y="41"/>
                    </a:lnTo>
                    <a:lnTo>
                      <a:pt x="155" y="31"/>
                    </a:lnTo>
                    <a:lnTo>
                      <a:pt x="130" y="21"/>
                    </a:lnTo>
                    <a:lnTo>
                      <a:pt x="105" y="13"/>
                    </a:lnTo>
                    <a:lnTo>
                      <a:pt x="79" y="7"/>
                    </a:lnTo>
                    <a:lnTo>
                      <a:pt x="53" y="3"/>
                    </a:lnTo>
                    <a:lnTo>
                      <a:pt x="27" y="0"/>
                    </a:lnTo>
                    <a:lnTo>
                      <a:pt x="0" y="0"/>
                    </a:lnTo>
                  </a:path>
                </a:pathLst>
              </a:custGeom>
              <a:noFill/>
              <a:ln w="25400" cap="rnd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endParaRPr lang="es-ES_tradnl" sz="1800" noProof="0" dirty="0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12337" name="Agrupar 310">
            <a:extLst>
              <a:ext uri="{FF2B5EF4-FFF2-40B4-BE49-F238E27FC236}">
                <a16:creationId xmlns:a16="http://schemas.microsoft.com/office/drawing/2014/main" id="{2A50A0D3-583E-19EC-E209-F62211921976}"/>
              </a:ext>
            </a:extLst>
          </p:cNvPr>
          <p:cNvGrpSpPr/>
          <p:nvPr/>
        </p:nvGrpSpPr>
        <p:grpSpPr>
          <a:xfrm>
            <a:off x="5410200" y="4933890"/>
            <a:ext cx="3478584" cy="1664732"/>
            <a:chOff x="5410200" y="4933890"/>
            <a:chExt cx="3478584" cy="1664732"/>
          </a:xfrm>
        </p:grpSpPr>
        <p:sp>
          <p:nvSpPr>
            <p:cNvPr id="12338" name="Line 431">
              <a:extLst>
                <a:ext uri="{FF2B5EF4-FFF2-40B4-BE49-F238E27FC236}">
                  <a16:creationId xmlns:a16="http://schemas.microsoft.com/office/drawing/2014/main" id="{9309E8D4-D6D2-FF8E-EED7-C8F6C9808FBC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V="1">
              <a:off x="5922210" y="5445901"/>
              <a:ext cx="195178" cy="0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/>
            </a:ln>
            <a:effectLst/>
          </p:spPr>
          <p:txBody>
            <a:bodyPr anchor="ctr"/>
            <a:lstStyle/>
            <a:p>
              <a:endParaRPr lang="es-ES_tradnl" sz="1800" noProof="0" dirty="0">
                <a:solidFill>
                  <a:schemeClr val="tx1"/>
                </a:solidFill>
              </a:endParaRPr>
            </a:p>
          </p:txBody>
        </p:sp>
        <p:sp>
          <p:nvSpPr>
            <p:cNvPr id="12339" name="Line 431">
              <a:extLst>
                <a:ext uri="{FF2B5EF4-FFF2-40B4-BE49-F238E27FC236}">
                  <a16:creationId xmlns:a16="http://schemas.microsoft.com/office/drawing/2014/main" id="{834554A5-1561-61E0-4E8C-B4B446561D6F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V="1">
              <a:off x="6836610" y="5445901"/>
              <a:ext cx="195178" cy="0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/>
            </a:ln>
            <a:effectLst/>
          </p:spPr>
          <p:txBody>
            <a:bodyPr anchor="ctr"/>
            <a:lstStyle/>
            <a:p>
              <a:endParaRPr lang="es-ES_tradnl" sz="1800" noProof="0" dirty="0">
                <a:solidFill>
                  <a:schemeClr val="tx1"/>
                </a:solidFill>
              </a:endParaRPr>
            </a:p>
          </p:txBody>
        </p:sp>
        <p:sp>
          <p:nvSpPr>
            <p:cNvPr id="12340" name="Line 431">
              <a:extLst>
                <a:ext uri="{FF2B5EF4-FFF2-40B4-BE49-F238E27FC236}">
                  <a16:creationId xmlns:a16="http://schemas.microsoft.com/office/drawing/2014/main" id="{1743079E-71DE-5D9F-39BD-617FBBC71DD5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V="1">
              <a:off x="7141411" y="5450579"/>
              <a:ext cx="195178" cy="0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/>
            </a:ln>
            <a:effectLst/>
          </p:spPr>
          <p:txBody>
            <a:bodyPr anchor="ctr"/>
            <a:lstStyle/>
            <a:p>
              <a:endParaRPr lang="es-ES_tradnl" sz="1800" noProof="0" dirty="0">
                <a:solidFill>
                  <a:schemeClr val="tx1"/>
                </a:solidFill>
              </a:endParaRPr>
            </a:p>
          </p:txBody>
        </p:sp>
        <p:sp>
          <p:nvSpPr>
            <p:cNvPr id="12341" name="Line 431">
              <a:extLst>
                <a:ext uri="{FF2B5EF4-FFF2-40B4-BE49-F238E27FC236}">
                  <a16:creationId xmlns:a16="http://schemas.microsoft.com/office/drawing/2014/main" id="{6F620D9B-179E-E26E-AF25-8F2FEF91E62D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V="1">
              <a:off x="7522410" y="5445901"/>
              <a:ext cx="195178" cy="0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/>
            </a:ln>
            <a:effectLst/>
          </p:spPr>
          <p:txBody>
            <a:bodyPr anchor="ctr"/>
            <a:lstStyle/>
            <a:p>
              <a:endParaRPr lang="es-ES_tradnl" sz="1800" noProof="0" dirty="0">
                <a:solidFill>
                  <a:schemeClr val="tx1"/>
                </a:solidFill>
              </a:endParaRPr>
            </a:p>
          </p:txBody>
        </p:sp>
        <p:sp>
          <p:nvSpPr>
            <p:cNvPr id="12342" name="Line 431">
              <a:extLst>
                <a:ext uri="{FF2B5EF4-FFF2-40B4-BE49-F238E27FC236}">
                  <a16:creationId xmlns:a16="http://schemas.microsoft.com/office/drawing/2014/main" id="{99DD567F-507B-265D-3E1F-869EE5BA83B2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V="1">
              <a:off x="7827210" y="5445901"/>
              <a:ext cx="195178" cy="0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/>
            </a:ln>
            <a:effectLst/>
          </p:spPr>
          <p:txBody>
            <a:bodyPr anchor="ctr"/>
            <a:lstStyle/>
            <a:p>
              <a:endParaRPr lang="es-ES_tradnl" sz="1800" noProof="0" dirty="0">
                <a:solidFill>
                  <a:schemeClr val="tx1"/>
                </a:solidFill>
              </a:endParaRPr>
            </a:p>
          </p:txBody>
        </p:sp>
        <p:sp>
          <p:nvSpPr>
            <p:cNvPr id="12343" name="Line 431">
              <a:extLst>
                <a:ext uri="{FF2B5EF4-FFF2-40B4-BE49-F238E27FC236}">
                  <a16:creationId xmlns:a16="http://schemas.microsoft.com/office/drawing/2014/main" id="{DDCBF8AA-5584-F7EE-BE14-4C39BA7C5C5F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V="1">
              <a:off x="8284410" y="5445901"/>
              <a:ext cx="195178" cy="0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/>
            </a:ln>
            <a:effectLst/>
          </p:spPr>
          <p:txBody>
            <a:bodyPr anchor="ctr"/>
            <a:lstStyle/>
            <a:p>
              <a:endParaRPr lang="es-ES_tradnl" sz="1800" noProof="0" dirty="0">
                <a:solidFill>
                  <a:schemeClr val="tx1"/>
                </a:solidFill>
              </a:endParaRPr>
            </a:p>
          </p:txBody>
        </p:sp>
        <p:sp>
          <p:nvSpPr>
            <p:cNvPr id="12344" name="Line 431">
              <a:extLst>
                <a:ext uri="{FF2B5EF4-FFF2-40B4-BE49-F238E27FC236}">
                  <a16:creationId xmlns:a16="http://schemas.microsoft.com/office/drawing/2014/main" id="{18A5FC96-FD43-7E94-B174-C1C71E443E77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V="1">
              <a:off x="8589210" y="5445901"/>
              <a:ext cx="195178" cy="0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/>
            </a:ln>
            <a:effectLst/>
          </p:spPr>
          <p:txBody>
            <a:bodyPr anchor="ctr"/>
            <a:lstStyle/>
            <a:p>
              <a:endParaRPr lang="es-ES_tradnl" sz="1800" noProof="0" dirty="0">
                <a:solidFill>
                  <a:schemeClr val="tx1"/>
                </a:solidFill>
              </a:endParaRPr>
            </a:p>
          </p:txBody>
        </p:sp>
        <p:sp>
          <p:nvSpPr>
            <p:cNvPr id="12345" name="Line 431">
              <a:extLst>
                <a:ext uri="{FF2B5EF4-FFF2-40B4-BE49-F238E27FC236}">
                  <a16:creationId xmlns:a16="http://schemas.microsoft.com/office/drawing/2014/main" id="{97D9E9C6-9F86-79DA-A817-196F98C2EFA0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V="1">
              <a:off x="5795211" y="6174479"/>
              <a:ext cx="195178" cy="0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/>
            </a:ln>
            <a:effectLst/>
          </p:spPr>
          <p:txBody>
            <a:bodyPr anchor="ctr"/>
            <a:lstStyle/>
            <a:p>
              <a:endParaRPr lang="es-ES_tradnl" sz="1800" noProof="0" dirty="0">
                <a:solidFill>
                  <a:schemeClr val="tx1"/>
                </a:solidFill>
              </a:endParaRPr>
            </a:p>
          </p:txBody>
        </p:sp>
        <p:sp>
          <p:nvSpPr>
            <p:cNvPr id="12346" name="Line 431">
              <a:extLst>
                <a:ext uri="{FF2B5EF4-FFF2-40B4-BE49-F238E27FC236}">
                  <a16:creationId xmlns:a16="http://schemas.microsoft.com/office/drawing/2014/main" id="{0C156FD2-FEAF-3C1F-9BCB-5297D229C9DD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V="1">
              <a:off x="7014410" y="6174479"/>
              <a:ext cx="195178" cy="0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/>
            </a:ln>
            <a:effectLst/>
          </p:spPr>
          <p:txBody>
            <a:bodyPr anchor="ctr"/>
            <a:lstStyle/>
            <a:p>
              <a:endParaRPr lang="es-ES_tradnl" sz="1800" noProof="0" dirty="0">
                <a:solidFill>
                  <a:schemeClr val="tx1"/>
                </a:solidFill>
              </a:endParaRPr>
            </a:p>
          </p:txBody>
        </p:sp>
        <p:sp>
          <p:nvSpPr>
            <p:cNvPr id="12347" name="Line 431">
              <a:extLst>
                <a:ext uri="{FF2B5EF4-FFF2-40B4-BE49-F238E27FC236}">
                  <a16:creationId xmlns:a16="http://schemas.microsoft.com/office/drawing/2014/main" id="{2B242060-5C35-FC4C-A042-C0482B85BB06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V="1">
              <a:off x="7700210" y="6174479"/>
              <a:ext cx="195178" cy="0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/>
            </a:ln>
            <a:effectLst/>
          </p:spPr>
          <p:txBody>
            <a:bodyPr anchor="ctr"/>
            <a:lstStyle/>
            <a:p>
              <a:endParaRPr lang="es-ES_tradnl" sz="1800" noProof="0" dirty="0">
                <a:solidFill>
                  <a:schemeClr val="tx1"/>
                </a:solidFill>
              </a:endParaRPr>
            </a:p>
          </p:txBody>
        </p:sp>
        <p:sp>
          <p:nvSpPr>
            <p:cNvPr id="12348" name="Line 431">
              <a:extLst>
                <a:ext uri="{FF2B5EF4-FFF2-40B4-BE49-F238E27FC236}">
                  <a16:creationId xmlns:a16="http://schemas.microsoft.com/office/drawing/2014/main" id="{82315DAF-ADA7-A6CD-E943-8D22CBE18C08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V="1">
              <a:off x="8462210" y="6174479"/>
              <a:ext cx="195178" cy="0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/>
            </a:ln>
            <a:effectLst/>
          </p:spPr>
          <p:txBody>
            <a:bodyPr anchor="ctr"/>
            <a:lstStyle/>
            <a:p>
              <a:endParaRPr lang="es-ES_tradnl" sz="1800" noProof="0" dirty="0">
                <a:solidFill>
                  <a:schemeClr val="tx1"/>
                </a:solidFill>
              </a:endParaRPr>
            </a:p>
          </p:txBody>
        </p:sp>
        <p:sp>
          <p:nvSpPr>
            <p:cNvPr id="12349" name="Line 431">
              <a:extLst>
                <a:ext uri="{FF2B5EF4-FFF2-40B4-BE49-F238E27FC236}">
                  <a16:creationId xmlns:a16="http://schemas.microsoft.com/office/drawing/2014/main" id="{814E8E86-C289-2A53-49BE-7FF7D0B6D8CD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V="1">
              <a:off x="6476999" y="5638800"/>
              <a:ext cx="0" cy="304800"/>
            </a:xfrm>
            <a:prstGeom prst="line">
              <a:avLst/>
            </a:prstGeom>
            <a:noFill/>
            <a:ln w="19050" cap="flat" cmpd="sng" algn="ctr">
              <a:solidFill>
                <a:schemeClr val="tx2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  <p:txBody>
            <a:bodyPr anchor="ctr"/>
            <a:lstStyle/>
            <a:p>
              <a:endParaRPr lang="es-ES_tradnl" sz="1800" noProof="0" dirty="0">
                <a:solidFill>
                  <a:schemeClr val="tx1"/>
                </a:solidFill>
              </a:endParaRPr>
            </a:p>
          </p:txBody>
        </p:sp>
        <p:sp>
          <p:nvSpPr>
            <p:cNvPr id="12350" name="Line 431">
              <a:extLst>
                <a:ext uri="{FF2B5EF4-FFF2-40B4-BE49-F238E27FC236}">
                  <a16:creationId xmlns:a16="http://schemas.microsoft.com/office/drawing/2014/main" id="{05F0F1F7-3ADB-7B70-9090-49057906F80E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V="1">
              <a:off x="5617410" y="5445901"/>
              <a:ext cx="195178" cy="0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/>
            </a:ln>
            <a:effectLst/>
          </p:spPr>
          <p:txBody>
            <a:bodyPr anchor="ctr"/>
            <a:lstStyle/>
            <a:p>
              <a:endParaRPr lang="es-ES_tradnl" sz="1800" noProof="0" dirty="0">
                <a:solidFill>
                  <a:schemeClr val="tx1"/>
                </a:solidFill>
              </a:endParaRPr>
            </a:p>
          </p:txBody>
        </p:sp>
        <p:sp>
          <p:nvSpPr>
            <p:cNvPr id="12351" name="CuadroTexto 12350">
              <a:extLst>
                <a:ext uri="{FF2B5EF4-FFF2-40B4-BE49-F238E27FC236}">
                  <a16:creationId xmlns:a16="http://schemas.microsoft.com/office/drawing/2014/main" id="{4752ACA2-DF1F-C4BD-51E9-3E0C3F1D05E5}"/>
                </a:ext>
              </a:extLst>
            </p:cNvPr>
            <p:cNvSpPr txBox="1"/>
            <p:nvPr/>
          </p:nvSpPr>
          <p:spPr>
            <a:xfrm>
              <a:off x="5410200" y="4933890"/>
              <a:ext cx="5226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_tradnl" sz="1800" noProof="0" dirty="0">
                  <a:solidFill>
                    <a:schemeClr val="tx1"/>
                  </a:solidFill>
                </a:rPr>
                <a:t>A</a:t>
              </a:r>
              <a:r>
                <a:rPr lang="es-ES_tradnl" sz="1800" b="1" baseline="-25000" noProof="0" dirty="0">
                  <a:solidFill>
                    <a:schemeClr val="tx1"/>
                  </a:solidFill>
                </a:rPr>
                <a:t>31</a:t>
              </a:r>
            </a:p>
          </p:txBody>
        </p:sp>
        <p:sp>
          <p:nvSpPr>
            <p:cNvPr id="12352" name="CuadroTexto 12351">
              <a:extLst>
                <a:ext uri="{FF2B5EF4-FFF2-40B4-BE49-F238E27FC236}">
                  <a16:creationId xmlns:a16="http://schemas.microsoft.com/office/drawing/2014/main" id="{E39FC85E-E8AD-9F2B-1501-248453AE7BB2}"/>
                </a:ext>
              </a:extLst>
            </p:cNvPr>
            <p:cNvSpPr txBox="1"/>
            <p:nvPr/>
          </p:nvSpPr>
          <p:spPr>
            <a:xfrm>
              <a:off x="5842050" y="4933890"/>
              <a:ext cx="50980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_tradnl" sz="1800" noProof="0" dirty="0">
                  <a:solidFill>
                    <a:schemeClr val="tx1"/>
                  </a:solidFill>
                </a:rPr>
                <a:t>B</a:t>
              </a:r>
              <a:r>
                <a:rPr lang="es-ES_tradnl" sz="1800" b="1" baseline="-25000" noProof="0" dirty="0">
                  <a:solidFill>
                    <a:schemeClr val="tx1"/>
                  </a:solidFill>
                </a:rPr>
                <a:t>31</a:t>
              </a:r>
            </a:p>
          </p:txBody>
        </p:sp>
        <p:sp>
          <p:nvSpPr>
            <p:cNvPr id="12353" name="CuadroTexto 12352">
              <a:extLst>
                <a:ext uri="{FF2B5EF4-FFF2-40B4-BE49-F238E27FC236}">
                  <a16:creationId xmlns:a16="http://schemas.microsoft.com/office/drawing/2014/main" id="{6E741A28-5F2D-6C0D-E859-F69765711B1F}"/>
                </a:ext>
              </a:extLst>
            </p:cNvPr>
            <p:cNvSpPr txBox="1"/>
            <p:nvPr/>
          </p:nvSpPr>
          <p:spPr>
            <a:xfrm>
              <a:off x="6705600" y="4933890"/>
              <a:ext cx="43703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_tradnl" sz="1800" noProof="0" dirty="0">
                  <a:solidFill>
                    <a:schemeClr val="tx1"/>
                  </a:solidFill>
                </a:rPr>
                <a:t>A</a:t>
              </a:r>
              <a:r>
                <a:rPr lang="es-ES_tradnl" sz="1800" b="1" baseline="-25000" noProof="0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12354" name="CuadroTexto 12353">
              <a:extLst>
                <a:ext uri="{FF2B5EF4-FFF2-40B4-BE49-F238E27FC236}">
                  <a16:creationId xmlns:a16="http://schemas.microsoft.com/office/drawing/2014/main" id="{FFF555D8-E458-5E53-1164-1E6C65148EA1}"/>
                </a:ext>
              </a:extLst>
            </p:cNvPr>
            <p:cNvSpPr txBox="1"/>
            <p:nvPr/>
          </p:nvSpPr>
          <p:spPr>
            <a:xfrm>
              <a:off x="7010400" y="4933890"/>
              <a:ext cx="42421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_tradnl" sz="1800" noProof="0" dirty="0">
                  <a:solidFill>
                    <a:schemeClr val="tx1"/>
                  </a:solidFill>
                </a:rPr>
                <a:t>B</a:t>
              </a:r>
              <a:r>
                <a:rPr lang="es-ES_tradnl" sz="1800" b="1" baseline="-25000" noProof="0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12355" name="CuadroTexto 12354">
              <a:extLst>
                <a:ext uri="{FF2B5EF4-FFF2-40B4-BE49-F238E27FC236}">
                  <a16:creationId xmlns:a16="http://schemas.microsoft.com/office/drawing/2014/main" id="{678BFF75-5B94-ED81-92AB-51251D2DE7C6}"/>
                </a:ext>
              </a:extLst>
            </p:cNvPr>
            <p:cNvSpPr txBox="1"/>
            <p:nvPr/>
          </p:nvSpPr>
          <p:spPr>
            <a:xfrm>
              <a:off x="7391400" y="4933890"/>
              <a:ext cx="43703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_tradnl" sz="1800" noProof="0" dirty="0">
                  <a:solidFill>
                    <a:schemeClr val="tx1"/>
                  </a:solidFill>
                </a:rPr>
                <a:t>A</a:t>
              </a:r>
              <a:r>
                <a:rPr lang="es-ES_tradnl" sz="1800" b="1" baseline="-25000" noProof="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12356" name="CuadroTexto 12355">
              <a:extLst>
                <a:ext uri="{FF2B5EF4-FFF2-40B4-BE49-F238E27FC236}">
                  <a16:creationId xmlns:a16="http://schemas.microsoft.com/office/drawing/2014/main" id="{81781AB6-59C1-F377-D5F9-1271CBCA3328}"/>
                </a:ext>
              </a:extLst>
            </p:cNvPr>
            <p:cNvSpPr txBox="1"/>
            <p:nvPr/>
          </p:nvSpPr>
          <p:spPr>
            <a:xfrm>
              <a:off x="7709024" y="4933890"/>
              <a:ext cx="42421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_tradnl" sz="1800" noProof="0" dirty="0">
                  <a:solidFill>
                    <a:schemeClr val="tx1"/>
                  </a:solidFill>
                </a:rPr>
                <a:t>B</a:t>
              </a:r>
              <a:r>
                <a:rPr lang="es-ES_tradnl" sz="1800" b="1" baseline="-25000" noProof="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12357" name="CuadroTexto 12356">
              <a:extLst>
                <a:ext uri="{FF2B5EF4-FFF2-40B4-BE49-F238E27FC236}">
                  <a16:creationId xmlns:a16="http://schemas.microsoft.com/office/drawing/2014/main" id="{36BE74B4-8FB1-B26E-2A20-0B33AA18C03A}"/>
                </a:ext>
              </a:extLst>
            </p:cNvPr>
            <p:cNvSpPr txBox="1"/>
            <p:nvPr/>
          </p:nvSpPr>
          <p:spPr>
            <a:xfrm>
              <a:off x="8146945" y="4933890"/>
              <a:ext cx="43703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_tradnl" sz="1800" noProof="0" dirty="0">
                  <a:solidFill>
                    <a:schemeClr val="tx1"/>
                  </a:solidFill>
                </a:rPr>
                <a:t>A</a:t>
              </a:r>
              <a:r>
                <a:rPr lang="es-ES_tradnl" sz="1800" b="1" baseline="-25000" noProof="0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12358" name="CuadroTexto 12357">
              <a:extLst>
                <a:ext uri="{FF2B5EF4-FFF2-40B4-BE49-F238E27FC236}">
                  <a16:creationId xmlns:a16="http://schemas.microsoft.com/office/drawing/2014/main" id="{7F043565-435E-C455-1E4E-6BEA2EB896D0}"/>
                </a:ext>
              </a:extLst>
            </p:cNvPr>
            <p:cNvSpPr txBox="1"/>
            <p:nvPr/>
          </p:nvSpPr>
          <p:spPr>
            <a:xfrm>
              <a:off x="8464569" y="4933890"/>
              <a:ext cx="42421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_tradnl" sz="1800" noProof="0" dirty="0">
                  <a:solidFill>
                    <a:schemeClr val="tx1"/>
                  </a:solidFill>
                </a:rPr>
                <a:t>B</a:t>
              </a:r>
              <a:r>
                <a:rPr lang="es-ES_tradnl" sz="1800" b="1" baseline="-25000" noProof="0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12359" name="CuadroTexto 12358">
              <a:extLst>
                <a:ext uri="{FF2B5EF4-FFF2-40B4-BE49-F238E27FC236}">
                  <a16:creationId xmlns:a16="http://schemas.microsoft.com/office/drawing/2014/main" id="{48250E5C-00C8-0628-3FC8-8C80A5D1A5F6}"/>
                </a:ext>
              </a:extLst>
            </p:cNvPr>
            <p:cNvSpPr txBox="1"/>
            <p:nvPr/>
          </p:nvSpPr>
          <p:spPr>
            <a:xfrm>
              <a:off x="5638800" y="6229290"/>
              <a:ext cx="52253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_tradnl" sz="1800" noProof="0" dirty="0">
                  <a:solidFill>
                    <a:schemeClr val="tx1"/>
                  </a:solidFill>
                </a:rPr>
                <a:t>R</a:t>
              </a:r>
              <a:r>
                <a:rPr lang="es-ES_tradnl" sz="1800" b="1" baseline="-25000" noProof="0" dirty="0">
                  <a:solidFill>
                    <a:schemeClr val="tx1"/>
                  </a:solidFill>
                </a:rPr>
                <a:t>31</a:t>
              </a:r>
            </a:p>
          </p:txBody>
        </p:sp>
        <p:sp>
          <p:nvSpPr>
            <p:cNvPr id="12360" name="CuadroTexto 12359">
              <a:extLst>
                <a:ext uri="{FF2B5EF4-FFF2-40B4-BE49-F238E27FC236}">
                  <a16:creationId xmlns:a16="http://schemas.microsoft.com/office/drawing/2014/main" id="{689EAC86-A98B-45EC-916F-B3F980DE6489}"/>
                </a:ext>
              </a:extLst>
            </p:cNvPr>
            <p:cNvSpPr txBox="1"/>
            <p:nvPr/>
          </p:nvSpPr>
          <p:spPr>
            <a:xfrm>
              <a:off x="6934200" y="6229290"/>
              <a:ext cx="43695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_tradnl" sz="1800" noProof="0" dirty="0">
                  <a:solidFill>
                    <a:schemeClr val="tx1"/>
                  </a:solidFill>
                </a:rPr>
                <a:t>R</a:t>
              </a:r>
              <a:r>
                <a:rPr lang="es-ES_tradnl" sz="1800" b="1" baseline="-25000" noProof="0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12361" name="CuadroTexto 12360">
              <a:extLst>
                <a:ext uri="{FF2B5EF4-FFF2-40B4-BE49-F238E27FC236}">
                  <a16:creationId xmlns:a16="http://schemas.microsoft.com/office/drawing/2014/main" id="{C7CF49E8-9A0C-E125-F665-B6753AFCC2AB}"/>
                </a:ext>
              </a:extLst>
            </p:cNvPr>
            <p:cNvSpPr txBox="1"/>
            <p:nvPr/>
          </p:nvSpPr>
          <p:spPr>
            <a:xfrm>
              <a:off x="7620000" y="6229290"/>
              <a:ext cx="43695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_tradnl" sz="1800" noProof="0" dirty="0">
                  <a:solidFill>
                    <a:schemeClr val="tx1"/>
                  </a:solidFill>
                </a:rPr>
                <a:t>R</a:t>
              </a:r>
              <a:r>
                <a:rPr lang="es-ES_tradnl" sz="1800" b="1" baseline="-25000" noProof="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12362" name="CuadroTexto 12361">
              <a:extLst>
                <a:ext uri="{FF2B5EF4-FFF2-40B4-BE49-F238E27FC236}">
                  <a16:creationId xmlns:a16="http://schemas.microsoft.com/office/drawing/2014/main" id="{851975DC-BE21-C940-F960-B5D56D5D49E0}"/>
                </a:ext>
              </a:extLst>
            </p:cNvPr>
            <p:cNvSpPr txBox="1"/>
            <p:nvPr/>
          </p:nvSpPr>
          <p:spPr>
            <a:xfrm>
              <a:off x="8375545" y="6229290"/>
              <a:ext cx="43695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_tradnl" sz="1800" noProof="0" dirty="0">
                  <a:solidFill>
                    <a:schemeClr val="tx1"/>
                  </a:solidFill>
                </a:rPr>
                <a:t>R</a:t>
              </a:r>
              <a:r>
                <a:rPr lang="es-ES_tradnl" sz="1800" b="1" baseline="-25000" noProof="0" dirty="0">
                  <a:solidFill>
                    <a:schemeClr val="tx1"/>
                  </a:solidFill>
                </a:rPr>
                <a:t>0</a:t>
              </a:r>
            </a:p>
          </p:txBody>
        </p:sp>
        <p:grpSp>
          <p:nvGrpSpPr>
            <p:cNvPr id="12363" name="Group 35">
              <a:extLst>
                <a:ext uri="{FF2B5EF4-FFF2-40B4-BE49-F238E27FC236}">
                  <a16:creationId xmlns:a16="http://schemas.microsoft.com/office/drawing/2014/main" id="{BFC1B73E-4C19-4272-9FF0-E12B45931E52}"/>
                </a:ext>
              </a:extLst>
            </p:cNvPr>
            <p:cNvGrpSpPr>
              <a:grpSpLocks/>
            </p:cNvGrpSpPr>
            <p:nvPr/>
          </p:nvGrpSpPr>
          <p:grpSpPr bwMode="auto">
            <a:xfrm rot="16200000" flipH="1" flipV="1">
              <a:off x="5571067" y="5554133"/>
              <a:ext cx="609600" cy="474133"/>
              <a:chOff x="3264" y="3312"/>
              <a:chExt cx="678" cy="900"/>
            </a:xfrm>
          </p:grpSpPr>
          <p:sp>
            <p:nvSpPr>
              <p:cNvPr id="12391" name="Freeform 36">
                <a:extLst>
                  <a:ext uri="{FF2B5EF4-FFF2-40B4-BE49-F238E27FC236}">
                    <a16:creationId xmlns:a16="http://schemas.microsoft.com/office/drawing/2014/main" id="{6C9C7686-436F-EE2B-8128-473CA8E4E98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76" y="3749"/>
                <a:ext cx="366" cy="463"/>
              </a:xfrm>
              <a:custGeom>
                <a:avLst/>
                <a:gdLst/>
                <a:ahLst/>
                <a:cxnLst>
                  <a:cxn ang="0">
                    <a:pos x="0" y="199"/>
                  </a:cxn>
                  <a:cxn ang="0">
                    <a:pos x="0" y="199"/>
                  </a:cxn>
                  <a:cxn ang="0">
                    <a:pos x="0" y="199"/>
                  </a:cxn>
                  <a:cxn ang="0">
                    <a:pos x="0" y="199"/>
                  </a:cxn>
                  <a:cxn ang="0">
                    <a:pos x="0" y="199"/>
                  </a:cxn>
                  <a:cxn ang="0">
                    <a:pos x="0" y="199"/>
                  </a:cxn>
                  <a:cxn ang="0">
                    <a:pos x="0" y="199"/>
                  </a:cxn>
                  <a:cxn ang="0">
                    <a:pos x="27" y="199"/>
                  </a:cxn>
                  <a:cxn ang="0">
                    <a:pos x="53" y="196"/>
                  </a:cxn>
                  <a:cxn ang="0">
                    <a:pos x="79" y="192"/>
                  </a:cxn>
                  <a:cxn ang="0">
                    <a:pos x="105" y="186"/>
                  </a:cxn>
                  <a:cxn ang="0">
                    <a:pos x="130" y="178"/>
                  </a:cxn>
                  <a:cxn ang="0">
                    <a:pos x="155" y="168"/>
                  </a:cxn>
                  <a:cxn ang="0">
                    <a:pos x="179" y="158"/>
                  </a:cxn>
                  <a:cxn ang="0">
                    <a:pos x="202" y="145"/>
                  </a:cxn>
                  <a:cxn ang="0">
                    <a:pos x="223" y="132"/>
                  </a:cxn>
                  <a:cxn ang="0">
                    <a:pos x="245" y="117"/>
                  </a:cxn>
                  <a:cxn ang="0">
                    <a:pos x="265" y="101"/>
                  </a:cxn>
                  <a:cxn ang="0">
                    <a:pos x="284" y="82"/>
                  </a:cxn>
                  <a:cxn ang="0">
                    <a:pos x="302" y="64"/>
                  </a:cxn>
                  <a:cxn ang="0">
                    <a:pos x="319" y="43"/>
                  </a:cxn>
                  <a:cxn ang="0">
                    <a:pos x="334" y="22"/>
                  </a:cxn>
                  <a:cxn ang="0">
                    <a:pos x="348" y="0"/>
                  </a:cxn>
                </a:cxnLst>
                <a:rect l="0" t="0" r="r" b="b"/>
                <a:pathLst>
                  <a:path w="349" h="200">
                    <a:moveTo>
                      <a:pt x="0" y="199"/>
                    </a:moveTo>
                    <a:lnTo>
                      <a:pt x="0" y="199"/>
                    </a:lnTo>
                    <a:lnTo>
                      <a:pt x="0" y="199"/>
                    </a:lnTo>
                    <a:lnTo>
                      <a:pt x="0" y="199"/>
                    </a:lnTo>
                    <a:lnTo>
                      <a:pt x="0" y="199"/>
                    </a:lnTo>
                    <a:lnTo>
                      <a:pt x="0" y="199"/>
                    </a:lnTo>
                    <a:lnTo>
                      <a:pt x="0" y="199"/>
                    </a:lnTo>
                    <a:lnTo>
                      <a:pt x="27" y="199"/>
                    </a:lnTo>
                    <a:lnTo>
                      <a:pt x="53" y="196"/>
                    </a:lnTo>
                    <a:lnTo>
                      <a:pt x="79" y="192"/>
                    </a:lnTo>
                    <a:lnTo>
                      <a:pt x="105" y="186"/>
                    </a:lnTo>
                    <a:lnTo>
                      <a:pt x="130" y="178"/>
                    </a:lnTo>
                    <a:lnTo>
                      <a:pt x="155" y="168"/>
                    </a:lnTo>
                    <a:lnTo>
                      <a:pt x="179" y="158"/>
                    </a:lnTo>
                    <a:lnTo>
                      <a:pt x="202" y="145"/>
                    </a:lnTo>
                    <a:lnTo>
                      <a:pt x="223" y="132"/>
                    </a:lnTo>
                    <a:lnTo>
                      <a:pt x="245" y="117"/>
                    </a:lnTo>
                    <a:lnTo>
                      <a:pt x="265" y="101"/>
                    </a:lnTo>
                    <a:lnTo>
                      <a:pt x="284" y="82"/>
                    </a:lnTo>
                    <a:lnTo>
                      <a:pt x="302" y="64"/>
                    </a:lnTo>
                    <a:lnTo>
                      <a:pt x="319" y="43"/>
                    </a:lnTo>
                    <a:lnTo>
                      <a:pt x="334" y="22"/>
                    </a:lnTo>
                    <a:lnTo>
                      <a:pt x="348" y="0"/>
                    </a:lnTo>
                  </a:path>
                </a:pathLst>
              </a:custGeom>
              <a:noFill/>
              <a:ln w="25400" cap="rnd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endParaRPr lang="es-ES_tradnl" sz="1800" noProof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2392" name="Line 37">
                <a:extLst>
                  <a:ext uri="{FF2B5EF4-FFF2-40B4-BE49-F238E27FC236}">
                    <a16:creationId xmlns:a16="http://schemas.microsoft.com/office/drawing/2014/main" id="{BD287E01-144B-D62A-CD25-F3CB4794DC2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313" y="4210"/>
                <a:ext cx="262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es-ES_tradnl" sz="1800" noProof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2393" name="Freeform 38">
                <a:extLst>
                  <a:ext uri="{FF2B5EF4-FFF2-40B4-BE49-F238E27FC236}">
                    <a16:creationId xmlns:a16="http://schemas.microsoft.com/office/drawing/2014/main" id="{7A6C5424-1E0F-6722-1875-3B4C1180A07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12" y="3762"/>
                <a:ext cx="87" cy="448"/>
              </a:xfrm>
              <a:custGeom>
                <a:avLst/>
                <a:gdLst/>
                <a:ahLst/>
                <a:cxnLst>
                  <a:cxn ang="0">
                    <a:pos x="0" y="192"/>
                  </a:cxn>
                  <a:cxn ang="0">
                    <a:pos x="0" y="192"/>
                  </a:cxn>
                  <a:cxn ang="0">
                    <a:pos x="9" y="182"/>
                  </a:cxn>
                  <a:cxn ang="0">
                    <a:pos x="18" y="172"/>
                  </a:cxn>
                  <a:cxn ang="0">
                    <a:pos x="27" y="161"/>
                  </a:cxn>
                  <a:cxn ang="0">
                    <a:pos x="34" y="151"/>
                  </a:cxn>
                  <a:cxn ang="0">
                    <a:pos x="42" y="139"/>
                  </a:cxn>
                  <a:cxn ang="0">
                    <a:pos x="48" y="128"/>
                  </a:cxn>
                  <a:cxn ang="0">
                    <a:pos x="55" y="116"/>
                  </a:cxn>
                  <a:cxn ang="0">
                    <a:pos x="60" y="103"/>
                  </a:cxn>
                  <a:cxn ang="0">
                    <a:pos x="65" y="91"/>
                  </a:cxn>
                  <a:cxn ang="0">
                    <a:pos x="70" y="78"/>
                  </a:cxn>
                  <a:cxn ang="0">
                    <a:pos x="73" y="65"/>
                  </a:cxn>
                  <a:cxn ang="0">
                    <a:pos x="76" y="53"/>
                  </a:cxn>
                  <a:cxn ang="0">
                    <a:pos x="79" y="39"/>
                  </a:cxn>
                  <a:cxn ang="0">
                    <a:pos x="81" y="26"/>
                  </a:cxn>
                  <a:cxn ang="0">
                    <a:pos x="82" y="13"/>
                  </a:cxn>
                  <a:cxn ang="0">
                    <a:pos x="82" y="0"/>
                  </a:cxn>
                </a:cxnLst>
                <a:rect l="0" t="0" r="r" b="b"/>
                <a:pathLst>
                  <a:path w="83" h="193">
                    <a:moveTo>
                      <a:pt x="0" y="192"/>
                    </a:moveTo>
                    <a:lnTo>
                      <a:pt x="0" y="192"/>
                    </a:lnTo>
                    <a:lnTo>
                      <a:pt x="9" y="182"/>
                    </a:lnTo>
                    <a:lnTo>
                      <a:pt x="18" y="172"/>
                    </a:lnTo>
                    <a:lnTo>
                      <a:pt x="27" y="161"/>
                    </a:lnTo>
                    <a:lnTo>
                      <a:pt x="34" y="151"/>
                    </a:lnTo>
                    <a:lnTo>
                      <a:pt x="42" y="139"/>
                    </a:lnTo>
                    <a:lnTo>
                      <a:pt x="48" y="128"/>
                    </a:lnTo>
                    <a:lnTo>
                      <a:pt x="55" y="116"/>
                    </a:lnTo>
                    <a:lnTo>
                      <a:pt x="60" y="103"/>
                    </a:lnTo>
                    <a:lnTo>
                      <a:pt x="65" y="91"/>
                    </a:lnTo>
                    <a:lnTo>
                      <a:pt x="70" y="78"/>
                    </a:lnTo>
                    <a:lnTo>
                      <a:pt x="73" y="65"/>
                    </a:lnTo>
                    <a:lnTo>
                      <a:pt x="76" y="53"/>
                    </a:lnTo>
                    <a:lnTo>
                      <a:pt x="79" y="39"/>
                    </a:lnTo>
                    <a:lnTo>
                      <a:pt x="81" y="26"/>
                    </a:lnTo>
                    <a:lnTo>
                      <a:pt x="82" y="13"/>
                    </a:lnTo>
                    <a:lnTo>
                      <a:pt x="82" y="0"/>
                    </a:lnTo>
                  </a:path>
                </a:pathLst>
              </a:custGeom>
              <a:noFill/>
              <a:ln w="25400" cap="rnd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endParaRPr lang="es-ES_tradnl" sz="1800" noProof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2394" name="Freeform 39">
                <a:extLst>
                  <a:ext uri="{FF2B5EF4-FFF2-40B4-BE49-F238E27FC236}">
                    <a16:creationId xmlns:a16="http://schemas.microsoft.com/office/drawing/2014/main" id="{82690758-F7FC-49AA-9A9B-3CB9AAE40CE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12" y="3314"/>
                <a:ext cx="87" cy="450"/>
              </a:xfrm>
              <a:custGeom>
                <a:avLst/>
                <a:gdLst/>
                <a:ahLst/>
                <a:cxnLst>
                  <a:cxn ang="0">
                    <a:pos x="82" y="193"/>
                  </a:cxn>
                  <a:cxn ang="0">
                    <a:pos x="82" y="193"/>
                  </a:cxn>
                  <a:cxn ang="0">
                    <a:pos x="82" y="179"/>
                  </a:cxn>
                  <a:cxn ang="0">
                    <a:pos x="81" y="166"/>
                  </a:cxn>
                  <a:cxn ang="0">
                    <a:pos x="79" y="153"/>
                  </a:cxn>
                  <a:cxn ang="0">
                    <a:pos x="76" y="139"/>
                  </a:cxn>
                  <a:cxn ang="0">
                    <a:pos x="73" y="127"/>
                  </a:cxn>
                  <a:cxn ang="0">
                    <a:pos x="70" y="114"/>
                  </a:cxn>
                  <a:cxn ang="0">
                    <a:pos x="65" y="101"/>
                  </a:cxn>
                  <a:cxn ang="0">
                    <a:pos x="60" y="89"/>
                  </a:cxn>
                  <a:cxn ang="0">
                    <a:pos x="55" y="76"/>
                  </a:cxn>
                  <a:cxn ang="0">
                    <a:pos x="48" y="64"/>
                  </a:cxn>
                  <a:cxn ang="0">
                    <a:pos x="42" y="53"/>
                  </a:cxn>
                  <a:cxn ang="0">
                    <a:pos x="34" y="41"/>
                  </a:cxn>
                  <a:cxn ang="0">
                    <a:pos x="27" y="31"/>
                  </a:cxn>
                  <a:cxn ang="0">
                    <a:pos x="18" y="20"/>
                  </a:cxn>
                  <a:cxn ang="0">
                    <a:pos x="9" y="10"/>
                  </a:cxn>
                  <a:cxn ang="0">
                    <a:pos x="0" y="0"/>
                  </a:cxn>
                </a:cxnLst>
                <a:rect l="0" t="0" r="r" b="b"/>
                <a:pathLst>
                  <a:path w="83" h="194">
                    <a:moveTo>
                      <a:pt x="82" y="193"/>
                    </a:moveTo>
                    <a:lnTo>
                      <a:pt x="82" y="193"/>
                    </a:lnTo>
                    <a:lnTo>
                      <a:pt x="82" y="179"/>
                    </a:lnTo>
                    <a:lnTo>
                      <a:pt x="81" y="166"/>
                    </a:lnTo>
                    <a:lnTo>
                      <a:pt x="79" y="153"/>
                    </a:lnTo>
                    <a:lnTo>
                      <a:pt x="76" y="139"/>
                    </a:lnTo>
                    <a:lnTo>
                      <a:pt x="73" y="127"/>
                    </a:lnTo>
                    <a:lnTo>
                      <a:pt x="70" y="114"/>
                    </a:lnTo>
                    <a:lnTo>
                      <a:pt x="65" y="101"/>
                    </a:lnTo>
                    <a:lnTo>
                      <a:pt x="60" y="89"/>
                    </a:lnTo>
                    <a:lnTo>
                      <a:pt x="55" y="76"/>
                    </a:lnTo>
                    <a:lnTo>
                      <a:pt x="48" y="64"/>
                    </a:lnTo>
                    <a:lnTo>
                      <a:pt x="42" y="53"/>
                    </a:lnTo>
                    <a:lnTo>
                      <a:pt x="34" y="41"/>
                    </a:lnTo>
                    <a:lnTo>
                      <a:pt x="27" y="31"/>
                    </a:lnTo>
                    <a:lnTo>
                      <a:pt x="18" y="20"/>
                    </a:lnTo>
                    <a:lnTo>
                      <a:pt x="9" y="10"/>
                    </a:lnTo>
                    <a:lnTo>
                      <a:pt x="0" y="0"/>
                    </a:lnTo>
                  </a:path>
                </a:pathLst>
              </a:custGeom>
              <a:noFill/>
              <a:ln w="25400" cap="rnd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endParaRPr lang="es-ES_tradnl" sz="1800" noProof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2395" name="Line 40">
                <a:extLst>
                  <a:ext uri="{FF2B5EF4-FFF2-40B4-BE49-F238E27FC236}">
                    <a16:creationId xmlns:a16="http://schemas.microsoft.com/office/drawing/2014/main" id="{0C52ED4C-90F3-5D6C-98B7-E6E3BDB515C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13" y="3312"/>
                <a:ext cx="262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es-ES_tradnl" sz="1800" noProof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2396" name="Freeform 41">
                <a:extLst>
                  <a:ext uri="{FF2B5EF4-FFF2-40B4-BE49-F238E27FC236}">
                    <a16:creationId xmlns:a16="http://schemas.microsoft.com/office/drawing/2014/main" id="{3064A496-5AC9-59F8-5BBF-8DD96E70E85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76" y="3312"/>
                <a:ext cx="366" cy="463"/>
              </a:xfrm>
              <a:custGeom>
                <a:avLst/>
                <a:gdLst/>
                <a:ahLst/>
                <a:cxnLst>
                  <a:cxn ang="0">
                    <a:pos x="348" y="199"/>
                  </a:cxn>
                  <a:cxn ang="0">
                    <a:pos x="348" y="199"/>
                  </a:cxn>
                  <a:cxn ang="0">
                    <a:pos x="334" y="177"/>
                  </a:cxn>
                  <a:cxn ang="0">
                    <a:pos x="319" y="156"/>
                  </a:cxn>
                  <a:cxn ang="0">
                    <a:pos x="302" y="135"/>
                  </a:cxn>
                  <a:cxn ang="0">
                    <a:pos x="284" y="117"/>
                  </a:cxn>
                  <a:cxn ang="0">
                    <a:pos x="265" y="98"/>
                  </a:cxn>
                  <a:cxn ang="0">
                    <a:pos x="245" y="82"/>
                  </a:cxn>
                  <a:cxn ang="0">
                    <a:pos x="223" y="67"/>
                  </a:cxn>
                  <a:cxn ang="0">
                    <a:pos x="202" y="54"/>
                  </a:cxn>
                  <a:cxn ang="0">
                    <a:pos x="179" y="41"/>
                  </a:cxn>
                  <a:cxn ang="0">
                    <a:pos x="155" y="31"/>
                  </a:cxn>
                  <a:cxn ang="0">
                    <a:pos x="130" y="21"/>
                  </a:cxn>
                  <a:cxn ang="0">
                    <a:pos x="105" y="13"/>
                  </a:cxn>
                  <a:cxn ang="0">
                    <a:pos x="79" y="7"/>
                  </a:cxn>
                  <a:cxn ang="0">
                    <a:pos x="53" y="3"/>
                  </a:cxn>
                  <a:cxn ang="0">
                    <a:pos x="27" y="0"/>
                  </a:cxn>
                  <a:cxn ang="0">
                    <a:pos x="0" y="0"/>
                  </a:cxn>
                </a:cxnLst>
                <a:rect l="0" t="0" r="r" b="b"/>
                <a:pathLst>
                  <a:path w="349" h="200">
                    <a:moveTo>
                      <a:pt x="348" y="199"/>
                    </a:moveTo>
                    <a:lnTo>
                      <a:pt x="348" y="199"/>
                    </a:lnTo>
                    <a:lnTo>
                      <a:pt x="334" y="177"/>
                    </a:lnTo>
                    <a:lnTo>
                      <a:pt x="319" y="156"/>
                    </a:lnTo>
                    <a:lnTo>
                      <a:pt x="302" y="135"/>
                    </a:lnTo>
                    <a:lnTo>
                      <a:pt x="284" y="117"/>
                    </a:lnTo>
                    <a:lnTo>
                      <a:pt x="265" y="98"/>
                    </a:lnTo>
                    <a:lnTo>
                      <a:pt x="245" y="82"/>
                    </a:lnTo>
                    <a:lnTo>
                      <a:pt x="223" y="67"/>
                    </a:lnTo>
                    <a:lnTo>
                      <a:pt x="202" y="54"/>
                    </a:lnTo>
                    <a:lnTo>
                      <a:pt x="179" y="41"/>
                    </a:lnTo>
                    <a:lnTo>
                      <a:pt x="155" y="31"/>
                    </a:lnTo>
                    <a:lnTo>
                      <a:pt x="130" y="21"/>
                    </a:lnTo>
                    <a:lnTo>
                      <a:pt x="105" y="13"/>
                    </a:lnTo>
                    <a:lnTo>
                      <a:pt x="79" y="7"/>
                    </a:lnTo>
                    <a:lnTo>
                      <a:pt x="53" y="3"/>
                    </a:lnTo>
                    <a:lnTo>
                      <a:pt x="27" y="0"/>
                    </a:lnTo>
                    <a:lnTo>
                      <a:pt x="0" y="0"/>
                    </a:lnTo>
                  </a:path>
                </a:pathLst>
              </a:custGeom>
              <a:noFill/>
              <a:ln w="25400" cap="rnd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endParaRPr lang="es-ES_tradnl" sz="1800" noProof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2397" name="Freeform 42">
                <a:extLst>
                  <a:ext uri="{FF2B5EF4-FFF2-40B4-BE49-F238E27FC236}">
                    <a16:creationId xmlns:a16="http://schemas.microsoft.com/office/drawing/2014/main" id="{9B238DAA-8E05-7052-D30B-79409769F50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64" y="3760"/>
                <a:ext cx="87" cy="448"/>
              </a:xfrm>
              <a:custGeom>
                <a:avLst/>
                <a:gdLst/>
                <a:ahLst/>
                <a:cxnLst>
                  <a:cxn ang="0">
                    <a:pos x="0" y="192"/>
                  </a:cxn>
                  <a:cxn ang="0">
                    <a:pos x="0" y="192"/>
                  </a:cxn>
                  <a:cxn ang="0">
                    <a:pos x="9" y="182"/>
                  </a:cxn>
                  <a:cxn ang="0">
                    <a:pos x="18" y="172"/>
                  </a:cxn>
                  <a:cxn ang="0">
                    <a:pos x="27" y="161"/>
                  </a:cxn>
                  <a:cxn ang="0">
                    <a:pos x="34" y="151"/>
                  </a:cxn>
                  <a:cxn ang="0">
                    <a:pos x="42" y="139"/>
                  </a:cxn>
                  <a:cxn ang="0">
                    <a:pos x="48" y="128"/>
                  </a:cxn>
                  <a:cxn ang="0">
                    <a:pos x="55" y="116"/>
                  </a:cxn>
                  <a:cxn ang="0">
                    <a:pos x="60" y="103"/>
                  </a:cxn>
                  <a:cxn ang="0">
                    <a:pos x="65" y="91"/>
                  </a:cxn>
                  <a:cxn ang="0">
                    <a:pos x="70" y="78"/>
                  </a:cxn>
                  <a:cxn ang="0">
                    <a:pos x="73" y="65"/>
                  </a:cxn>
                  <a:cxn ang="0">
                    <a:pos x="76" y="53"/>
                  </a:cxn>
                  <a:cxn ang="0">
                    <a:pos x="79" y="39"/>
                  </a:cxn>
                  <a:cxn ang="0">
                    <a:pos x="81" y="26"/>
                  </a:cxn>
                  <a:cxn ang="0">
                    <a:pos x="82" y="13"/>
                  </a:cxn>
                  <a:cxn ang="0">
                    <a:pos x="82" y="0"/>
                  </a:cxn>
                </a:cxnLst>
                <a:rect l="0" t="0" r="r" b="b"/>
                <a:pathLst>
                  <a:path w="83" h="193">
                    <a:moveTo>
                      <a:pt x="0" y="192"/>
                    </a:moveTo>
                    <a:lnTo>
                      <a:pt x="0" y="192"/>
                    </a:lnTo>
                    <a:lnTo>
                      <a:pt x="9" y="182"/>
                    </a:lnTo>
                    <a:lnTo>
                      <a:pt x="18" y="172"/>
                    </a:lnTo>
                    <a:lnTo>
                      <a:pt x="27" y="161"/>
                    </a:lnTo>
                    <a:lnTo>
                      <a:pt x="34" y="151"/>
                    </a:lnTo>
                    <a:lnTo>
                      <a:pt x="42" y="139"/>
                    </a:lnTo>
                    <a:lnTo>
                      <a:pt x="48" y="128"/>
                    </a:lnTo>
                    <a:lnTo>
                      <a:pt x="55" y="116"/>
                    </a:lnTo>
                    <a:lnTo>
                      <a:pt x="60" y="103"/>
                    </a:lnTo>
                    <a:lnTo>
                      <a:pt x="65" y="91"/>
                    </a:lnTo>
                    <a:lnTo>
                      <a:pt x="70" y="78"/>
                    </a:lnTo>
                    <a:lnTo>
                      <a:pt x="73" y="65"/>
                    </a:lnTo>
                    <a:lnTo>
                      <a:pt x="76" y="53"/>
                    </a:lnTo>
                    <a:lnTo>
                      <a:pt x="79" y="39"/>
                    </a:lnTo>
                    <a:lnTo>
                      <a:pt x="81" y="26"/>
                    </a:lnTo>
                    <a:lnTo>
                      <a:pt x="82" y="13"/>
                    </a:lnTo>
                    <a:lnTo>
                      <a:pt x="82" y="0"/>
                    </a:lnTo>
                  </a:path>
                </a:pathLst>
              </a:custGeom>
              <a:noFill/>
              <a:ln w="25400" cap="rnd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endParaRPr lang="es-ES_tradnl" sz="1800" noProof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2398" name="Freeform 43">
                <a:extLst>
                  <a:ext uri="{FF2B5EF4-FFF2-40B4-BE49-F238E27FC236}">
                    <a16:creationId xmlns:a16="http://schemas.microsoft.com/office/drawing/2014/main" id="{AAFAB283-EF3E-7E6C-90C4-1CC3E5493A5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64" y="3312"/>
                <a:ext cx="87" cy="450"/>
              </a:xfrm>
              <a:custGeom>
                <a:avLst/>
                <a:gdLst/>
                <a:ahLst/>
                <a:cxnLst>
                  <a:cxn ang="0">
                    <a:pos x="82" y="193"/>
                  </a:cxn>
                  <a:cxn ang="0">
                    <a:pos x="82" y="193"/>
                  </a:cxn>
                  <a:cxn ang="0">
                    <a:pos x="82" y="179"/>
                  </a:cxn>
                  <a:cxn ang="0">
                    <a:pos x="81" y="166"/>
                  </a:cxn>
                  <a:cxn ang="0">
                    <a:pos x="79" y="153"/>
                  </a:cxn>
                  <a:cxn ang="0">
                    <a:pos x="76" y="139"/>
                  </a:cxn>
                  <a:cxn ang="0">
                    <a:pos x="73" y="127"/>
                  </a:cxn>
                  <a:cxn ang="0">
                    <a:pos x="70" y="114"/>
                  </a:cxn>
                  <a:cxn ang="0">
                    <a:pos x="65" y="101"/>
                  </a:cxn>
                  <a:cxn ang="0">
                    <a:pos x="60" y="89"/>
                  </a:cxn>
                  <a:cxn ang="0">
                    <a:pos x="55" y="76"/>
                  </a:cxn>
                  <a:cxn ang="0">
                    <a:pos x="48" y="64"/>
                  </a:cxn>
                  <a:cxn ang="0">
                    <a:pos x="42" y="53"/>
                  </a:cxn>
                  <a:cxn ang="0">
                    <a:pos x="34" y="41"/>
                  </a:cxn>
                  <a:cxn ang="0">
                    <a:pos x="27" y="31"/>
                  </a:cxn>
                  <a:cxn ang="0">
                    <a:pos x="18" y="20"/>
                  </a:cxn>
                  <a:cxn ang="0">
                    <a:pos x="9" y="10"/>
                  </a:cxn>
                  <a:cxn ang="0">
                    <a:pos x="0" y="0"/>
                  </a:cxn>
                </a:cxnLst>
                <a:rect l="0" t="0" r="r" b="b"/>
                <a:pathLst>
                  <a:path w="83" h="194">
                    <a:moveTo>
                      <a:pt x="82" y="193"/>
                    </a:moveTo>
                    <a:lnTo>
                      <a:pt x="82" y="193"/>
                    </a:lnTo>
                    <a:lnTo>
                      <a:pt x="82" y="179"/>
                    </a:lnTo>
                    <a:lnTo>
                      <a:pt x="81" y="166"/>
                    </a:lnTo>
                    <a:lnTo>
                      <a:pt x="79" y="153"/>
                    </a:lnTo>
                    <a:lnTo>
                      <a:pt x="76" y="139"/>
                    </a:lnTo>
                    <a:lnTo>
                      <a:pt x="73" y="127"/>
                    </a:lnTo>
                    <a:lnTo>
                      <a:pt x="70" y="114"/>
                    </a:lnTo>
                    <a:lnTo>
                      <a:pt x="65" y="101"/>
                    </a:lnTo>
                    <a:lnTo>
                      <a:pt x="60" y="89"/>
                    </a:lnTo>
                    <a:lnTo>
                      <a:pt x="55" y="76"/>
                    </a:lnTo>
                    <a:lnTo>
                      <a:pt x="48" y="64"/>
                    </a:lnTo>
                    <a:lnTo>
                      <a:pt x="42" y="53"/>
                    </a:lnTo>
                    <a:lnTo>
                      <a:pt x="34" y="41"/>
                    </a:lnTo>
                    <a:lnTo>
                      <a:pt x="27" y="31"/>
                    </a:lnTo>
                    <a:lnTo>
                      <a:pt x="18" y="20"/>
                    </a:lnTo>
                    <a:lnTo>
                      <a:pt x="9" y="10"/>
                    </a:lnTo>
                    <a:lnTo>
                      <a:pt x="0" y="0"/>
                    </a:lnTo>
                  </a:path>
                </a:pathLst>
              </a:custGeom>
              <a:noFill/>
              <a:ln w="25400" cap="rnd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endParaRPr lang="es-ES_tradnl" sz="1800" noProof="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2364" name="Group 35">
              <a:extLst>
                <a:ext uri="{FF2B5EF4-FFF2-40B4-BE49-F238E27FC236}">
                  <a16:creationId xmlns:a16="http://schemas.microsoft.com/office/drawing/2014/main" id="{8686ADC3-00F3-F992-046F-3D065F3428E9}"/>
                </a:ext>
              </a:extLst>
            </p:cNvPr>
            <p:cNvGrpSpPr>
              <a:grpSpLocks/>
            </p:cNvGrpSpPr>
            <p:nvPr/>
          </p:nvGrpSpPr>
          <p:grpSpPr bwMode="auto">
            <a:xfrm rot="16200000" flipH="1" flipV="1">
              <a:off x="6790267" y="5554134"/>
              <a:ext cx="609600" cy="474133"/>
              <a:chOff x="3264" y="3312"/>
              <a:chExt cx="678" cy="900"/>
            </a:xfrm>
          </p:grpSpPr>
          <p:sp>
            <p:nvSpPr>
              <p:cNvPr id="12383" name="Freeform 36">
                <a:extLst>
                  <a:ext uri="{FF2B5EF4-FFF2-40B4-BE49-F238E27FC236}">
                    <a16:creationId xmlns:a16="http://schemas.microsoft.com/office/drawing/2014/main" id="{B3594000-83D5-3E1E-0CEC-A22FF483456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76" y="3749"/>
                <a:ext cx="366" cy="463"/>
              </a:xfrm>
              <a:custGeom>
                <a:avLst/>
                <a:gdLst/>
                <a:ahLst/>
                <a:cxnLst>
                  <a:cxn ang="0">
                    <a:pos x="0" y="199"/>
                  </a:cxn>
                  <a:cxn ang="0">
                    <a:pos x="0" y="199"/>
                  </a:cxn>
                  <a:cxn ang="0">
                    <a:pos x="0" y="199"/>
                  </a:cxn>
                  <a:cxn ang="0">
                    <a:pos x="0" y="199"/>
                  </a:cxn>
                  <a:cxn ang="0">
                    <a:pos x="0" y="199"/>
                  </a:cxn>
                  <a:cxn ang="0">
                    <a:pos x="0" y="199"/>
                  </a:cxn>
                  <a:cxn ang="0">
                    <a:pos x="0" y="199"/>
                  </a:cxn>
                  <a:cxn ang="0">
                    <a:pos x="27" y="199"/>
                  </a:cxn>
                  <a:cxn ang="0">
                    <a:pos x="53" y="196"/>
                  </a:cxn>
                  <a:cxn ang="0">
                    <a:pos x="79" y="192"/>
                  </a:cxn>
                  <a:cxn ang="0">
                    <a:pos x="105" y="186"/>
                  </a:cxn>
                  <a:cxn ang="0">
                    <a:pos x="130" y="178"/>
                  </a:cxn>
                  <a:cxn ang="0">
                    <a:pos x="155" y="168"/>
                  </a:cxn>
                  <a:cxn ang="0">
                    <a:pos x="179" y="158"/>
                  </a:cxn>
                  <a:cxn ang="0">
                    <a:pos x="202" y="145"/>
                  </a:cxn>
                  <a:cxn ang="0">
                    <a:pos x="223" y="132"/>
                  </a:cxn>
                  <a:cxn ang="0">
                    <a:pos x="245" y="117"/>
                  </a:cxn>
                  <a:cxn ang="0">
                    <a:pos x="265" y="101"/>
                  </a:cxn>
                  <a:cxn ang="0">
                    <a:pos x="284" y="82"/>
                  </a:cxn>
                  <a:cxn ang="0">
                    <a:pos x="302" y="64"/>
                  </a:cxn>
                  <a:cxn ang="0">
                    <a:pos x="319" y="43"/>
                  </a:cxn>
                  <a:cxn ang="0">
                    <a:pos x="334" y="22"/>
                  </a:cxn>
                  <a:cxn ang="0">
                    <a:pos x="348" y="0"/>
                  </a:cxn>
                </a:cxnLst>
                <a:rect l="0" t="0" r="r" b="b"/>
                <a:pathLst>
                  <a:path w="349" h="200">
                    <a:moveTo>
                      <a:pt x="0" y="199"/>
                    </a:moveTo>
                    <a:lnTo>
                      <a:pt x="0" y="199"/>
                    </a:lnTo>
                    <a:lnTo>
                      <a:pt x="0" y="199"/>
                    </a:lnTo>
                    <a:lnTo>
                      <a:pt x="0" y="199"/>
                    </a:lnTo>
                    <a:lnTo>
                      <a:pt x="0" y="199"/>
                    </a:lnTo>
                    <a:lnTo>
                      <a:pt x="0" y="199"/>
                    </a:lnTo>
                    <a:lnTo>
                      <a:pt x="0" y="199"/>
                    </a:lnTo>
                    <a:lnTo>
                      <a:pt x="27" y="199"/>
                    </a:lnTo>
                    <a:lnTo>
                      <a:pt x="53" y="196"/>
                    </a:lnTo>
                    <a:lnTo>
                      <a:pt x="79" y="192"/>
                    </a:lnTo>
                    <a:lnTo>
                      <a:pt x="105" y="186"/>
                    </a:lnTo>
                    <a:lnTo>
                      <a:pt x="130" y="178"/>
                    </a:lnTo>
                    <a:lnTo>
                      <a:pt x="155" y="168"/>
                    </a:lnTo>
                    <a:lnTo>
                      <a:pt x="179" y="158"/>
                    </a:lnTo>
                    <a:lnTo>
                      <a:pt x="202" y="145"/>
                    </a:lnTo>
                    <a:lnTo>
                      <a:pt x="223" y="132"/>
                    </a:lnTo>
                    <a:lnTo>
                      <a:pt x="245" y="117"/>
                    </a:lnTo>
                    <a:lnTo>
                      <a:pt x="265" y="101"/>
                    </a:lnTo>
                    <a:lnTo>
                      <a:pt x="284" y="82"/>
                    </a:lnTo>
                    <a:lnTo>
                      <a:pt x="302" y="64"/>
                    </a:lnTo>
                    <a:lnTo>
                      <a:pt x="319" y="43"/>
                    </a:lnTo>
                    <a:lnTo>
                      <a:pt x="334" y="22"/>
                    </a:lnTo>
                    <a:lnTo>
                      <a:pt x="348" y="0"/>
                    </a:lnTo>
                  </a:path>
                </a:pathLst>
              </a:custGeom>
              <a:noFill/>
              <a:ln w="25400" cap="rnd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endParaRPr lang="es-ES_tradnl" sz="1800" noProof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2384" name="Line 37">
                <a:extLst>
                  <a:ext uri="{FF2B5EF4-FFF2-40B4-BE49-F238E27FC236}">
                    <a16:creationId xmlns:a16="http://schemas.microsoft.com/office/drawing/2014/main" id="{01BB8444-1F47-A4DD-312C-043019C6A4D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313" y="4210"/>
                <a:ext cx="262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es-ES_tradnl" sz="1800" noProof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2385" name="Freeform 38">
                <a:extLst>
                  <a:ext uri="{FF2B5EF4-FFF2-40B4-BE49-F238E27FC236}">
                    <a16:creationId xmlns:a16="http://schemas.microsoft.com/office/drawing/2014/main" id="{71DF93EB-2AFE-D7E5-8C3F-AB5C243DE09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12" y="3762"/>
                <a:ext cx="87" cy="448"/>
              </a:xfrm>
              <a:custGeom>
                <a:avLst/>
                <a:gdLst/>
                <a:ahLst/>
                <a:cxnLst>
                  <a:cxn ang="0">
                    <a:pos x="0" y="192"/>
                  </a:cxn>
                  <a:cxn ang="0">
                    <a:pos x="0" y="192"/>
                  </a:cxn>
                  <a:cxn ang="0">
                    <a:pos x="9" y="182"/>
                  </a:cxn>
                  <a:cxn ang="0">
                    <a:pos x="18" y="172"/>
                  </a:cxn>
                  <a:cxn ang="0">
                    <a:pos x="27" y="161"/>
                  </a:cxn>
                  <a:cxn ang="0">
                    <a:pos x="34" y="151"/>
                  </a:cxn>
                  <a:cxn ang="0">
                    <a:pos x="42" y="139"/>
                  </a:cxn>
                  <a:cxn ang="0">
                    <a:pos x="48" y="128"/>
                  </a:cxn>
                  <a:cxn ang="0">
                    <a:pos x="55" y="116"/>
                  </a:cxn>
                  <a:cxn ang="0">
                    <a:pos x="60" y="103"/>
                  </a:cxn>
                  <a:cxn ang="0">
                    <a:pos x="65" y="91"/>
                  </a:cxn>
                  <a:cxn ang="0">
                    <a:pos x="70" y="78"/>
                  </a:cxn>
                  <a:cxn ang="0">
                    <a:pos x="73" y="65"/>
                  </a:cxn>
                  <a:cxn ang="0">
                    <a:pos x="76" y="53"/>
                  </a:cxn>
                  <a:cxn ang="0">
                    <a:pos x="79" y="39"/>
                  </a:cxn>
                  <a:cxn ang="0">
                    <a:pos x="81" y="26"/>
                  </a:cxn>
                  <a:cxn ang="0">
                    <a:pos x="82" y="13"/>
                  </a:cxn>
                  <a:cxn ang="0">
                    <a:pos x="82" y="0"/>
                  </a:cxn>
                </a:cxnLst>
                <a:rect l="0" t="0" r="r" b="b"/>
                <a:pathLst>
                  <a:path w="83" h="193">
                    <a:moveTo>
                      <a:pt x="0" y="192"/>
                    </a:moveTo>
                    <a:lnTo>
                      <a:pt x="0" y="192"/>
                    </a:lnTo>
                    <a:lnTo>
                      <a:pt x="9" y="182"/>
                    </a:lnTo>
                    <a:lnTo>
                      <a:pt x="18" y="172"/>
                    </a:lnTo>
                    <a:lnTo>
                      <a:pt x="27" y="161"/>
                    </a:lnTo>
                    <a:lnTo>
                      <a:pt x="34" y="151"/>
                    </a:lnTo>
                    <a:lnTo>
                      <a:pt x="42" y="139"/>
                    </a:lnTo>
                    <a:lnTo>
                      <a:pt x="48" y="128"/>
                    </a:lnTo>
                    <a:lnTo>
                      <a:pt x="55" y="116"/>
                    </a:lnTo>
                    <a:lnTo>
                      <a:pt x="60" y="103"/>
                    </a:lnTo>
                    <a:lnTo>
                      <a:pt x="65" y="91"/>
                    </a:lnTo>
                    <a:lnTo>
                      <a:pt x="70" y="78"/>
                    </a:lnTo>
                    <a:lnTo>
                      <a:pt x="73" y="65"/>
                    </a:lnTo>
                    <a:lnTo>
                      <a:pt x="76" y="53"/>
                    </a:lnTo>
                    <a:lnTo>
                      <a:pt x="79" y="39"/>
                    </a:lnTo>
                    <a:lnTo>
                      <a:pt x="81" y="26"/>
                    </a:lnTo>
                    <a:lnTo>
                      <a:pt x="82" y="13"/>
                    </a:lnTo>
                    <a:lnTo>
                      <a:pt x="82" y="0"/>
                    </a:lnTo>
                  </a:path>
                </a:pathLst>
              </a:custGeom>
              <a:noFill/>
              <a:ln w="25400" cap="rnd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endParaRPr lang="es-ES_tradnl" sz="1800" noProof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2386" name="Freeform 39">
                <a:extLst>
                  <a:ext uri="{FF2B5EF4-FFF2-40B4-BE49-F238E27FC236}">
                    <a16:creationId xmlns:a16="http://schemas.microsoft.com/office/drawing/2014/main" id="{6B651EA8-2117-34CC-4B36-26002BD5C20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12" y="3314"/>
                <a:ext cx="87" cy="450"/>
              </a:xfrm>
              <a:custGeom>
                <a:avLst/>
                <a:gdLst/>
                <a:ahLst/>
                <a:cxnLst>
                  <a:cxn ang="0">
                    <a:pos x="82" y="193"/>
                  </a:cxn>
                  <a:cxn ang="0">
                    <a:pos x="82" y="193"/>
                  </a:cxn>
                  <a:cxn ang="0">
                    <a:pos x="82" y="179"/>
                  </a:cxn>
                  <a:cxn ang="0">
                    <a:pos x="81" y="166"/>
                  </a:cxn>
                  <a:cxn ang="0">
                    <a:pos x="79" y="153"/>
                  </a:cxn>
                  <a:cxn ang="0">
                    <a:pos x="76" y="139"/>
                  </a:cxn>
                  <a:cxn ang="0">
                    <a:pos x="73" y="127"/>
                  </a:cxn>
                  <a:cxn ang="0">
                    <a:pos x="70" y="114"/>
                  </a:cxn>
                  <a:cxn ang="0">
                    <a:pos x="65" y="101"/>
                  </a:cxn>
                  <a:cxn ang="0">
                    <a:pos x="60" y="89"/>
                  </a:cxn>
                  <a:cxn ang="0">
                    <a:pos x="55" y="76"/>
                  </a:cxn>
                  <a:cxn ang="0">
                    <a:pos x="48" y="64"/>
                  </a:cxn>
                  <a:cxn ang="0">
                    <a:pos x="42" y="53"/>
                  </a:cxn>
                  <a:cxn ang="0">
                    <a:pos x="34" y="41"/>
                  </a:cxn>
                  <a:cxn ang="0">
                    <a:pos x="27" y="31"/>
                  </a:cxn>
                  <a:cxn ang="0">
                    <a:pos x="18" y="20"/>
                  </a:cxn>
                  <a:cxn ang="0">
                    <a:pos x="9" y="10"/>
                  </a:cxn>
                  <a:cxn ang="0">
                    <a:pos x="0" y="0"/>
                  </a:cxn>
                </a:cxnLst>
                <a:rect l="0" t="0" r="r" b="b"/>
                <a:pathLst>
                  <a:path w="83" h="194">
                    <a:moveTo>
                      <a:pt x="82" y="193"/>
                    </a:moveTo>
                    <a:lnTo>
                      <a:pt x="82" y="193"/>
                    </a:lnTo>
                    <a:lnTo>
                      <a:pt x="82" y="179"/>
                    </a:lnTo>
                    <a:lnTo>
                      <a:pt x="81" y="166"/>
                    </a:lnTo>
                    <a:lnTo>
                      <a:pt x="79" y="153"/>
                    </a:lnTo>
                    <a:lnTo>
                      <a:pt x="76" y="139"/>
                    </a:lnTo>
                    <a:lnTo>
                      <a:pt x="73" y="127"/>
                    </a:lnTo>
                    <a:lnTo>
                      <a:pt x="70" y="114"/>
                    </a:lnTo>
                    <a:lnTo>
                      <a:pt x="65" y="101"/>
                    </a:lnTo>
                    <a:lnTo>
                      <a:pt x="60" y="89"/>
                    </a:lnTo>
                    <a:lnTo>
                      <a:pt x="55" y="76"/>
                    </a:lnTo>
                    <a:lnTo>
                      <a:pt x="48" y="64"/>
                    </a:lnTo>
                    <a:lnTo>
                      <a:pt x="42" y="53"/>
                    </a:lnTo>
                    <a:lnTo>
                      <a:pt x="34" y="41"/>
                    </a:lnTo>
                    <a:lnTo>
                      <a:pt x="27" y="31"/>
                    </a:lnTo>
                    <a:lnTo>
                      <a:pt x="18" y="20"/>
                    </a:lnTo>
                    <a:lnTo>
                      <a:pt x="9" y="10"/>
                    </a:lnTo>
                    <a:lnTo>
                      <a:pt x="0" y="0"/>
                    </a:lnTo>
                  </a:path>
                </a:pathLst>
              </a:custGeom>
              <a:noFill/>
              <a:ln w="25400" cap="rnd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endParaRPr lang="es-ES_tradnl" sz="1800" noProof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2387" name="Line 40">
                <a:extLst>
                  <a:ext uri="{FF2B5EF4-FFF2-40B4-BE49-F238E27FC236}">
                    <a16:creationId xmlns:a16="http://schemas.microsoft.com/office/drawing/2014/main" id="{5F99494B-0401-FCB0-9D73-641C7B074FD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13" y="3312"/>
                <a:ext cx="262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es-ES_tradnl" sz="1800" noProof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2388" name="Freeform 41">
                <a:extLst>
                  <a:ext uri="{FF2B5EF4-FFF2-40B4-BE49-F238E27FC236}">
                    <a16:creationId xmlns:a16="http://schemas.microsoft.com/office/drawing/2014/main" id="{38F8096A-47EB-C4AA-734A-2C80AE1B63E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76" y="3312"/>
                <a:ext cx="366" cy="463"/>
              </a:xfrm>
              <a:custGeom>
                <a:avLst/>
                <a:gdLst/>
                <a:ahLst/>
                <a:cxnLst>
                  <a:cxn ang="0">
                    <a:pos x="348" y="199"/>
                  </a:cxn>
                  <a:cxn ang="0">
                    <a:pos x="348" y="199"/>
                  </a:cxn>
                  <a:cxn ang="0">
                    <a:pos x="334" y="177"/>
                  </a:cxn>
                  <a:cxn ang="0">
                    <a:pos x="319" y="156"/>
                  </a:cxn>
                  <a:cxn ang="0">
                    <a:pos x="302" y="135"/>
                  </a:cxn>
                  <a:cxn ang="0">
                    <a:pos x="284" y="117"/>
                  </a:cxn>
                  <a:cxn ang="0">
                    <a:pos x="265" y="98"/>
                  </a:cxn>
                  <a:cxn ang="0">
                    <a:pos x="245" y="82"/>
                  </a:cxn>
                  <a:cxn ang="0">
                    <a:pos x="223" y="67"/>
                  </a:cxn>
                  <a:cxn ang="0">
                    <a:pos x="202" y="54"/>
                  </a:cxn>
                  <a:cxn ang="0">
                    <a:pos x="179" y="41"/>
                  </a:cxn>
                  <a:cxn ang="0">
                    <a:pos x="155" y="31"/>
                  </a:cxn>
                  <a:cxn ang="0">
                    <a:pos x="130" y="21"/>
                  </a:cxn>
                  <a:cxn ang="0">
                    <a:pos x="105" y="13"/>
                  </a:cxn>
                  <a:cxn ang="0">
                    <a:pos x="79" y="7"/>
                  </a:cxn>
                  <a:cxn ang="0">
                    <a:pos x="53" y="3"/>
                  </a:cxn>
                  <a:cxn ang="0">
                    <a:pos x="27" y="0"/>
                  </a:cxn>
                  <a:cxn ang="0">
                    <a:pos x="0" y="0"/>
                  </a:cxn>
                </a:cxnLst>
                <a:rect l="0" t="0" r="r" b="b"/>
                <a:pathLst>
                  <a:path w="349" h="200">
                    <a:moveTo>
                      <a:pt x="348" y="199"/>
                    </a:moveTo>
                    <a:lnTo>
                      <a:pt x="348" y="199"/>
                    </a:lnTo>
                    <a:lnTo>
                      <a:pt x="334" y="177"/>
                    </a:lnTo>
                    <a:lnTo>
                      <a:pt x="319" y="156"/>
                    </a:lnTo>
                    <a:lnTo>
                      <a:pt x="302" y="135"/>
                    </a:lnTo>
                    <a:lnTo>
                      <a:pt x="284" y="117"/>
                    </a:lnTo>
                    <a:lnTo>
                      <a:pt x="265" y="98"/>
                    </a:lnTo>
                    <a:lnTo>
                      <a:pt x="245" y="82"/>
                    </a:lnTo>
                    <a:lnTo>
                      <a:pt x="223" y="67"/>
                    </a:lnTo>
                    <a:lnTo>
                      <a:pt x="202" y="54"/>
                    </a:lnTo>
                    <a:lnTo>
                      <a:pt x="179" y="41"/>
                    </a:lnTo>
                    <a:lnTo>
                      <a:pt x="155" y="31"/>
                    </a:lnTo>
                    <a:lnTo>
                      <a:pt x="130" y="21"/>
                    </a:lnTo>
                    <a:lnTo>
                      <a:pt x="105" y="13"/>
                    </a:lnTo>
                    <a:lnTo>
                      <a:pt x="79" y="7"/>
                    </a:lnTo>
                    <a:lnTo>
                      <a:pt x="53" y="3"/>
                    </a:lnTo>
                    <a:lnTo>
                      <a:pt x="27" y="0"/>
                    </a:lnTo>
                    <a:lnTo>
                      <a:pt x="0" y="0"/>
                    </a:lnTo>
                  </a:path>
                </a:pathLst>
              </a:custGeom>
              <a:noFill/>
              <a:ln w="25400" cap="rnd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endParaRPr lang="es-ES_tradnl" sz="1800" noProof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2389" name="Freeform 42">
                <a:extLst>
                  <a:ext uri="{FF2B5EF4-FFF2-40B4-BE49-F238E27FC236}">
                    <a16:creationId xmlns:a16="http://schemas.microsoft.com/office/drawing/2014/main" id="{87FB1ED1-7270-1FDA-1FB6-2E3908D6C59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64" y="3760"/>
                <a:ext cx="87" cy="448"/>
              </a:xfrm>
              <a:custGeom>
                <a:avLst/>
                <a:gdLst/>
                <a:ahLst/>
                <a:cxnLst>
                  <a:cxn ang="0">
                    <a:pos x="0" y="192"/>
                  </a:cxn>
                  <a:cxn ang="0">
                    <a:pos x="0" y="192"/>
                  </a:cxn>
                  <a:cxn ang="0">
                    <a:pos x="9" y="182"/>
                  </a:cxn>
                  <a:cxn ang="0">
                    <a:pos x="18" y="172"/>
                  </a:cxn>
                  <a:cxn ang="0">
                    <a:pos x="27" y="161"/>
                  </a:cxn>
                  <a:cxn ang="0">
                    <a:pos x="34" y="151"/>
                  </a:cxn>
                  <a:cxn ang="0">
                    <a:pos x="42" y="139"/>
                  </a:cxn>
                  <a:cxn ang="0">
                    <a:pos x="48" y="128"/>
                  </a:cxn>
                  <a:cxn ang="0">
                    <a:pos x="55" y="116"/>
                  </a:cxn>
                  <a:cxn ang="0">
                    <a:pos x="60" y="103"/>
                  </a:cxn>
                  <a:cxn ang="0">
                    <a:pos x="65" y="91"/>
                  </a:cxn>
                  <a:cxn ang="0">
                    <a:pos x="70" y="78"/>
                  </a:cxn>
                  <a:cxn ang="0">
                    <a:pos x="73" y="65"/>
                  </a:cxn>
                  <a:cxn ang="0">
                    <a:pos x="76" y="53"/>
                  </a:cxn>
                  <a:cxn ang="0">
                    <a:pos x="79" y="39"/>
                  </a:cxn>
                  <a:cxn ang="0">
                    <a:pos x="81" y="26"/>
                  </a:cxn>
                  <a:cxn ang="0">
                    <a:pos x="82" y="13"/>
                  </a:cxn>
                  <a:cxn ang="0">
                    <a:pos x="82" y="0"/>
                  </a:cxn>
                </a:cxnLst>
                <a:rect l="0" t="0" r="r" b="b"/>
                <a:pathLst>
                  <a:path w="83" h="193">
                    <a:moveTo>
                      <a:pt x="0" y="192"/>
                    </a:moveTo>
                    <a:lnTo>
                      <a:pt x="0" y="192"/>
                    </a:lnTo>
                    <a:lnTo>
                      <a:pt x="9" y="182"/>
                    </a:lnTo>
                    <a:lnTo>
                      <a:pt x="18" y="172"/>
                    </a:lnTo>
                    <a:lnTo>
                      <a:pt x="27" y="161"/>
                    </a:lnTo>
                    <a:lnTo>
                      <a:pt x="34" y="151"/>
                    </a:lnTo>
                    <a:lnTo>
                      <a:pt x="42" y="139"/>
                    </a:lnTo>
                    <a:lnTo>
                      <a:pt x="48" y="128"/>
                    </a:lnTo>
                    <a:lnTo>
                      <a:pt x="55" y="116"/>
                    </a:lnTo>
                    <a:lnTo>
                      <a:pt x="60" y="103"/>
                    </a:lnTo>
                    <a:lnTo>
                      <a:pt x="65" y="91"/>
                    </a:lnTo>
                    <a:lnTo>
                      <a:pt x="70" y="78"/>
                    </a:lnTo>
                    <a:lnTo>
                      <a:pt x="73" y="65"/>
                    </a:lnTo>
                    <a:lnTo>
                      <a:pt x="76" y="53"/>
                    </a:lnTo>
                    <a:lnTo>
                      <a:pt x="79" y="39"/>
                    </a:lnTo>
                    <a:lnTo>
                      <a:pt x="81" y="26"/>
                    </a:lnTo>
                    <a:lnTo>
                      <a:pt x="82" y="13"/>
                    </a:lnTo>
                    <a:lnTo>
                      <a:pt x="82" y="0"/>
                    </a:lnTo>
                  </a:path>
                </a:pathLst>
              </a:custGeom>
              <a:noFill/>
              <a:ln w="25400" cap="rnd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endParaRPr lang="es-ES_tradnl" sz="1800" noProof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2390" name="Freeform 43">
                <a:extLst>
                  <a:ext uri="{FF2B5EF4-FFF2-40B4-BE49-F238E27FC236}">
                    <a16:creationId xmlns:a16="http://schemas.microsoft.com/office/drawing/2014/main" id="{A1CB76A5-2921-4290-7E30-4339AF1074B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64" y="3312"/>
                <a:ext cx="87" cy="450"/>
              </a:xfrm>
              <a:custGeom>
                <a:avLst/>
                <a:gdLst/>
                <a:ahLst/>
                <a:cxnLst>
                  <a:cxn ang="0">
                    <a:pos x="82" y="193"/>
                  </a:cxn>
                  <a:cxn ang="0">
                    <a:pos x="82" y="193"/>
                  </a:cxn>
                  <a:cxn ang="0">
                    <a:pos x="82" y="179"/>
                  </a:cxn>
                  <a:cxn ang="0">
                    <a:pos x="81" y="166"/>
                  </a:cxn>
                  <a:cxn ang="0">
                    <a:pos x="79" y="153"/>
                  </a:cxn>
                  <a:cxn ang="0">
                    <a:pos x="76" y="139"/>
                  </a:cxn>
                  <a:cxn ang="0">
                    <a:pos x="73" y="127"/>
                  </a:cxn>
                  <a:cxn ang="0">
                    <a:pos x="70" y="114"/>
                  </a:cxn>
                  <a:cxn ang="0">
                    <a:pos x="65" y="101"/>
                  </a:cxn>
                  <a:cxn ang="0">
                    <a:pos x="60" y="89"/>
                  </a:cxn>
                  <a:cxn ang="0">
                    <a:pos x="55" y="76"/>
                  </a:cxn>
                  <a:cxn ang="0">
                    <a:pos x="48" y="64"/>
                  </a:cxn>
                  <a:cxn ang="0">
                    <a:pos x="42" y="53"/>
                  </a:cxn>
                  <a:cxn ang="0">
                    <a:pos x="34" y="41"/>
                  </a:cxn>
                  <a:cxn ang="0">
                    <a:pos x="27" y="31"/>
                  </a:cxn>
                  <a:cxn ang="0">
                    <a:pos x="18" y="20"/>
                  </a:cxn>
                  <a:cxn ang="0">
                    <a:pos x="9" y="10"/>
                  </a:cxn>
                  <a:cxn ang="0">
                    <a:pos x="0" y="0"/>
                  </a:cxn>
                </a:cxnLst>
                <a:rect l="0" t="0" r="r" b="b"/>
                <a:pathLst>
                  <a:path w="83" h="194">
                    <a:moveTo>
                      <a:pt x="82" y="193"/>
                    </a:moveTo>
                    <a:lnTo>
                      <a:pt x="82" y="193"/>
                    </a:lnTo>
                    <a:lnTo>
                      <a:pt x="82" y="179"/>
                    </a:lnTo>
                    <a:lnTo>
                      <a:pt x="81" y="166"/>
                    </a:lnTo>
                    <a:lnTo>
                      <a:pt x="79" y="153"/>
                    </a:lnTo>
                    <a:lnTo>
                      <a:pt x="76" y="139"/>
                    </a:lnTo>
                    <a:lnTo>
                      <a:pt x="73" y="127"/>
                    </a:lnTo>
                    <a:lnTo>
                      <a:pt x="70" y="114"/>
                    </a:lnTo>
                    <a:lnTo>
                      <a:pt x="65" y="101"/>
                    </a:lnTo>
                    <a:lnTo>
                      <a:pt x="60" y="89"/>
                    </a:lnTo>
                    <a:lnTo>
                      <a:pt x="55" y="76"/>
                    </a:lnTo>
                    <a:lnTo>
                      <a:pt x="48" y="64"/>
                    </a:lnTo>
                    <a:lnTo>
                      <a:pt x="42" y="53"/>
                    </a:lnTo>
                    <a:lnTo>
                      <a:pt x="34" y="41"/>
                    </a:lnTo>
                    <a:lnTo>
                      <a:pt x="27" y="31"/>
                    </a:lnTo>
                    <a:lnTo>
                      <a:pt x="18" y="20"/>
                    </a:lnTo>
                    <a:lnTo>
                      <a:pt x="9" y="10"/>
                    </a:lnTo>
                    <a:lnTo>
                      <a:pt x="0" y="0"/>
                    </a:lnTo>
                  </a:path>
                </a:pathLst>
              </a:custGeom>
              <a:noFill/>
              <a:ln w="25400" cap="rnd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endParaRPr lang="es-ES_tradnl" sz="1800" noProof="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2365" name="Group 35">
              <a:extLst>
                <a:ext uri="{FF2B5EF4-FFF2-40B4-BE49-F238E27FC236}">
                  <a16:creationId xmlns:a16="http://schemas.microsoft.com/office/drawing/2014/main" id="{47161508-D83E-9BAB-AA3A-F544A07399DE}"/>
                </a:ext>
              </a:extLst>
            </p:cNvPr>
            <p:cNvGrpSpPr>
              <a:grpSpLocks/>
            </p:cNvGrpSpPr>
            <p:nvPr/>
          </p:nvGrpSpPr>
          <p:grpSpPr bwMode="auto">
            <a:xfrm rot="16200000" flipH="1" flipV="1">
              <a:off x="7476067" y="5554134"/>
              <a:ext cx="609600" cy="474133"/>
              <a:chOff x="3264" y="3312"/>
              <a:chExt cx="678" cy="900"/>
            </a:xfrm>
          </p:grpSpPr>
          <p:sp>
            <p:nvSpPr>
              <p:cNvPr id="12375" name="Freeform 36">
                <a:extLst>
                  <a:ext uri="{FF2B5EF4-FFF2-40B4-BE49-F238E27FC236}">
                    <a16:creationId xmlns:a16="http://schemas.microsoft.com/office/drawing/2014/main" id="{0C92E627-A8F4-BCCD-8B68-1E6A0E88684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76" y="3749"/>
                <a:ext cx="366" cy="463"/>
              </a:xfrm>
              <a:custGeom>
                <a:avLst/>
                <a:gdLst/>
                <a:ahLst/>
                <a:cxnLst>
                  <a:cxn ang="0">
                    <a:pos x="0" y="199"/>
                  </a:cxn>
                  <a:cxn ang="0">
                    <a:pos x="0" y="199"/>
                  </a:cxn>
                  <a:cxn ang="0">
                    <a:pos x="0" y="199"/>
                  </a:cxn>
                  <a:cxn ang="0">
                    <a:pos x="0" y="199"/>
                  </a:cxn>
                  <a:cxn ang="0">
                    <a:pos x="0" y="199"/>
                  </a:cxn>
                  <a:cxn ang="0">
                    <a:pos x="0" y="199"/>
                  </a:cxn>
                  <a:cxn ang="0">
                    <a:pos x="0" y="199"/>
                  </a:cxn>
                  <a:cxn ang="0">
                    <a:pos x="27" y="199"/>
                  </a:cxn>
                  <a:cxn ang="0">
                    <a:pos x="53" y="196"/>
                  </a:cxn>
                  <a:cxn ang="0">
                    <a:pos x="79" y="192"/>
                  </a:cxn>
                  <a:cxn ang="0">
                    <a:pos x="105" y="186"/>
                  </a:cxn>
                  <a:cxn ang="0">
                    <a:pos x="130" y="178"/>
                  </a:cxn>
                  <a:cxn ang="0">
                    <a:pos x="155" y="168"/>
                  </a:cxn>
                  <a:cxn ang="0">
                    <a:pos x="179" y="158"/>
                  </a:cxn>
                  <a:cxn ang="0">
                    <a:pos x="202" y="145"/>
                  </a:cxn>
                  <a:cxn ang="0">
                    <a:pos x="223" y="132"/>
                  </a:cxn>
                  <a:cxn ang="0">
                    <a:pos x="245" y="117"/>
                  </a:cxn>
                  <a:cxn ang="0">
                    <a:pos x="265" y="101"/>
                  </a:cxn>
                  <a:cxn ang="0">
                    <a:pos x="284" y="82"/>
                  </a:cxn>
                  <a:cxn ang="0">
                    <a:pos x="302" y="64"/>
                  </a:cxn>
                  <a:cxn ang="0">
                    <a:pos x="319" y="43"/>
                  </a:cxn>
                  <a:cxn ang="0">
                    <a:pos x="334" y="22"/>
                  </a:cxn>
                  <a:cxn ang="0">
                    <a:pos x="348" y="0"/>
                  </a:cxn>
                </a:cxnLst>
                <a:rect l="0" t="0" r="r" b="b"/>
                <a:pathLst>
                  <a:path w="349" h="200">
                    <a:moveTo>
                      <a:pt x="0" y="199"/>
                    </a:moveTo>
                    <a:lnTo>
                      <a:pt x="0" y="199"/>
                    </a:lnTo>
                    <a:lnTo>
                      <a:pt x="0" y="199"/>
                    </a:lnTo>
                    <a:lnTo>
                      <a:pt x="0" y="199"/>
                    </a:lnTo>
                    <a:lnTo>
                      <a:pt x="0" y="199"/>
                    </a:lnTo>
                    <a:lnTo>
                      <a:pt x="0" y="199"/>
                    </a:lnTo>
                    <a:lnTo>
                      <a:pt x="0" y="199"/>
                    </a:lnTo>
                    <a:lnTo>
                      <a:pt x="27" y="199"/>
                    </a:lnTo>
                    <a:lnTo>
                      <a:pt x="53" y="196"/>
                    </a:lnTo>
                    <a:lnTo>
                      <a:pt x="79" y="192"/>
                    </a:lnTo>
                    <a:lnTo>
                      <a:pt x="105" y="186"/>
                    </a:lnTo>
                    <a:lnTo>
                      <a:pt x="130" y="178"/>
                    </a:lnTo>
                    <a:lnTo>
                      <a:pt x="155" y="168"/>
                    </a:lnTo>
                    <a:lnTo>
                      <a:pt x="179" y="158"/>
                    </a:lnTo>
                    <a:lnTo>
                      <a:pt x="202" y="145"/>
                    </a:lnTo>
                    <a:lnTo>
                      <a:pt x="223" y="132"/>
                    </a:lnTo>
                    <a:lnTo>
                      <a:pt x="245" y="117"/>
                    </a:lnTo>
                    <a:lnTo>
                      <a:pt x="265" y="101"/>
                    </a:lnTo>
                    <a:lnTo>
                      <a:pt x="284" y="82"/>
                    </a:lnTo>
                    <a:lnTo>
                      <a:pt x="302" y="64"/>
                    </a:lnTo>
                    <a:lnTo>
                      <a:pt x="319" y="43"/>
                    </a:lnTo>
                    <a:lnTo>
                      <a:pt x="334" y="22"/>
                    </a:lnTo>
                    <a:lnTo>
                      <a:pt x="348" y="0"/>
                    </a:lnTo>
                  </a:path>
                </a:pathLst>
              </a:custGeom>
              <a:noFill/>
              <a:ln w="25400" cap="rnd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endParaRPr lang="es-ES_tradnl" sz="1800" noProof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2376" name="Line 37">
                <a:extLst>
                  <a:ext uri="{FF2B5EF4-FFF2-40B4-BE49-F238E27FC236}">
                    <a16:creationId xmlns:a16="http://schemas.microsoft.com/office/drawing/2014/main" id="{112EDFB8-BB84-F8BC-70B1-EBB974CA6BA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313" y="4210"/>
                <a:ext cx="262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es-ES_tradnl" sz="1800" noProof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2377" name="Freeform 38">
                <a:extLst>
                  <a:ext uri="{FF2B5EF4-FFF2-40B4-BE49-F238E27FC236}">
                    <a16:creationId xmlns:a16="http://schemas.microsoft.com/office/drawing/2014/main" id="{E7E4A90C-3133-4A67-D5FA-24CAABA218E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12" y="3762"/>
                <a:ext cx="87" cy="448"/>
              </a:xfrm>
              <a:custGeom>
                <a:avLst/>
                <a:gdLst/>
                <a:ahLst/>
                <a:cxnLst>
                  <a:cxn ang="0">
                    <a:pos x="0" y="192"/>
                  </a:cxn>
                  <a:cxn ang="0">
                    <a:pos x="0" y="192"/>
                  </a:cxn>
                  <a:cxn ang="0">
                    <a:pos x="9" y="182"/>
                  </a:cxn>
                  <a:cxn ang="0">
                    <a:pos x="18" y="172"/>
                  </a:cxn>
                  <a:cxn ang="0">
                    <a:pos x="27" y="161"/>
                  </a:cxn>
                  <a:cxn ang="0">
                    <a:pos x="34" y="151"/>
                  </a:cxn>
                  <a:cxn ang="0">
                    <a:pos x="42" y="139"/>
                  </a:cxn>
                  <a:cxn ang="0">
                    <a:pos x="48" y="128"/>
                  </a:cxn>
                  <a:cxn ang="0">
                    <a:pos x="55" y="116"/>
                  </a:cxn>
                  <a:cxn ang="0">
                    <a:pos x="60" y="103"/>
                  </a:cxn>
                  <a:cxn ang="0">
                    <a:pos x="65" y="91"/>
                  </a:cxn>
                  <a:cxn ang="0">
                    <a:pos x="70" y="78"/>
                  </a:cxn>
                  <a:cxn ang="0">
                    <a:pos x="73" y="65"/>
                  </a:cxn>
                  <a:cxn ang="0">
                    <a:pos x="76" y="53"/>
                  </a:cxn>
                  <a:cxn ang="0">
                    <a:pos x="79" y="39"/>
                  </a:cxn>
                  <a:cxn ang="0">
                    <a:pos x="81" y="26"/>
                  </a:cxn>
                  <a:cxn ang="0">
                    <a:pos x="82" y="13"/>
                  </a:cxn>
                  <a:cxn ang="0">
                    <a:pos x="82" y="0"/>
                  </a:cxn>
                </a:cxnLst>
                <a:rect l="0" t="0" r="r" b="b"/>
                <a:pathLst>
                  <a:path w="83" h="193">
                    <a:moveTo>
                      <a:pt x="0" y="192"/>
                    </a:moveTo>
                    <a:lnTo>
                      <a:pt x="0" y="192"/>
                    </a:lnTo>
                    <a:lnTo>
                      <a:pt x="9" y="182"/>
                    </a:lnTo>
                    <a:lnTo>
                      <a:pt x="18" y="172"/>
                    </a:lnTo>
                    <a:lnTo>
                      <a:pt x="27" y="161"/>
                    </a:lnTo>
                    <a:lnTo>
                      <a:pt x="34" y="151"/>
                    </a:lnTo>
                    <a:lnTo>
                      <a:pt x="42" y="139"/>
                    </a:lnTo>
                    <a:lnTo>
                      <a:pt x="48" y="128"/>
                    </a:lnTo>
                    <a:lnTo>
                      <a:pt x="55" y="116"/>
                    </a:lnTo>
                    <a:lnTo>
                      <a:pt x="60" y="103"/>
                    </a:lnTo>
                    <a:lnTo>
                      <a:pt x="65" y="91"/>
                    </a:lnTo>
                    <a:lnTo>
                      <a:pt x="70" y="78"/>
                    </a:lnTo>
                    <a:lnTo>
                      <a:pt x="73" y="65"/>
                    </a:lnTo>
                    <a:lnTo>
                      <a:pt x="76" y="53"/>
                    </a:lnTo>
                    <a:lnTo>
                      <a:pt x="79" y="39"/>
                    </a:lnTo>
                    <a:lnTo>
                      <a:pt x="81" y="26"/>
                    </a:lnTo>
                    <a:lnTo>
                      <a:pt x="82" y="13"/>
                    </a:lnTo>
                    <a:lnTo>
                      <a:pt x="82" y="0"/>
                    </a:lnTo>
                  </a:path>
                </a:pathLst>
              </a:custGeom>
              <a:noFill/>
              <a:ln w="25400" cap="rnd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endParaRPr lang="es-ES_tradnl" sz="1800" noProof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2378" name="Freeform 39">
                <a:extLst>
                  <a:ext uri="{FF2B5EF4-FFF2-40B4-BE49-F238E27FC236}">
                    <a16:creationId xmlns:a16="http://schemas.microsoft.com/office/drawing/2014/main" id="{E749A932-0390-781A-BF45-5C7795BB21E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12" y="3314"/>
                <a:ext cx="87" cy="450"/>
              </a:xfrm>
              <a:custGeom>
                <a:avLst/>
                <a:gdLst/>
                <a:ahLst/>
                <a:cxnLst>
                  <a:cxn ang="0">
                    <a:pos x="82" y="193"/>
                  </a:cxn>
                  <a:cxn ang="0">
                    <a:pos x="82" y="193"/>
                  </a:cxn>
                  <a:cxn ang="0">
                    <a:pos x="82" y="179"/>
                  </a:cxn>
                  <a:cxn ang="0">
                    <a:pos x="81" y="166"/>
                  </a:cxn>
                  <a:cxn ang="0">
                    <a:pos x="79" y="153"/>
                  </a:cxn>
                  <a:cxn ang="0">
                    <a:pos x="76" y="139"/>
                  </a:cxn>
                  <a:cxn ang="0">
                    <a:pos x="73" y="127"/>
                  </a:cxn>
                  <a:cxn ang="0">
                    <a:pos x="70" y="114"/>
                  </a:cxn>
                  <a:cxn ang="0">
                    <a:pos x="65" y="101"/>
                  </a:cxn>
                  <a:cxn ang="0">
                    <a:pos x="60" y="89"/>
                  </a:cxn>
                  <a:cxn ang="0">
                    <a:pos x="55" y="76"/>
                  </a:cxn>
                  <a:cxn ang="0">
                    <a:pos x="48" y="64"/>
                  </a:cxn>
                  <a:cxn ang="0">
                    <a:pos x="42" y="53"/>
                  </a:cxn>
                  <a:cxn ang="0">
                    <a:pos x="34" y="41"/>
                  </a:cxn>
                  <a:cxn ang="0">
                    <a:pos x="27" y="31"/>
                  </a:cxn>
                  <a:cxn ang="0">
                    <a:pos x="18" y="20"/>
                  </a:cxn>
                  <a:cxn ang="0">
                    <a:pos x="9" y="10"/>
                  </a:cxn>
                  <a:cxn ang="0">
                    <a:pos x="0" y="0"/>
                  </a:cxn>
                </a:cxnLst>
                <a:rect l="0" t="0" r="r" b="b"/>
                <a:pathLst>
                  <a:path w="83" h="194">
                    <a:moveTo>
                      <a:pt x="82" y="193"/>
                    </a:moveTo>
                    <a:lnTo>
                      <a:pt x="82" y="193"/>
                    </a:lnTo>
                    <a:lnTo>
                      <a:pt x="82" y="179"/>
                    </a:lnTo>
                    <a:lnTo>
                      <a:pt x="81" y="166"/>
                    </a:lnTo>
                    <a:lnTo>
                      <a:pt x="79" y="153"/>
                    </a:lnTo>
                    <a:lnTo>
                      <a:pt x="76" y="139"/>
                    </a:lnTo>
                    <a:lnTo>
                      <a:pt x="73" y="127"/>
                    </a:lnTo>
                    <a:lnTo>
                      <a:pt x="70" y="114"/>
                    </a:lnTo>
                    <a:lnTo>
                      <a:pt x="65" y="101"/>
                    </a:lnTo>
                    <a:lnTo>
                      <a:pt x="60" y="89"/>
                    </a:lnTo>
                    <a:lnTo>
                      <a:pt x="55" y="76"/>
                    </a:lnTo>
                    <a:lnTo>
                      <a:pt x="48" y="64"/>
                    </a:lnTo>
                    <a:lnTo>
                      <a:pt x="42" y="53"/>
                    </a:lnTo>
                    <a:lnTo>
                      <a:pt x="34" y="41"/>
                    </a:lnTo>
                    <a:lnTo>
                      <a:pt x="27" y="31"/>
                    </a:lnTo>
                    <a:lnTo>
                      <a:pt x="18" y="20"/>
                    </a:lnTo>
                    <a:lnTo>
                      <a:pt x="9" y="10"/>
                    </a:lnTo>
                    <a:lnTo>
                      <a:pt x="0" y="0"/>
                    </a:lnTo>
                  </a:path>
                </a:pathLst>
              </a:custGeom>
              <a:noFill/>
              <a:ln w="25400" cap="rnd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endParaRPr lang="es-ES_tradnl" sz="1800" noProof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2379" name="Line 40">
                <a:extLst>
                  <a:ext uri="{FF2B5EF4-FFF2-40B4-BE49-F238E27FC236}">
                    <a16:creationId xmlns:a16="http://schemas.microsoft.com/office/drawing/2014/main" id="{AD901A12-A256-89A0-0677-F139B32CF9E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13" y="3312"/>
                <a:ext cx="262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es-ES_tradnl" sz="1800" noProof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2380" name="Freeform 41">
                <a:extLst>
                  <a:ext uri="{FF2B5EF4-FFF2-40B4-BE49-F238E27FC236}">
                    <a16:creationId xmlns:a16="http://schemas.microsoft.com/office/drawing/2014/main" id="{CBE451FC-706F-11B9-0195-324DCAB90BE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76" y="3312"/>
                <a:ext cx="366" cy="463"/>
              </a:xfrm>
              <a:custGeom>
                <a:avLst/>
                <a:gdLst/>
                <a:ahLst/>
                <a:cxnLst>
                  <a:cxn ang="0">
                    <a:pos x="348" y="199"/>
                  </a:cxn>
                  <a:cxn ang="0">
                    <a:pos x="348" y="199"/>
                  </a:cxn>
                  <a:cxn ang="0">
                    <a:pos x="334" y="177"/>
                  </a:cxn>
                  <a:cxn ang="0">
                    <a:pos x="319" y="156"/>
                  </a:cxn>
                  <a:cxn ang="0">
                    <a:pos x="302" y="135"/>
                  </a:cxn>
                  <a:cxn ang="0">
                    <a:pos x="284" y="117"/>
                  </a:cxn>
                  <a:cxn ang="0">
                    <a:pos x="265" y="98"/>
                  </a:cxn>
                  <a:cxn ang="0">
                    <a:pos x="245" y="82"/>
                  </a:cxn>
                  <a:cxn ang="0">
                    <a:pos x="223" y="67"/>
                  </a:cxn>
                  <a:cxn ang="0">
                    <a:pos x="202" y="54"/>
                  </a:cxn>
                  <a:cxn ang="0">
                    <a:pos x="179" y="41"/>
                  </a:cxn>
                  <a:cxn ang="0">
                    <a:pos x="155" y="31"/>
                  </a:cxn>
                  <a:cxn ang="0">
                    <a:pos x="130" y="21"/>
                  </a:cxn>
                  <a:cxn ang="0">
                    <a:pos x="105" y="13"/>
                  </a:cxn>
                  <a:cxn ang="0">
                    <a:pos x="79" y="7"/>
                  </a:cxn>
                  <a:cxn ang="0">
                    <a:pos x="53" y="3"/>
                  </a:cxn>
                  <a:cxn ang="0">
                    <a:pos x="27" y="0"/>
                  </a:cxn>
                  <a:cxn ang="0">
                    <a:pos x="0" y="0"/>
                  </a:cxn>
                </a:cxnLst>
                <a:rect l="0" t="0" r="r" b="b"/>
                <a:pathLst>
                  <a:path w="349" h="200">
                    <a:moveTo>
                      <a:pt x="348" y="199"/>
                    </a:moveTo>
                    <a:lnTo>
                      <a:pt x="348" y="199"/>
                    </a:lnTo>
                    <a:lnTo>
                      <a:pt x="334" y="177"/>
                    </a:lnTo>
                    <a:lnTo>
                      <a:pt x="319" y="156"/>
                    </a:lnTo>
                    <a:lnTo>
                      <a:pt x="302" y="135"/>
                    </a:lnTo>
                    <a:lnTo>
                      <a:pt x="284" y="117"/>
                    </a:lnTo>
                    <a:lnTo>
                      <a:pt x="265" y="98"/>
                    </a:lnTo>
                    <a:lnTo>
                      <a:pt x="245" y="82"/>
                    </a:lnTo>
                    <a:lnTo>
                      <a:pt x="223" y="67"/>
                    </a:lnTo>
                    <a:lnTo>
                      <a:pt x="202" y="54"/>
                    </a:lnTo>
                    <a:lnTo>
                      <a:pt x="179" y="41"/>
                    </a:lnTo>
                    <a:lnTo>
                      <a:pt x="155" y="31"/>
                    </a:lnTo>
                    <a:lnTo>
                      <a:pt x="130" y="21"/>
                    </a:lnTo>
                    <a:lnTo>
                      <a:pt x="105" y="13"/>
                    </a:lnTo>
                    <a:lnTo>
                      <a:pt x="79" y="7"/>
                    </a:lnTo>
                    <a:lnTo>
                      <a:pt x="53" y="3"/>
                    </a:lnTo>
                    <a:lnTo>
                      <a:pt x="27" y="0"/>
                    </a:lnTo>
                    <a:lnTo>
                      <a:pt x="0" y="0"/>
                    </a:lnTo>
                  </a:path>
                </a:pathLst>
              </a:custGeom>
              <a:noFill/>
              <a:ln w="25400" cap="rnd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endParaRPr lang="es-ES_tradnl" sz="1800" noProof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2381" name="Freeform 42">
                <a:extLst>
                  <a:ext uri="{FF2B5EF4-FFF2-40B4-BE49-F238E27FC236}">
                    <a16:creationId xmlns:a16="http://schemas.microsoft.com/office/drawing/2014/main" id="{2C61D1B7-10A4-973F-6C62-5001DF1098C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64" y="3760"/>
                <a:ext cx="87" cy="448"/>
              </a:xfrm>
              <a:custGeom>
                <a:avLst/>
                <a:gdLst/>
                <a:ahLst/>
                <a:cxnLst>
                  <a:cxn ang="0">
                    <a:pos x="0" y="192"/>
                  </a:cxn>
                  <a:cxn ang="0">
                    <a:pos x="0" y="192"/>
                  </a:cxn>
                  <a:cxn ang="0">
                    <a:pos x="9" y="182"/>
                  </a:cxn>
                  <a:cxn ang="0">
                    <a:pos x="18" y="172"/>
                  </a:cxn>
                  <a:cxn ang="0">
                    <a:pos x="27" y="161"/>
                  </a:cxn>
                  <a:cxn ang="0">
                    <a:pos x="34" y="151"/>
                  </a:cxn>
                  <a:cxn ang="0">
                    <a:pos x="42" y="139"/>
                  </a:cxn>
                  <a:cxn ang="0">
                    <a:pos x="48" y="128"/>
                  </a:cxn>
                  <a:cxn ang="0">
                    <a:pos x="55" y="116"/>
                  </a:cxn>
                  <a:cxn ang="0">
                    <a:pos x="60" y="103"/>
                  </a:cxn>
                  <a:cxn ang="0">
                    <a:pos x="65" y="91"/>
                  </a:cxn>
                  <a:cxn ang="0">
                    <a:pos x="70" y="78"/>
                  </a:cxn>
                  <a:cxn ang="0">
                    <a:pos x="73" y="65"/>
                  </a:cxn>
                  <a:cxn ang="0">
                    <a:pos x="76" y="53"/>
                  </a:cxn>
                  <a:cxn ang="0">
                    <a:pos x="79" y="39"/>
                  </a:cxn>
                  <a:cxn ang="0">
                    <a:pos x="81" y="26"/>
                  </a:cxn>
                  <a:cxn ang="0">
                    <a:pos x="82" y="13"/>
                  </a:cxn>
                  <a:cxn ang="0">
                    <a:pos x="82" y="0"/>
                  </a:cxn>
                </a:cxnLst>
                <a:rect l="0" t="0" r="r" b="b"/>
                <a:pathLst>
                  <a:path w="83" h="193">
                    <a:moveTo>
                      <a:pt x="0" y="192"/>
                    </a:moveTo>
                    <a:lnTo>
                      <a:pt x="0" y="192"/>
                    </a:lnTo>
                    <a:lnTo>
                      <a:pt x="9" y="182"/>
                    </a:lnTo>
                    <a:lnTo>
                      <a:pt x="18" y="172"/>
                    </a:lnTo>
                    <a:lnTo>
                      <a:pt x="27" y="161"/>
                    </a:lnTo>
                    <a:lnTo>
                      <a:pt x="34" y="151"/>
                    </a:lnTo>
                    <a:lnTo>
                      <a:pt x="42" y="139"/>
                    </a:lnTo>
                    <a:lnTo>
                      <a:pt x="48" y="128"/>
                    </a:lnTo>
                    <a:lnTo>
                      <a:pt x="55" y="116"/>
                    </a:lnTo>
                    <a:lnTo>
                      <a:pt x="60" y="103"/>
                    </a:lnTo>
                    <a:lnTo>
                      <a:pt x="65" y="91"/>
                    </a:lnTo>
                    <a:lnTo>
                      <a:pt x="70" y="78"/>
                    </a:lnTo>
                    <a:lnTo>
                      <a:pt x="73" y="65"/>
                    </a:lnTo>
                    <a:lnTo>
                      <a:pt x="76" y="53"/>
                    </a:lnTo>
                    <a:lnTo>
                      <a:pt x="79" y="39"/>
                    </a:lnTo>
                    <a:lnTo>
                      <a:pt x="81" y="26"/>
                    </a:lnTo>
                    <a:lnTo>
                      <a:pt x="82" y="13"/>
                    </a:lnTo>
                    <a:lnTo>
                      <a:pt x="82" y="0"/>
                    </a:lnTo>
                  </a:path>
                </a:pathLst>
              </a:custGeom>
              <a:noFill/>
              <a:ln w="25400" cap="rnd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endParaRPr lang="es-ES_tradnl" sz="1800" noProof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2382" name="Freeform 43">
                <a:extLst>
                  <a:ext uri="{FF2B5EF4-FFF2-40B4-BE49-F238E27FC236}">
                    <a16:creationId xmlns:a16="http://schemas.microsoft.com/office/drawing/2014/main" id="{F628F7E4-1C00-A2F0-3C25-B5C24C0BF71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64" y="3312"/>
                <a:ext cx="87" cy="450"/>
              </a:xfrm>
              <a:custGeom>
                <a:avLst/>
                <a:gdLst/>
                <a:ahLst/>
                <a:cxnLst>
                  <a:cxn ang="0">
                    <a:pos x="82" y="193"/>
                  </a:cxn>
                  <a:cxn ang="0">
                    <a:pos x="82" y="193"/>
                  </a:cxn>
                  <a:cxn ang="0">
                    <a:pos x="82" y="179"/>
                  </a:cxn>
                  <a:cxn ang="0">
                    <a:pos x="81" y="166"/>
                  </a:cxn>
                  <a:cxn ang="0">
                    <a:pos x="79" y="153"/>
                  </a:cxn>
                  <a:cxn ang="0">
                    <a:pos x="76" y="139"/>
                  </a:cxn>
                  <a:cxn ang="0">
                    <a:pos x="73" y="127"/>
                  </a:cxn>
                  <a:cxn ang="0">
                    <a:pos x="70" y="114"/>
                  </a:cxn>
                  <a:cxn ang="0">
                    <a:pos x="65" y="101"/>
                  </a:cxn>
                  <a:cxn ang="0">
                    <a:pos x="60" y="89"/>
                  </a:cxn>
                  <a:cxn ang="0">
                    <a:pos x="55" y="76"/>
                  </a:cxn>
                  <a:cxn ang="0">
                    <a:pos x="48" y="64"/>
                  </a:cxn>
                  <a:cxn ang="0">
                    <a:pos x="42" y="53"/>
                  </a:cxn>
                  <a:cxn ang="0">
                    <a:pos x="34" y="41"/>
                  </a:cxn>
                  <a:cxn ang="0">
                    <a:pos x="27" y="31"/>
                  </a:cxn>
                  <a:cxn ang="0">
                    <a:pos x="18" y="20"/>
                  </a:cxn>
                  <a:cxn ang="0">
                    <a:pos x="9" y="10"/>
                  </a:cxn>
                  <a:cxn ang="0">
                    <a:pos x="0" y="0"/>
                  </a:cxn>
                </a:cxnLst>
                <a:rect l="0" t="0" r="r" b="b"/>
                <a:pathLst>
                  <a:path w="83" h="194">
                    <a:moveTo>
                      <a:pt x="82" y="193"/>
                    </a:moveTo>
                    <a:lnTo>
                      <a:pt x="82" y="193"/>
                    </a:lnTo>
                    <a:lnTo>
                      <a:pt x="82" y="179"/>
                    </a:lnTo>
                    <a:lnTo>
                      <a:pt x="81" y="166"/>
                    </a:lnTo>
                    <a:lnTo>
                      <a:pt x="79" y="153"/>
                    </a:lnTo>
                    <a:lnTo>
                      <a:pt x="76" y="139"/>
                    </a:lnTo>
                    <a:lnTo>
                      <a:pt x="73" y="127"/>
                    </a:lnTo>
                    <a:lnTo>
                      <a:pt x="70" y="114"/>
                    </a:lnTo>
                    <a:lnTo>
                      <a:pt x="65" y="101"/>
                    </a:lnTo>
                    <a:lnTo>
                      <a:pt x="60" y="89"/>
                    </a:lnTo>
                    <a:lnTo>
                      <a:pt x="55" y="76"/>
                    </a:lnTo>
                    <a:lnTo>
                      <a:pt x="48" y="64"/>
                    </a:lnTo>
                    <a:lnTo>
                      <a:pt x="42" y="53"/>
                    </a:lnTo>
                    <a:lnTo>
                      <a:pt x="34" y="41"/>
                    </a:lnTo>
                    <a:lnTo>
                      <a:pt x="27" y="31"/>
                    </a:lnTo>
                    <a:lnTo>
                      <a:pt x="18" y="20"/>
                    </a:lnTo>
                    <a:lnTo>
                      <a:pt x="9" y="10"/>
                    </a:lnTo>
                    <a:lnTo>
                      <a:pt x="0" y="0"/>
                    </a:lnTo>
                  </a:path>
                </a:pathLst>
              </a:custGeom>
              <a:noFill/>
              <a:ln w="25400" cap="rnd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endParaRPr lang="es-ES_tradnl" sz="1800" noProof="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2366" name="Group 35">
              <a:extLst>
                <a:ext uri="{FF2B5EF4-FFF2-40B4-BE49-F238E27FC236}">
                  <a16:creationId xmlns:a16="http://schemas.microsoft.com/office/drawing/2014/main" id="{922A2225-FE4A-B187-0665-5C471E3603EC}"/>
                </a:ext>
              </a:extLst>
            </p:cNvPr>
            <p:cNvGrpSpPr>
              <a:grpSpLocks/>
            </p:cNvGrpSpPr>
            <p:nvPr/>
          </p:nvGrpSpPr>
          <p:grpSpPr bwMode="auto">
            <a:xfrm rot="16200000" flipH="1" flipV="1">
              <a:off x="8238067" y="5554134"/>
              <a:ext cx="609600" cy="474133"/>
              <a:chOff x="3264" y="3312"/>
              <a:chExt cx="678" cy="900"/>
            </a:xfrm>
          </p:grpSpPr>
          <p:sp>
            <p:nvSpPr>
              <p:cNvPr id="12367" name="Freeform 36">
                <a:extLst>
                  <a:ext uri="{FF2B5EF4-FFF2-40B4-BE49-F238E27FC236}">
                    <a16:creationId xmlns:a16="http://schemas.microsoft.com/office/drawing/2014/main" id="{4B84DF85-B0F7-225E-AFAB-3B61BE578BB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76" y="3749"/>
                <a:ext cx="366" cy="463"/>
              </a:xfrm>
              <a:custGeom>
                <a:avLst/>
                <a:gdLst/>
                <a:ahLst/>
                <a:cxnLst>
                  <a:cxn ang="0">
                    <a:pos x="0" y="199"/>
                  </a:cxn>
                  <a:cxn ang="0">
                    <a:pos x="0" y="199"/>
                  </a:cxn>
                  <a:cxn ang="0">
                    <a:pos x="0" y="199"/>
                  </a:cxn>
                  <a:cxn ang="0">
                    <a:pos x="0" y="199"/>
                  </a:cxn>
                  <a:cxn ang="0">
                    <a:pos x="0" y="199"/>
                  </a:cxn>
                  <a:cxn ang="0">
                    <a:pos x="0" y="199"/>
                  </a:cxn>
                  <a:cxn ang="0">
                    <a:pos x="0" y="199"/>
                  </a:cxn>
                  <a:cxn ang="0">
                    <a:pos x="27" y="199"/>
                  </a:cxn>
                  <a:cxn ang="0">
                    <a:pos x="53" y="196"/>
                  </a:cxn>
                  <a:cxn ang="0">
                    <a:pos x="79" y="192"/>
                  </a:cxn>
                  <a:cxn ang="0">
                    <a:pos x="105" y="186"/>
                  </a:cxn>
                  <a:cxn ang="0">
                    <a:pos x="130" y="178"/>
                  </a:cxn>
                  <a:cxn ang="0">
                    <a:pos x="155" y="168"/>
                  </a:cxn>
                  <a:cxn ang="0">
                    <a:pos x="179" y="158"/>
                  </a:cxn>
                  <a:cxn ang="0">
                    <a:pos x="202" y="145"/>
                  </a:cxn>
                  <a:cxn ang="0">
                    <a:pos x="223" y="132"/>
                  </a:cxn>
                  <a:cxn ang="0">
                    <a:pos x="245" y="117"/>
                  </a:cxn>
                  <a:cxn ang="0">
                    <a:pos x="265" y="101"/>
                  </a:cxn>
                  <a:cxn ang="0">
                    <a:pos x="284" y="82"/>
                  </a:cxn>
                  <a:cxn ang="0">
                    <a:pos x="302" y="64"/>
                  </a:cxn>
                  <a:cxn ang="0">
                    <a:pos x="319" y="43"/>
                  </a:cxn>
                  <a:cxn ang="0">
                    <a:pos x="334" y="22"/>
                  </a:cxn>
                  <a:cxn ang="0">
                    <a:pos x="348" y="0"/>
                  </a:cxn>
                </a:cxnLst>
                <a:rect l="0" t="0" r="r" b="b"/>
                <a:pathLst>
                  <a:path w="349" h="200">
                    <a:moveTo>
                      <a:pt x="0" y="199"/>
                    </a:moveTo>
                    <a:lnTo>
                      <a:pt x="0" y="199"/>
                    </a:lnTo>
                    <a:lnTo>
                      <a:pt x="0" y="199"/>
                    </a:lnTo>
                    <a:lnTo>
                      <a:pt x="0" y="199"/>
                    </a:lnTo>
                    <a:lnTo>
                      <a:pt x="0" y="199"/>
                    </a:lnTo>
                    <a:lnTo>
                      <a:pt x="0" y="199"/>
                    </a:lnTo>
                    <a:lnTo>
                      <a:pt x="0" y="199"/>
                    </a:lnTo>
                    <a:lnTo>
                      <a:pt x="27" y="199"/>
                    </a:lnTo>
                    <a:lnTo>
                      <a:pt x="53" y="196"/>
                    </a:lnTo>
                    <a:lnTo>
                      <a:pt x="79" y="192"/>
                    </a:lnTo>
                    <a:lnTo>
                      <a:pt x="105" y="186"/>
                    </a:lnTo>
                    <a:lnTo>
                      <a:pt x="130" y="178"/>
                    </a:lnTo>
                    <a:lnTo>
                      <a:pt x="155" y="168"/>
                    </a:lnTo>
                    <a:lnTo>
                      <a:pt x="179" y="158"/>
                    </a:lnTo>
                    <a:lnTo>
                      <a:pt x="202" y="145"/>
                    </a:lnTo>
                    <a:lnTo>
                      <a:pt x="223" y="132"/>
                    </a:lnTo>
                    <a:lnTo>
                      <a:pt x="245" y="117"/>
                    </a:lnTo>
                    <a:lnTo>
                      <a:pt x="265" y="101"/>
                    </a:lnTo>
                    <a:lnTo>
                      <a:pt x="284" y="82"/>
                    </a:lnTo>
                    <a:lnTo>
                      <a:pt x="302" y="64"/>
                    </a:lnTo>
                    <a:lnTo>
                      <a:pt x="319" y="43"/>
                    </a:lnTo>
                    <a:lnTo>
                      <a:pt x="334" y="22"/>
                    </a:lnTo>
                    <a:lnTo>
                      <a:pt x="348" y="0"/>
                    </a:lnTo>
                  </a:path>
                </a:pathLst>
              </a:custGeom>
              <a:noFill/>
              <a:ln w="25400" cap="rnd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endParaRPr lang="es-ES_tradnl" sz="1800" noProof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2368" name="Line 37">
                <a:extLst>
                  <a:ext uri="{FF2B5EF4-FFF2-40B4-BE49-F238E27FC236}">
                    <a16:creationId xmlns:a16="http://schemas.microsoft.com/office/drawing/2014/main" id="{E66F5A68-0070-DCE2-3F4C-5257E4461FC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313" y="4210"/>
                <a:ext cx="262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es-ES_tradnl" sz="1800" noProof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2369" name="Freeform 38">
                <a:extLst>
                  <a:ext uri="{FF2B5EF4-FFF2-40B4-BE49-F238E27FC236}">
                    <a16:creationId xmlns:a16="http://schemas.microsoft.com/office/drawing/2014/main" id="{82A2795C-57EC-90D4-3CFB-7301F360D47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12" y="3762"/>
                <a:ext cx="87" cy="448"/>
              </a:xfrm>
              <a:custGeom>
                <a:avLst/>
                <a:gdLst/>
                <a:ahLst/>
                <a:cxnLst>
                  <a:cxn ang="0">
                    <a:pos x="0" y="192"/>
                  </a:cxn>
                  <a:cxn ang="0">
                    <a:pos x="0" y="192"/>
                  </a:cxn>
                  <a:cxn ang="0">
                    <a:pos x="9" y="182"/>
                  </a:cxn>
                  <a:cxn ang="0">
                    <a:pos x="18" y="172"/>
                  </a:cxn>
                  <a:cxn ang="0">
                    <a:pos x="27" y="161"/>
                  </a:cxn>
                  <a:cxn ang="0">
                    <a:pos x="34" y="151"/>
                  </a:cxn>
                  <a:cxn ang="0">
                    <a:pos x="42" y="139"/>
                  </a:cxn>
                  <a:cxn ang="0">
                    <a:pos x="48" y="128"/>
                  </a:cxn>
                  <a:cxn ang="0">
                    <a:pos x="55" y="116"/>
                  </a:cxn>
                  <a:cxn ang="0">
                    <a:pos x="60" y="103"/>
                  </a:cxn>
                  <a:cxn ang="0">
                    <a:pos x="65" y="91"/>
                  </a:cxn>
                  <a:cxn ang="0">
                    <a:pos x="70" y="78"/>
                  </a:cxn>
                  <a:cxn ang="0">
                    <a:pos x="73" y="65"/>
                  </a:cxn>
                  <a:cxn ang="0">
                    <a:pos x="76" y="53"/>
                  </a:cxn>
                  <a:cxn ang="0">
                    <a:pos x="79" y="39"/>
                  </a:cxn>
                  <a:cxn ang="0">
                    <a:pos x="81" y="26"/>
                  </a:cxn>
                  <a:cxn ang="0">
                    <a:pos x="82" y="13"/>
                  </a:cxn>
                  <a:cxn ang="0">
                    <a:pos x="82" y="0"/>
                  </a:cxn>
                </a:cxnLst>
                <a:rect l="0" t="0" r="r" b="b"/>
                <a:pathLst>
                  <a:path w="83" h="193">
                    <a:moveTo>
                      <a:pt x="0" y="192"/>
                    </a:moveTo>
                    <a:lnTo>
                      <a:pt x="0" y="192"/>
                    </a:lnTo>
                    <a:lnTo>
                      <a:pt x="9" y="182"/>
                    </a:lnTo>
                    <a:lnTo>
                      <a:pt x="18" y="172"/>
                    </a:lnTo>
                    <a:lnTo>
                      <a:pt x="27" y="161"/>
                    </a:lnTo>
                    <a:lnTo>
                      <a:pt x="34" y="151"/>
                    </a:lnTo>
                    <a:lnTo>
                      <a:pt x="42" y="139"/>
                    </a:lnTo>
                    <a:lnTo>
                      <a:pt x="48" y="128"/>
                    </a:lnTo>
                    <a:lnTo>
                      <a:pt x="55" y="116"/>
                    </a:lnTo>
                    <a:lnTo>
                      <a:pt x="60" y="103"/>
                    </a:lnTo>
                    <a:lnTo>
                      <a:pt x="65" y="91"/>
                    </a:lnTo>
                    <a:lnTo>
                      <a:pt x="70" y="78"/>
                    </a:lnTo>
                    <a:lnTo>
                      <a:pt x="73" y="65"/>
                    </a:lnTo>
                    <a:lnTo>
                      <a:pt x="76" y="53"/>
                    </a:lnTo>
                    <a:lnTo>
                      <a:pt x="79" y="39"/>
                    </a:lnTo>
                    <a:lnTo>
                      <a:pt x="81" y="26"/>
                    </a:lnTo>
                    <a:lnTo>
                      <a:pt x="82" y="13"/>
                    </a:lnTo>
                    <a:lnTo>
                      <a:pt x="82" y="0"/>
                    </a:lnTo>
                  </a:path>
                </a:pathLst>
              </a:custGeom>
              <a:noFill/>
              <a:ln w="25400" cap="rnd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endParaRPr lang="es-ES_tradnl" sz="1800" noProof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2370" name="Freeform 39">
                <a:extLst>
                  <a:ext uri="{FF2B5EF4-FFF2-40B4-BE49-F238E27FC236}">
                    <a16:creationId xmlns:a16="http://schemas.microsoft.com/office/drawing/2014/main" id="{BE32AF3B-150A-0E18-DE86-3D00CDC184B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12" y="3314"/>
                <a:ext cx="87" cy="450"/>
              </a:xfrm>
              <a:custGeom>
                <a:avLst/>
                <a:gdLst/>
                <a:ahLst/>
                <a:cxnLst>
                  <a:cxn ang="0">
                    <a:pos x="82" y="193"/>
                  </a:cxn>
                  <a:cxn ang="0">
                    <a:pos x="82" y="193"/>
                  </a:cxn>
                  <a:cxn ang="0">
                    <a:pos x="82" y="179"/>
                  </a:cxn>
                  <a:cxn ang="0">
                    <a:pos x="81" y="166"/>
                  </a:cxn>
                  <a:cxn ang="0">
                    <a:pos x="79" y="153"/>
                  </a:cxn>
                  <a:cxn ang="0">
                    <a:pos x="76" y="139"/>
                  </a:cxn>
                  <a:cxn ang="0">
                    <a:pos x="73" y="127"/>
                  </a:cxn>
                  <a:cxn ang="0">
                    <a:pos x="70" y="114"/>
                  </a:cxn>
                  <a:cxn ang="0">
                    <a:pos x="65" y="101"/>
                  </a:cxn>
                  <a:cxn ang="0">
                    <a:pos x="60" y="89"/>
                  </a:cxn>
                  <a:cxn ang="0">
                    <a:pos x="55" y="76"/>
                  </a:cxn>
                  <a:cxn ang="0">
                    <a:pos x="48" y="64"/>
                  </a:cxn>
                  <a:cxn ang="0">
                    <a:pos x="42" y="53"/>
                  </a:cxn>
                  <a:cxn ang="0">
                    <a:pos x="34" y="41"/>
                  </a:cxn>
                  <a:cxn ang="0">
                    <a:pos x="27" y="31"/>
                  </a:cxn>
                  <a:cxn ang="0">
                    <a:pos x="18" y="20"/>
                  </a:cxn>
                  <a:cxn ang="0">
                    <a:pos x="9" y="10"/>
                  </a:cxn>
                  <a:cxn ang="0">
                    <a:pos x="0" y="0"/>
                  </a:cxn>
                </a:cxnLst>
                <a:rect l="0" t="0" r="r" b="b"/>
                <a:pathLst>
                  <a:path w="83" h="194">
                    <a:moveTo>
                      <a:pt x="82" y="193"/>
                    </a:moveTo>
                    <a:lnTo>
                      <a:pt x="82" y="193"/>
                    </a:lnTo>
                    <a:lnTo>
                      <a:pt x="82" y="179"/>
                    </a:lnTo>
                    <a:lnTo>
                      <a:pt x="81" y="166"/>
                    </a:lnTo>
                    <a:lnTo>
                      <a:pt x="79" y="153"/>
                    </a:lnTo>
                    <a:lnTo>
                      <a:pt x="76" y="139"/>
                    </a:lnTo>
                    <a:lnTo>
                      <a:pt x="73" y="127"/>
                    </a:lnTo>
                    <a:lnTo>
                      <a:pt x="70" y="114"/>
                    </a:lnTo>
                    <a:lnTo>
                      <a:pt x="65" y="101"/>
                    </a:lnTo>
                    <a:lnTo>
                      <a:pt x="60" y="89"/>
                    </a:lnTo>
                    <a:lnTo>
                      <a:pt x="55" y="76"/>
                    </a:lnTo>
                    <a:lnTo>
                      <a:pt x="48" y="64"/>
                    </a:lnTo>
                    <a:lnTo>
                      <a:pt x="42" y="53"/>
                    </a:lnTo>
                    <a:lnTo>
                      <a:pt x="34" y="41"/>
                    </a:lnTo>
                    <a:lnTo>
                      <a:pt x="27" y="31"/>
                    </a:lnTo>
                    <a:lnTo>
                      <a:pt x="18" y="20"/>
                    </a:lnTo>
                    <a:lnTo>
                      <a:pt x="9" y="10"/>
                    </a:lnTo>
                    <a:lnTo>
                      <a:pt x="0" y="0"/>
                    </a:lnTo>
                  </a:path>
                </a:pathLst>
              </a:custGeom>
              <a:noFill/>
              <a:ln w="25400" cap="rnd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endParaRPr lang="es-ES_tradnl" sz="1800" noProof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2371" name="Line 40">
                <a:extLst>
                  <a:ext uri="{FF2B5EF4-FFF2-40B4-BE49-F238E27FC236}">
                    <a16:creationId xmlns:a16="http://schemas.microsoft.com/office/drawing/2014/main" id="{3D5C16ED-FAB4-EC10-F45D-36E40005DC7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13" y="3312"/>
                <a:ext cx="262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es-ES_tradnl" sz="1800" noProof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2372" name="Freeform 41">
                <a:extLst>
                  <a:ext uri="{FF2B5EF4-FFF2-40B4-BE49-F238E27FC236}">
                    <a16:creationId xmlns:a16="http://schemas.microsoft.com/office/drawing/2014/main" id="{AD256989-36B4-D0DA-96EA-24AA9920A7F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76" y="3312"/>
                <a:ext cx="366" cy="463"/>
              </a:xfrm>
              <a:custGeom>
                <a:avLst/>
                <a:gdLst/>
                <a:ahLst/>
                <a:cxnLst>
                  <a:cxn ang="0">
                    <a:pos x="348" y="199"/>
                  </a:cxn>
                  <a:cxn ang="0">
                    <a:pos x="348" y="199"/>
                  </a:cxn>
                  <a:cxn ang="0">
                    <a:pos x="334" y="177"/>
                  </a:cxn>
                  <a:cxn ang="0">
                    <a:pos x="319" y="156"/>
                  </a:cxn>
                  <a:cxn ang="0">
                    <a:pos x="302" y="135"/>
                  </a:cxn>
                  <a:cxn ang="0">
                    <a:pos x="284" y="117"/>
                  </a:cxn>
                  <a:cxn ang="0">
                    <a:pos x="265" y="98"/>
                  </a:cxn>
                  <a:cxn ang="0">
                    <a:pos x="245" y="82"/>
                  </a:cxn>
                  <a:cxn ang="0">
                    <a:pos x="223" y="67"/>
                  </a:cxn>
                  <a:cxn ang="0">
                    <a:pos x="202" y="54"/>
                  </a:cxn>
                  <a:cxn ang="0">
                    <a:pos x="179" y="41"/>
                  </a:cxn>
                  <a:cxn ang="0">
                    <a:pos x="155" y="31"/>
                  </a:cxn>
                  <a:cxn ang="0">
                    <a:pos x="130" y="21"/>
                  </a:cxn>
                  <a:cxn ang="0">
                    <a:pos x="105" y="13"/>
                  </a:cxn>
                  <a:cxn ang="0">
                    <a:pos x="79" y="7"/>
                  </a:cxn>
                  <a:cxn ang="0">
                    <a:pos x="53" y="3"/>
                  </a:cxn>
                  <a:cxn ang="0">
                    <a:pos x="27" y="0"/>
                  </a:cxn>
                  <a:cxn ang="0">
                    <a:pos x="0" y="0"/>
                  </a:cxn>
                </a:cxnLst>
                <a:rect l="0" t="0" r="r" b="b"/>
                <a:pathLst>
                  <a:path w="349" h="200">
                    <a:moveTo>
                      <a:pt x="348" y="199"/>
                    </a:moveTo>
                    <a:lnTo>
                      <a:pt x="348" y="199"/>
                    </a:lnTo>
                    <a:lnTo>
                      <a:pt x="334" y="177"/>
                    </a:lnTo>
                    <a:lnTo>
                      <a:pt x="319" y="156"/>
                    </a:lnTo>
                    <a:lnTo>
                      <a:pt x="302" y="135"/>
                    </a:lnTo>
                    <a:lnTo>
                      <a:pt x="284" y="117"/>
                    </a:lnTo>
                    <a:lnTo>
                      <a:pt x="265" y="98"/>
                    </a:lnTo>
                    <a:lnTo>
                      <a:pt x="245" y="82"/>
                    </a:lnTo>
                    <a:lnTo>
                      <a:pt x="223" y="67"/>
                    </a:lnTo>
                    <a:lnTo>
                      <a:pt x="202" y="54"/>
                    </a:lnTo>
                    <a:lnTo>
                      <a:pt x="179" y="41"/>
                    </a:lnTo>
                    <a:lnTo>
                      <a:pt x="155" y="31"/>
                    </a:lnTo>
                    <a:lnTo>
                      <a:pt x="130" y="21"/>
                    </a:lnTo>
                    <a:lnTo>
                      <a:pt x="105" y="13"/>
                    </a:lnTo>
                    <a:lnTo>
                      <a:pt x="79" y="7"/>
                    </a:lnTo>
                    <a:lnTo>
                      <a:pt x="53" y="3"/>
                    </a:lnTo>
                    <a:lnTo>
                      <a:pt x="27" y="0"/>
                    </a:lnTo>
                    <a:lnTo>
                      <a:pt x="0" y="0"/>
                    </a:lnTo>
                  </a:path>
                </a:pathLst>
              </a:custGeom>
              <a:noFill/>
              <a:ln w="25400" cap="rnd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endParaRPr lang="es-ES_tradnl" sz="1800" noProof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2373" name="Freeform 42">
                <a:extLst>
                  <a:ext uri="{FF2B5EF4-FFF2-40B4-BE49-F238E27FC236}">
                    <a16:creationId xmlns:a16="http://schemas.microsoft.com/office/drawing/2014/main" id="{68CEF864-28E4-39F7-383A-42F1DE09356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64" y="3760"/>
                <a:ext cx="87" cy="448"/>
              </a:xfrm>
              <a:custGeom>
                <a:avLst/>
                <a:gdLst/>
                <a:ahLst/>
                <a:cxnLst>
                  <a:cxn ang="0">
                    <a:pos x="0" y="192"/>
                  </a:cxn>
                  <a:cxn ang="0">
                    <a:pos x="0" y="192"/>
                  </a:cxn>
                  <a:cxn ang="0">
                    <a:pos x="9" y="182"/>
                  </a:cxn>
                  <a:cxn ang="0">
                    <a:pos x="18" y="172"/>
                  </a:cxn>
                  <a:cxn ang="0">
                    <a:pos x="27" y="161"/>
                  </a:cxn>
                  <a:cxn ang="0">
                    <a:pos x="34" y="151"/>
                  </a:cxn>
                  <a:cxn ang="0">
                    <a:pos x="42" y="139"/>
                  </a:cxn>
                  <a:cxn ang="0">
                    <a:pos x="48" y="128"/>
                  </a:cxn>
                  <a:cxn ang="0">
                    <a:pos x="55" y="116"/>
                  </a:cxn>
                  <a:cxn ang="0">
                    <a:pos x="60" y="103"/>
                  </a:cxn>
                  <a:cxn ang="0">
                    <a:pos x="65" y="91"/>
                  </a:cxn>
                  <a:cxn ang="0">
                    <a:pos x="70" y="78"/>
                  </a:cxn>
                  <a:cxn ang="0">
                    <a:pos x="73" y="65"/>
                  </a:cxn>
                  <a:cxn ang="0">
                    <a:pos x="76" y="53"/>
                  </a:cxn>
                  <a:cxn ang="0">
                    <a:pos x="79" y="39"/>
                  </a:cxn>
                  <a:cxn ang="0">
                    <a:pos x="81" y="26"/>
                  </a:cxn>
                  <a:cxn ang="0">
                    <a:pos x="82" y="13"/>
                  </a:cxn>
                  <a:cxn ang="0">
                    <a:pos x="82" y="0"/>
                  </a:cxn>
                </a:cxnLst>
                <a:rect l="0" t="0" r="r" b="b"/>
                <a:pathLst>
                  <a:path w="83" h="193">
                    <a:moveTo>
                      <a:pt x="0" y="192"/>
                    </a:moveTo>
                    <a:lnTo>
                      <a:pt x="0" y="192"/>
                    </a:lnTo>
                    <a:lnTo>
                      <a:pt x="9" y="182"/>
                    </a:lnTo>
                    <a:lnTo>
                      <a:pt x="18" y="172"/>
                    </a:lnTo>
                    <a:lnTo>
                      <a:pt x="27" y="161"/>
                    </a:lnTo>
                    <a:lnTo>
                      <a:pt x="34" y="151"/>
                    </a:lnTo>
                    <a:lnTo>
                      <a:pt x="42" y="139"/>
                    </a:lnTo>
                    <a:lnTo>
                      <a:pt x="48" y="128"/>
                    </a:lnTo>
                    <a:lnTo>
                      <a:pt x="55" y="116"/>
                    </a:lnTo>
                    <a:lnTo>
                      <a:pt x="60" y="103"/>
                    </a:lnTo>
                    <a:lnTo>
                      <a:pt x="65" y="91"/>
                    </a:lnTo>
                    <a:lnTo>
                      <a:pt x="70" y="78"/>
                    </a:lnTo>
                    <a:lnTo>
                      <a:pt x="73" y="65"/>
                    </a:lnTo>
                    <a:lnTo>
                      <a:pt x="76" y="53"/>
                    </a:lnTo>
                    <a:lnTo>
                      <a:pt x="79" y="39"/>
                    </a:lnTo>
                    <a:lnTo>
                      <a:pt x="81" y="26"/>
                    </a:lnTo>
                    <a:lnTo>
                      <a:pt x="82" y="13"/>
                    </a:lnTo>
                    <a:lnTo>
                      <a:pt x="82" y="0"/>
                    </a:lnTo>
                  </a:path>
                </a:pathLst>
              </a:custGeom>
              <a:noFill/>
              <a:ln w="25400" cap="rnd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endParaRPr lang="es-ES_tradnl" sz="1800" noProof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2374" name="Freeform 43">
                <a:extLst>
                  <a:ext uri="{FF2B5EF4-FFF2-40B4-BE49-F238E27FC236}">
                    <a16:creationId xmlns:a16="http://schemas.microsoft.com/office/drawing/2014/main" id="{1660EBF8-8530-0EA2-21F8-F498D46179B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64" y="3312"/>
                <a:ext cx="87" cy="450"/>
              </a:xfrm>
              <a:custGeom>
                <a:avLst/>
                <a:gdLst/>
                <a:ahLst/>
                <a:cxnLst>
                  <a:cxn ang="0">
                    <a:pos x="82" y="193"/>
                  </a:cxn>
                  <a:cxn ang="0">
                    <a:pos x="82" y="193"/>
                  </a:cxn>
                  <a:cxn ang="0">
                    <a:pos x="82" y="179"/>
                  </a:cxn>
                  <a:cxn ang="0">
                    <a:pos x="81" y="166"/>
                  </a:cxn>
                  <a:cxn ang="0">
                    <a:pos x="79" y="153"/>
                  </a:cxn>
                  <a:cxn ang="0">
                    <a:pos x="76" y="139"/>
                  </a:cxn>
                  <a:cxn ang="0">
                    <a:pos x="73" y="127"/>
                  </a:cxn>
                  <a:cxn ang="0">
                    <a:pos x="70" y="114"/>
                  </a:cxn>
                  <a:cxn ang="0">
                    <a:pos x="65" y="101"/>
                  </a:cxn>
                  <a:cxn ang="0">
                    <a:pos x="60" y="89"/>
                  </a:cxn>
                  <a:cxn ang="0">
                    <a:pos x="55" y="76"/>
                  </a:cxn>
                  <a:cxn ang="0">
                    <a:pos x="48" y="64"/>
                  </a:cxn>
                  <a:cxn ang="0">
                    <a:pos x="42" y="53"/>
                  </a:cxn>
                  <a:cxn ang="0">
                    <a:pos x="34" y="41"/>
                  </a:cxn>
                  <a:cxn ang="0">
                    <a:pos x="27" y="31"/>
                  </a:cxn>
                  <a:cxn ang="0">
                    <a:pos x="18" y="20"/>
                  </a:cxn>
                  <a:cxn ang="0">
                    <a:pos x="9" y="10"/>
                  </a:cxn>
                  <a:cxn ang="0">
                    <a:pos x="0" y="0"/>
                  </a:cxn>
                </a:cxnLst>
                <a:rect l="0" t="0" r="r" b="b"/>
                <a:pathLst>
                  <a:path w="83" h="194">
                    <a:moveTo>
                      <a:pt x="82" y="193"/>
                    </a:moveTo>
                    <a:lnTo>
                      <a:pt x="82" y="193"/>
                    </a:lnTo>
                    <a:lnTo>
                      <a:pt x="82" y="179"/>
                    </a:lnTo>
                    <a:lnTo>
                      <a:pt x="81" y="166"/>
                    </a:lnTo>
                    <a:lnTo>
                      <a:pt x="79" y="153"/>
                    </a:lnTo>
                    <a:lnTo>
                      <a:pt x="76" y="139"/>
                    </a:lnTo>
                    <a:lnTo>
                      <a:pt x="73" y="127"/>
                    </a:lnTo>
                    <a:lnTo>
                      <a:pt x="70" y="114"/>
                    </a:lnTo>
                    <a:lnTo>
                      <a:pt x="65" y="101"/>
                    </a:lnTo>
                    <a:lnTo>
                      <a:pt x="60" y="89"/>
                    </a:lnTo>
                    <a:lnTo>
                      <a:pt x="55" y="76"/>
                    </a:lnTo>
                    <a:lnTo>
                      <a:pt x="48" y="64"/>
                    </a:lnTo>
                    <a:lnTo>
                      <a:pt x="42" y="53"/>
                    </a:lnTo>
                    <a:lnTo>
                      <a:pt x="34" y="41"/>
                    </a:lnTo>
                    <a:lnTo>
                      <a:pt x="27" y="31"/>
                    </a:lnTo>
                    <a:lnTo>
                      <a:pt x="18" y="20"/>
                    </a:lnTo>
                    <a:lnTo>
                      <a:pt x="9" y="10"/>
                    </a:lnTo>
                    <a:lnTo>
                      <a:pt x="0" y="0"/>
                    </a:lnTo>
                  </a:path>
                </a:pathLst>
              </a:custGeom>
              <a:noFill/>
              <a:ln w="25400" cap="rnd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endParaRPr lang="es-ES_tradnl" sz="1800" noProof="0" dirty="0">
                  <a:solidFill>
                    <a:schemeClr val="tx1"/>
                  </a:solidFill>
                </a:endParaRPr>
              </a:p>
            </p:txBody>
          </p:sp>
        </p:grpSp>
      </p:grpSp>
      <p:sp>
        <p:nvSpPr>
          <p:cNvPr id="12399" name="Rectángulo 12398">
            <a:extLst>
              <a:ext uri="{FF2B5EF4-FFF2-40B4-BE49-F238E27FC236}">
                <a16:creationId xmlns:a16="http://schemas.microsoft.com/office/drawing/2014/main" id="{9FBB9340-4691-1996-2695-44004D74DCE6}"/>
              </a:ext>
            </a:extLst>
          </p:cNvPr>
          <p:cNvSpPr/>
          <p:nvPr/>
        </p:nvSpPr>
        <p:spPr bwMode="auto">
          <a:xfrm>
            <a:off x="5410200" y="3616035"/>
            <a:ext cx="3581400" cy="762000"/>
          </a:xfrm>
          <a:prstGeom prst="rect">
            <a:avLst/>
          </a:prstGeom>
          <a:noFill/>
          <a:ln w="25400" cap="flat" cmpd="sng" algn="ctr">
            <a:solidFill>
              <a:schemeClr val="tx1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_tradnl" sz="2000" b="0" i="0" u="none" strike="noStrike" cap="none" normalizeH="0" baseline="0" noProof="0" dirty="0">
              <a:ln>
                <a:noFill/>
              </a:ln>
              <a:solidFill>
                <a:srgbClr val="FFFFFF"/>
              </a:solidFill>
              <a:effectLst/>
              <a:latin typeface="Arial" charset="0"/>
            </a:endParaRPr>
          </a:p>
        </p:txBody>
      </p:sp>
      <p:sp>
        <p:nvSpPr>
          <p:cNvPr id="12400" name="Rectángulo 12399">
            <a:extLst>
              <a:ext uri="{FF2B5EF4-FFF2-40B4-BE49-F238E27FC236}">
                <a16:creationId xmlns:a16="http://schemas.microsoft.com/office/drawing/2014/main" id="{E58AB448-C3AE-E556-7C2E-EA838D0AB9F3}"/>
              </a:ext>
            </a:extLst>
          </p:cNvPr>
          <p:cNvSpPr/>
          <p:nvPr/>
        </p:nvSpPr>
        <p:spPr bwMode="auto">
          <a:xfrm>
            <a:off x="5410200" y="5410200"/>
            <a:ext cx="3581400" cy="762000"/>
          </a:xfrm>
          <a:prstGeom prst="rect">
            <a:avLst/>
          </a:prstGeom>
          <a:noFill/>
          <a:ln w="25400" cap="flat" cmpd="sng" algn="ctr">
            <a:solidFill>
              <a:schemeClr val="tx1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_tradnl" sz="2000" b="0" i="0" u="none" strike="noStrike" cap="none" normalizeH="0" baseline="0" noProof="0" dirty="0">
              <a:ln>
                <a:noFill/>
              </a:ln>
              <a:solidFill>
                <a:srgbClr val="FFFFFF"/>
              </a:solidFill>
              <a:effectLst/>
              <a:latin typeface="Arial" charset="0"/>
            </a:endParaRPr>
          </a:p>
        </p:txBody>
      </p:sp>
      <p:sp>
        <p:nvSpPr>
          <p:cNvPr id="12401" name="Rectángulo 12400">
            <a:extLst>
              <a:ext uri="{FF2B5EF4-FFF2-40B4-BE49-F238E27FC236}">
                <a16:creationId xmlns:a16="http://schemas.microsoft.com/office/drawing/2014/main" id="{BE193B23-0D25-E7CB-5BC2-E93DF4BC1193}"/>
              </a:ext>
            </a:extLst>
          </p:cNvPr>
          <p:cNvSpPr/>
          <p:nvPr/>
        </p:nvSpPr>
        <p:spPr bwMode="auto">
          <a:xfrm>
            <a:off x="5334000" y="1928090"/>
            <a:ext cx="3581400" cy="762000"/>
          </a:xfrm>
          <a:prstGeom prst="rect">
            <a:avLst/>
          </a:prstGeom>
          <a:noFill/>
          <a:ln w="25400" cap="flat" cmpd="sng" algn="ctr">
            <a:solidFill>
              <a:schemeClr val="tx1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_tradnl" sz="2000" b="0" i="0" u="none" strike="noStrike" cap="none" normalizeH="0" baseline="0" noProof="0" dirty="0">
              <a:ln>
                <a:noFill/>
              </a:ln>
              <a:solidFill>
                <a:srgbClr val="FFFFFF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82321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DC58CD-C8AF-B6E8-221A-C01F4A9BB0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3 Marcador de número de diapositiva">
            <a:extLst>
              <a:ext uri="{FF2B5EF4-FFF2-40B4-BE49-F238E27FC236}">
                <a16:creationId xmlns:a16="http://schemas.microsoft.com/office/drawing/2014/main" id="{1C9719A6-DAA5-A256-AC23-639544EE9C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4E7847B6-FB90-4985-BDAD-0FC52C69182E}" type="slidenum">
              <a:rPr lang="es-ES_tradnl" noProof="0" smtClean="0"/>
              <a:pPr/>
              <a:t>11</a:t>
            </a:fld>
            <a:endParaRPr lang="es-ES_tradnl" noProof="0" dirty="0"/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102BB321-B196-F8C0-061C-F5CD6BE052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Ejemplo: Operaciones lógicas</a:t>
            </a:r>
            <a:endParaRPr lang="en-US" dirty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8BC4C58-6BEC-B79D-A603-10DB1948E3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_tradnl" sz="1800" dirty="0"/>
              <a:t>En RISC-V</a:t>
            </a:r>
          </a:p>
          <a:p>
            <a:pPr lvl="2"/>
            <a:endParaRPr lang="es-ES_tradnl" b="1" dirty="0">
              <a:latin typeface="Courier New" pitchFamily="49" charset="0"/>
            </a:endParaRPr>
          </a:p>
          <a:p>
            <a:pPr lvl="1"/>
            <a:endParaRPr lang="es-ES_tradnl" sz="1800" b="1" dirty="0">
              <a:latin typeface="Courier New" pitchFamily="49" charset="0"/>
            </a:endParaRPr>
          </a:p>
          <a:p>
            <a:pPr lvl="1"/>
            <a:endParaRPr lang="es-ES_tradnl" sz="1800" b="1" dirty="0">
              <a:latin typeface="Courier New" pitchFamily="49" charset="0"/>
            </a:endParaRPr>
          </a:p>
          <a:p>
            <a:pPr lvl="1">
              <a:buNone/>
            </a:pPr>
            <a:endParaRPr lang="es-ES_tradnl" sz="1800" b="1" dirty="0">
              <a:latin typeface="Courier New" pitchFamily="49" charset="0"/>
            </a:endParaRPr>
          </a:p>
          <a:p>
            <a:pPr lvl="1"/>
            <a:r>
              <a:rPr lang="es-ES_tradnl" sz="1800" dirty="0"/>
              <a:t>Productividad de los operadores: </a:t>
            </a:r>
            <a:br>
              <a:rPr lang="es-ES_tradnl" sz="1800" dirty="0"/>
            </a:br>
            <a:r>
              <a:rPr lang="es-ES_tradnl" sz="2400" dirty="0"/>
              <a:t>    </a:t>
            </a:r>
            <a:r>
              <a:rPr lang="es-ES_tradnl" sz="2400" dirty="0">
                <a:sym typeface="Symbol"/>
              </a:rPr>
              <a:t> </a:t>
            </a:r>
            <a:r>
              <a:rPr lang="es-ES_tradnl" sz="1800" dirty="0"/>
              <a:t>= 1/</a:t>
            </a:r>
            <a:r>
              <a:rPr lang="es-ES_tradnl" sz="1800" dirty="0" err="1"/>
              <a:t>t</a:t>
            </a:r>
            <a:r>
              <a:rPr lang="es-ES_tradnl" sz="1800" baseline="-25000" dirty="0" err="1"/>
              <a:t>Puerta</a:t>
            </a:r>
            <a:endParaRPr lang="es-ES_tradnl" sz="1800" baseline="-25000" dirty="0"/>
          </a:p>
          <a:p>
            <a:pPr lvl="2"/>
            <a:r>
              <a:rPr lang="es-ES_tradnl" dirty="0"/>
              <a:t>Si </a:t>
            </a:r>
            <a:r>
              <a:rPr lang="es-ES_tradnl" dirty="0" err="1"/>
              <a:t>t</a:t>
            </a:r>
            <a:r>
              <a:rPr lang="es-ES_tradnl" baseline="-25000" dirty="0" err="1"/>
              <a:t>Puerta</a:t>
            </a:r>
            <a:r>
              <a:rPr lang="es-ES_tradnl" dirty="0"/>
              <a:t> = 50 </a:t>
            </a:r>
            <a:r>
              <a:rPr lang="es-ES_tradnl" dirty="0" err="1"/>
              <a:t>ps</a:t>
            </a:r>
            <a:r>
              <a:rPr lang="es-ES_tradnl" dirty="0"/>
              <a:t> = 50 x 10</a:t>
            </a:r>
            <a:r>
              <a:rPr lang="es-ES_tradnl" baseline="30000" dirty="0"/>
              <a:t>-12</a:t>
            </a:r>
            <a:r>
              <a:rPr lang="es-ES_tradnl" dirty="0"/>
              <a:t> s</a:t>
            </a:r>
            <a:br>
              <a:rPr lang="es-ES_tradnl" dirty="0"/>
            </a:br>
            <a:r>
              <a:rPr lang="es-ES_tradnl" sz="2800" dirty="0">
                <a:sym typeface="Symbol"/>
              </a:rPr>
              <a:t></a:t>
            </a:r>
            <a:r>
              <a:rPr lang="es-ES_tradnl" dirty="0"/>
              <a:t> = 1000/ 50 GOPS =  20 GOPS</a:t>
            </a:r>
          </a:p>
        </p:txBody>
      </p:sp>
      <p:grpSp>
        <p:nvGrpSpPr>
          <p:cNvPr id="13" name="Agrupar 186">
            <a:extLst>
              <a:ext uri="{FF2B5EF4-FFF2-40B4-BE49-F238E27FC236}">
                <a16:creationId xmlns:a16="http://schemas.microsoft.com/office/drawing/2014/main" id="{440FDC66-ADAD-3E7B-0346-3811D2E52771}"/>
              </a:ext>
            </a:extLst>
          </p:cNvPr>
          <p:cNvGrpSpPr/>
          <p:nvPr/>
        </p:nvGrpSpPr>
        <p:grpSpPr>
          <a:xfrm>
            <a:off x="990600" y="1786751"/>
            <a:ext cx="3657600" cy="1354217"/>
            <a:chOff x="152401" y="1824038"/>
            <a:chExt cx="3657600" cy="1354217"/>
          </a:xfrm>
        </p:grpSpPr>
        <p:sp>
          <p:nvSpPr>
            <p:cNvPr id="14" name="Text Box 4">
              <a:extLst>
                <a:ext uri="{FF2B5EF4-FFF2-40B4-BE49-F238E27FC236}">
                  <a16:creationId xmlns:a16="http://schemas.microsoft.com/office/drawing/2014/main" id="{3BA52C62-280F-5F52-F172-60EA15EBC3B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2401" y="1824038"/>
              <a:ext cx="3657600" cy="1354217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>
                <a:lnSpc>
                  <a:spcPct val="80000"/>
                </a:lnSpc>
                <a:tabLst>
                  <a:tab pos="715963" algn="ctr"/>
                  <a:tab pos="2597150" algn="ctr"/>
                </a:tabLst>
              </a:pPr>
              <a:r>
                <a:rPr lang="es-ES_tradnl" noProof="0" dirty="0">
                  <a:solidFill>
                    <a:schemeClr val="tx1"/>
                  </a:solidFill>
                </a:rPr>
                <a:t>	formato R	formato I</a:t>
              </a:r>
            </a:p>
            <a:p>
              <a:pPr>
                <a:lnSpc>
                  <a:spcPct val="130000"/>
                </a:lnSpc>
                <a:tabLst>
                  <a:tab pos="715963" algn="ctr"/>
                  <a:tab pos="2597150" algn="ctr"/>
                </a:tabLst>
              </a:pPr>
              <a:r>
                <a:rPr lang="es-ES_tradnl" noProof="0" dirty="0">
                  <a:solidFill>
                    <a:schemeClr val="tx1"/>
                  </a:solidFill>
                </a:rPr>
                <a:t>	</a:t>
              </a:r>
              <a:r>
                <a:rPr lang="es-ES_tradnl" b="1" noProof="0" dirty="0" err="1">
                  <a:solidFill>
                    <a:schemeClr val="tx1"/>
                  </a:solidFill>
                  <a:latin typeface="Courier New" pitchFamily="49" charset="0"/>
                </a:rPr>
                <a:t>or</a:t>
              </a:r>
              <a:r>
                <a:rPr lang="es-ES_tradnl" b="1" noProof="0" dirty="0">
                  <a:solidFill>
                    <a:schemeClr val="tx1"/>
                  </a:solidFill>
                  <a:latin typeface="Courier New" pitchFamily="49" charset="0"/>
                </a:rPr>
                <a:t>	ori</a:t>
              </a:r>
            </a:p>
            <a:p>
              <a:pPr>
                <a:tabLst>
                  <a:tab pos="715963" algn="ctr"/>
                  <a:tab pos="2597150" algn="ctr"/>
                </a:tabLst>
              </a:pPr>
              <a:r>
                <a:rPr lang="es-ES_tradnl" noProof="0" dirty="0">
                  <a:solidFill>
                    <a:schemeClr val="tx1"/>
                  </a:solidFill>
                </a:rPr>
                <a:t>	</a:t>
              </a:r>
              <a:r>
                <a:rPr lang="es-ES_tradnl" b="1" noProof="0" dirty="0">
                  <a:solidFill>
                    <a:schemeClr val="tx1"/>
                  </a:solidFill>
                  <a:latin typeface="Courier New" pitchFamily="49" charset="0"/>
                </a:rPr>
                <a:t>and	</a:t>
              </a:r>
              <a:r>
                <a:rPr lang="es-ES_tradnl" b="1" noProof="0" dirty="0" err="1">
                  <a:solidFill>
                    <a:schemeClr val="tx1"/>
                  </a:solidFill>
                  <a:latin typeface="Courier New" pitchFamily="49" charset="0"/>
                </a:rPr>
                <a:t>andi</a:t>
              </a:r>
              <a:br>
                <a:rPr lang="es-ES_tradnl" noProof="0" dirty="0">
                  <a:solidFill>
                    <a:schemeClr val="tx1"/>
                  </a:solidFill>
                  <a:latin typeface="Courier New" pitchFamily="49" charset="0"/>
                </a:rPr>
              </a:br>
              <a:r>
                <a:rPr lang="es-ES_tradnl" noProof="0" dirty="0">
                  <a:solidFill>
                    <a:schemeClr val="tx1"/>
                  </a:solidFill>
                </a:rPr>
                <a:t>	</a:t>
              </a:r>
              <a:r>
                <a:rPr lang="es-ES_tradnl" b="1" noProof="0" dirty="0" err="1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xor</a:t>
              </a:r>
              <a:r>
                <a:rPr lang="es-ES_tradnl" b="1" noProof="0" dirty="0">
                  <a:solidFill>
                    <a:schemeClr val="tx1"/>
                  </a:solidFill>
                  <a:latin typeface="Courier New" pitchFamily="49" charset="0"/>
                </a:rPr>
                <a:t>	</a:t>
              </a:r>
              <a:r>
                <a:rPr lang="es-ES_tradnl" b="1" noProof="0" dirty="0" err="1">
                  <a:solidFill>
                    <a:schemeClr val="tx1"/>
                  </a:solidFill>
                  <a:latin typeface="Courier New" pitchFamily="49" charset="0"/>
                </a:rPr>
                <a:t>xori</a:t>
              </a:r>
              <a:endParaRPr lang="es-ES_tradnl" b="1" noProof="0" dirty="0">
                <a:solidFill>
                  <a:schemeClr val="tx1"/>
                </a:solidFill>
                <a:latin typeface="Courier New" pitchFamily="49" charset="0"/>
              </a:endParaRPr>
            </a:p>
          </p:txBody>
        </p:sp>
        <p:sp>
          <p:nvSpPr>
            <p:cNvPr id="15" name="Line 5">
              <a:extLst>
                <a:ext uri="{FF2B5EF4-FFF2-40B4-BE49-F238E27FC236}">
                  <a16:creationId xmlns:a16="http://schemas.microsoft.com/office/drawing/2014/main" id="{85E05A70-D690-5E2F-CEF7-B6559ED2387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1000" y="2209800"/>
              <a:ext cx="3048000" cy="0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/>
              <a:tailEnd/>
            </a:ln>
            <a:effectLst/>
          </p:spPr>
          <p:txBody>
            <a:bodyPr anchor="ctr"/>
            <a:lstStyle/>
            <a:p>
              <a:endParaRPr lang="es-ES_tradnl" noProof="0" dirty="0"/>
            </a:p>
          </p:txBody>
        </p:sp>
      </p:grpSp>
      <p:grpSp>
        <p:nvGrpSpPr>
          <p:cNvPr id="16" name="Agrupar 313">
            <a:extLst>
              <a:ext uri="{FF2B5EF4-FFF2-40B4-BE49-F238E27FC236}">
                <a16:creationId xmlns:a16="http://schemas.microsoft.com/office/drawing/2014/main" id="{AB1EFCB2-279F-A53D-B1E8-A8524FB99C8C}"/>
              </a:ext>
            </a:extLst>
          </p:cNvPr>
          <p:cNvGrpSpPr/>
          <p:nvPr/>
        </p:nvGrpSpPr>
        <p:grpSpPr>
          <a:xfrm>
            <a:off x="5360616" y="1447800"/>
            <a:ext cx="3478584" cy="1664732"/>
            <a:chOff x="5334000" y="1219200"/>
            <a:chExt cx="3478584" cy="1664732"/>
          </a:xfrm>
        </p:grpSpPr>
        <p:grpSp>
          <p:nvGrpSpPr>
            <p:cNvPr id="17" name="Group 378">
              <a:extLst>
                <a:ext uri="{FF2B5EF4-FFF2-40B4-BE49-F238E27FC236}">
                  <a16:creationId xmlns:a16="http://schemas.microsoft.com/office/drawing/2014/main" id="{7F19F851-46C1-B033-FECA-EE8655573639}"/>
                </a:ext>
              </a:extLst>
            </p:cNvPr>
            <p:cNvGrpSpPr>
              <a:grpSpLocks/>
            </p:cNvGrpSpPr>
            <p:nvPr/>
          </p:nvGrpSpPr>
          <p:grpSpPr bwMode="auto">
            <a:xfrm rot="5400000">
              <a:off x="7452722" y="1843678"/>
              <a:ext cx="521829" cy="492074"/>
              <a:chOff x="4464" y="1200"/>
              <a:chExt cx="432" cy="432"/>
            </a:xfrm>
          </p:grpSpPr>
          <p:sp>
            <p:nvSpPr>
              <p:cNvPr id="55" name="Freeform 379">
                <a:extLst>
                  <a:ext uri="{FF2B5EF4-FFF2-40B4-BE49-F238E27FC236}">
                    <a16:creationId xmlns:a16="http://schemas.microsoft.com/office/drawing/2014/main" id="{A6DE9B46-549D-EB9B-6947-F30F1F19B8C0}"/>
                  </a:ext>
                </a:extLst>
              </p:cNvPr>
              <p:cNvSpPr>
                <a:spLocks/>
              </p:cNvSpPr>
              <p:nvPr/>
            </p:nvSpPr>
            <p:spPr bwMode="blackWhite">
              <a:xfrm>
                <a:off x="4703" y="1416"/>
                <a:ext cx="193" cy="216"/>
              </a:xfrm>
              <a:custGeom>
                <a:avLst/>
                <a:gdLst/>
                <a:ahLst/>
                <a:cxnLst>
                  <a:cxn ang="0">
                    <a:pos x="0" y="191"/>
                  </a:cxn>
                  <a:cxn ang="0">
                    <a:pos x="0" y="191"/>
                  </a:cxn>
                  <a:cxn ang="0">
                    <a:pos x="0" y="191"/>
                  </a:cxn>
                  <a:cxn ang="0">
                    <a:pos x="0" y="191"/>
                  </a:cxn>
                  <a:cxn ang="0">
                    <a:pos x="0" y="191"/>
                  </a:cxn>
                  <a:cxn ang="0">
                    <a:pos x="0" y="191"/>
                  </a:cxn>
                  <a:cxn ang="0">
                    <a:pos x="0" y="191"/>
                  </a:cxn>
                  <a:cxn ang="0">
                    <a:pos x="19" y="190"/>
                  </a:cxn>
                  <a:cxn ang="0">
                    <a:pos x="38" y="187"/>
                  </a:cxn>
                  <a:cxn ang="0">
                    <a:pos x="56" y="182"/>
                  </a:cxn>
                  <a:cxn ang="0">
                    <a:pos x="74" y="175"/>
                  </a:cxn>
                  <a:cxn ang="0">
                    <a:pos x="90" y="168"/>
                  </a:cxn>
                  <a:cxn ang="0">
                    <a:pos x="107" y="158"/>
                  </a:cxn>
                  <a:cxn ang="0">
                    <a:pos x="121" y="147"/>
                  </a:cxn>
                  <a:cxn ang="0">
                    <a:pos x="134" y="134"/>
                  </a:cxn>
                  <a:cxn ang="0">
                    <a:pos x="146" y="121"/>
                  </a:cxn>
                  <a:cxn ang="0">
                    <a:pos x="158" y="107"/>
                  </a:cxn>
                  <a:cxn ang="0">
                    <a:pos x="167" y="90"/>
                  </a:cxn>
                  <a:cxn ang="0">
                    <a:pos x="175" y="74"/>
                  </a:cxn>
                  <a:cxn ang="0">
                    <a:pos x="182" y="56"/>
                  </a:cxn>
                  <a:cxn ang="0">
                    <a:pos x="186" y="38"/>
                  </a:cxn>
                  <a:cxn ang="0">
                    <a:pos x="189" y="19"/>
                  </a:cxn>
                  <a:cxn ang="0">
                    <a:pos x="190" y="0"/>
                  </a:cxn>
                </a:cxnLst>
                <a:rect l="0" t="0" r="r" b="b"/>
                <a:pathLst>
                  <a:path w="191" h="192">
                    <a:moveTo>
                      <a:pt x="0" y="191"/>
                    </a:moveTo>
                    <a:lnTo>
                      <a:pt x="0" y="191"/>
                    </a:lnTo>
                    <a:lnTo>
                      <a:pt x="0" y="191"/>
                    </a:lnTo>
                    <a:lnTo>
                      <a:pt x="0" y="191"/>
                    </a:lnTo>
                    <a:lnTo>
                      <a:pt x="0" y="191"/>
                    </a:lnTo>
                    <a:lnTo>
                      <a:pt x="0" y="191"/>
                    </a:lnTo>
                    <a:lnTo>
                      <a:pt x="0" y="191"/>
                    </a:lnTo>
                    <a:lnTo>
                      <a:pt x="19" y="190"/>
                    </a:lnTo>
                    <a:lnTo>
                      <a:pt x="38" y="187"/>
                    </a:lnTo>
                    <a:lnTo>
                      <a:pt x="56" y="182"/>
                    </a:lnTo>
                    <a:lnTo>
                      <a:pt x="74" y="175"/>
                    </a:lnTo>
                    <a:lnTo>
                      <a:pt x="90" y="168"/>
                    </a:lnTo>
                    <a:lnTo>
                      <a:pt x="107" y="158"/>
                    </a:lnTo>
                    <a:lnTo>
                      <a:pt x="121" y="147"/>
                    </a:lnTo>
                    <a:lnTo>
                      <a:pt x="134" y="134"/>
                    </a:lnTo>
                    <a:lnTo>
                      <a:pt x="146" y="121"/>
                    </a:lnTo>
                    <a:lnTo>
                      <a:pt x="158" y="107"/>
                    </a:lnTo>
                    <a:lnTo>
                      <a:pt x="167" y="90"/>
                    </a:lnTo>
                    <a:lnTo>
                      <a:pt x="175" y="74"/>
                    </a:lnTo>
                    <a:lnTo>
                      <a:pt x="182" y="56"/>
                    </a:lnTo>
                    <a:lnTo>
                      <a:pt x="186" y="38"/>
                    </a:lnTo>
                    <a:lnTo>
                      <a:pt x="189" y="19"/>
                    </a:lnTo>
                    <a:lnTo>
                      <a:pt x="190" y="0"/>
                    </a:lnTo>
                  </a:path>
                </a:pathLst>
              </a:custGeom>
              <a:solidFill>
                <a:schemeClr val="bg1"/>
              </a:solidFill>
              <a:ln w="25400" cap="rnd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endParaRPr lang="es-ES_tradnl" sz="1800" noProof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6" name="Freeform 380">
                <a:extLst>
                  <a:ext uri="{FF2B5EF4-FFF2-40B4-BE49-F238E27FC236}">
                    <a16:creationId xmlns:a16="http://schemas.microsoft.com/office/drawing/2014/main" id="{3A9AB2E0-8871-3488-F320-DAB8BBDF1623}"/>
                  </a:ext>
                </a:extLst>
              </p:cNvPr>
              <p:cNvSpPr>
                <a:spLocks/>
              </p:cNvSpPr>
              <p:nvPr/>
            </p:nvSpPr>
            <p:spPr bwMode="blackWhite">
              <a:xfrm>
                <a:off x="4464" y="1200"/>
                <a:ext cx="239" cy="432"/>
              </a:xfrm>
              <a:custGeom>
                <a:avLst/>
                <a:gdLst/>
                <a:ahLst/>
                <a:cxnLst>
                  <a:cxn ang="0">
                    <a:pos x="379" y="383"/>
                  </a:cxn>
                  <a:cxn ang="0">
                    <a:pos x="0" y="383"/>
                  </a:cxn>
                  <a:cxn ang="0">
                    <a:pos x="0" y="0"/>
                  </a:cxn>
                  <a:cxn ang="0">
                    <a:pos x="379" y="0"/>
                  </a:cxn>
                </a:cxnLst>
                <a:rect l="0" t="0" r="r" b="b"/>
                <a:pathLst>
                  <a:path w="380" h="384">
                    <a:moveTo>
                      <a:pt x="379" y="383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379" y="0"/>
                    </a:lnTo>
                  </a:path>
                </a:pathLst>
              </a:custGeom>
              <a:solidFill>
                <a:schemeClr val="bg1"/>
              </a:solidFill>
              <a:ln w="25400" cap="rnd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endParaRPr lang="es-ES_tradnl" sz="1800" noProof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7" name="Freeform 381">
                <a:extLst>
                  <a:ext uri="{FF2B5EF4-FFF2-40B4-BE49-F238E27FC236}">
                    <a16:creationId xmlns:a16="http://schemas.microsoft.com/office/drawing/2014/main" id="{16C9E666-7F11-0E30-3841-84CDF58780C4}"/>
                  </a:ext>
                </a:extLst>
              </p:cNvPr>
              <p:cNvSpPr>
                <a:spLocks/>
              </p:cNvSpPr>
              <p:nvPr/>
            </p:nvSpPr>
            <p:spPr bwMode="blackWhite">
              <a:xfrm>
                <a:off x="4703" y="1200"/>
                <a:ext cx="193" cy="217"/>
              </a:xfrm>
              <a:custGeom>
                <a:avLst/>
                <a:gdLst/>
                <a:ahLst/>
                <a:cxnLst>
                  <a:cxn ang="0">
                    <a:pos x="190" y="192"/>
                  </a:cxn>
                  <a:cxn ang="0">
                    <a:pos x="190" y="192"/>
                  </a:cxn>
                  <a:cxn ang="0">
                    <a:pos x="189" y="172"/>
                  </a:cxn>
                  <a:cxn ang="0">
                    <a:pos x="186" y="153"/>
                  </a:cxn>
                  <a:cxn ang="0">
                    <a:pos x="182" y="135"/>
                  </a:cxn>
                  <a:cxn ang="0">
                    <a:pos x="175" y="117"/>
                  </a:cxn>
                  <a:cxn ang="0">
                    <a:pos x="167" y="101"/>
                  </a:cxn>
                  <a:cxn ang="0">
                    <a:pos x="158" y="84"/>
                  </a:cxn>
                  <a:cxn ang="0">
                    <a:pos x="146" y="70"/>
                  </a:cxn>
                  <a:cxn ang="0">
                    <a:pos x="134" y="57"/>
                  </a:cxn>
                  <a:cxn ang="0">
                    <a:pos x="121" y="44"/>
                  </a:cxn>
                  <a:cxn ang="0">
                    <a:pos x="107" y="33"/>
                  </a:cxn>
                  <a:cxn ang="0">
                    <a:pos x="90" y="23"/>
                  </a:cxn>
                  <a:cxn ang="0">
                    <a:pos x="74" y="16"/>
                  </a:cxn>
                  <a:cxn ang="0">
                    <a:pos x="56" y="9"/>
                  </a:cxn>
                  <a:cxn ang="0">
                    <a:pos x="38" y="4"/>
                  </a:cxn>
                  <a:cxn ang="0">
                    <a:pos x="19" y="1"/>
                  </a:cxn>
                  <a:cxn ang="0">
                    <a:pos x="0" y="0"/>
                  </a:cxn>
                </a:cxnLst>
                <a:rect l="0" t="0" r="r" b="b"/>
                <a:pathLst>
                  <a:path w="191" h="193">
                    <a:moveTo>
                      <a:pt x="190" y="192"/>
                    </a:moveTo>
                    <a:lnTo>
                      <a:pt x="190" y="192"/>
                    </a:lnTo>
                    <a:lnTo>
                      <a:pt x="189" y="172"/>
                    </a:lnTo>
                    <a:lnTo>
                      <a:pt x="186" y="153"/>
                    </a:lnTo>
                    <a:lnTo>
                      <a:pt x="182" y="135"/>
                    </a:lnTo>
                    <a:lnTo>
                      <a:pt x="175" y="117"/>
                    </a:lnTo>
                    <a:lnTo>
                      <a:pt x="167" y="101"/>
                    </a:lnTo>
                    <a:lnTo>
                      <a:pt x="158" y="84"/>
                    </a:lnTo>
                    <a:lnTo>
                      <a:pt x="146" y="70"/>
                    </a:lnTo>
                    <a:lnTo>
                      <a:pt x="134" y="57"/>
                    </a:lnTo>
                    <a:lnTo>
                      <a:pt x="121" y="44"/>
                    </a:lnTo>
                    <a:lnTo>
                      <a:pt x="107" y="33"/>
                    </a:lnTo>
                    <a:lnTo>
                      <a:pt x="90" y="23"/>
                    </a:lnTo>
                    <a:lnTo>
                      <a:pt x="74" y="16"/>
                    </a:lnTo>
                    <a:lnTo>
                      <a:pt x="56" y="9"/>
                    </a:lnTo>
                    <a:lnTo>
                      <a:pt x="38" y="4"/>
                    </a:lnTo>
                    <a:lnTo>
                      <a:pt x="19" y="1"/>
                    </a:lnTo>
                    <a:lnTo>
                      <a:pt x="0" y="0"/>
                    </a:lnTo>
                  </a:path>
                </a:pathLst>
              </a:custGeom>
              <a:solidFill>
                <a:schemeClr val="bg1"/>
              </a:solidFill>
              <a:ln w="25400" cap="rnd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endParaRPr lang="es-ES_tradnl" sz="1800" noProof="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8" name="Group 382">
              <a:extLst>
                <a:ext uri="{FF2B5EF4-FFF2-40B4-BE49-F238E27FC236}">
                  <a16:creationId xmlns:a16="http://schemas.microsoft.com/office/drawing/2014/main" id="{E35B4F4A-EA05-0C17-59F9-B1B2060FF87E}"/>
                </a:ext>
              </a:extLst>
            </p:cNvPr>
            <p:cNvGrpSpPr>
              <a:grpSpLocks/>
            </p:cNvGrpSpPr>
            <p:nvPr/>
          </p:nvGrpSpPr>
          <p:grpSpPr bwMode="auto">
            <a:xfrm rot="5400000">
              <a:off x="6766922" y="1843678"/>
              <a:ext cx="521829" cy="492074"/>
              <a:chOff x="4464" y="1200"/>
              <a:chExt cx="432" cy="432"/>
            </a:xfrm>
          </p:grpSpPr>
          <p:sp>
            <p:nvSpPr>
              <p:cNvPr id="52" name="Freeform 383">
                <a:extLst>
                  <a:ext uri="{FF2B5EF4-FFF2-40B4-BE49-F238E27FC236}">
                    <a16:creationId xmlns:a16="http://schemas.microsoft.com/office/drawing/2014/main" id="{F0966831-C33D-170A-F090-71DB268E1BC2}"/>
                  </a:ext>
                </a:extLst>
              </p:cNvPr>
              <p:cNvSpPr>
                <a:spLocks/>
              </p:cNvSpPr>
              <p:nvPr/>
            </p:nvSpPr>
            <p:spPr bwMode="blackWhite">
              <a:xfrm>
                <a:off x="4703" y="1416"/>
                <a:ext cx="193" cy="216"/>
              </a:xfrm>
              <a:custGeom>
                <a:avLst/>
                <a:gdLst/>
                <a:ahLst/>
                <a:cxnLst>
                  <a:cxn ang="0">
                    <a:pos x="0" y="191"/>
                  </a:cxn>
                  <a:cxn ang="0">
                    <a:pos x="0" y="191"/>
                  </a:cxn>
                  <a:cxn ang="0">
                    <a:pos x="0" y="191"/>
                  </a:cxn>
                  <a:cxn ang="0">
                    <a:pos x="0" y="191"/>
                  </a:cxn>
                  <a:cxn ang="0">
                    <a:pos x="0" y="191"/>
                  </a:cxn>
                  <a:cxn ang="0">
                    <a:pos x="0" y="191"/>
                  </a:cxn>
                  <a:cxn ang="0">
                    <a:pos x="0" y="191"/>
                  </a:cxn>
                  <a:cxn ang="0">
                    <a:pos x="19" y="190"/>
                  </a:cxn>
                  <a:cxn ang="0">
                    <a:pos x="38" y="187"/>
                  </a:cxn>
                  <a:cxn ang="0">
                    <a:pos x="56" y="182"/>
                  </a:cxn>
                  <a:cxn ang="0">
                    <a:pos x="74" y="175"/>
                  </a:cxn>
                  <a:cxn ang="0">
                    <a:pos x="90" y="168"/>
                  </a:cxn>
                  <a:cxn ang="0">
                    <a:pos x="107" y="158"/>
                  </a:cxn>
                  <a:cxn ang="0">
                    <a:pos x="121" y="147"/>
                  </a:cxn>
                  <a:cxn ang="0">
                    <a:pos x="134" y="134"/>
                  </a:cxn>
                  <a:cxn ang="0">
                    <a:pos x="146" y="121"/>
                  </a:cxn>
                  <a:cxn ang="0">
                    <a:pos x="158" y="107"/>
                  </a:cxn>
                  <a:cxn ang="0">
                    <a:pos x="167" y="90"/>
                  </a:cxn>
                  <a:cxn ang="0">
                    <a:pos x="175" y="74"/>
                  </a:cxn>
                  <a:cxn ang="0">
                    <a:pos x="182" y="56"/>
                  </a:cxn>
                  <a:cxn ang="0">
                    <a:pos x="186" y="38"/>
                  </a:cxn>
                  <a:cxn ang="0">
                    <a:pos x="189" y="19"/>
                  </a:cxn>
                  <a:cxn ang="0">
                    <a:pos x="190" y="0"/>
                  </a:cxn>
                </a:cxnLst>
                <a:rect l="0" t="0" r="r" b="b"/>
                <a:pathLst>
                  <a:path w="191" h="192">
                    <a:moveTo>
                      <a:pt x="0" y="191"/>
                    </a:moveTo>
                    <a:lnTo>
                      <a:pt x="0" y="191"/>
                    </a:lnTo>
                    <a:lnTo>
                      <a:pt x="0" y="191"/>
                    </a:lnTo>
                    <a:lnTo>
                      <a:pt x="0" y="191"/>
                    </a:lnTo>
                    <a:lnTo>
                      <a:pt x="0" y="191"/>
                    </a:lnTo>
                    <a:lnTo>
                      <a:pt x="0" y="191"/>
                    </a:lnTo>
                    <a:lnTo>
                      <a:pt x="0" y="191"/>
                    </a:lnTo>
                    <a:lnTo>
                      <a:pt x="19" y="190"/>
                    </a:lnTo>
                    <a:lnTo>
                      <a:pt x="38" y="187"/>
                    </a:lnTo>
                    <a:lnTo>
                      <a:pt x="56" y="182"/>
                    </a:lnTo>
                    <a:lnTo>
                      <a:pt x="74" y="175"/>
                    </a:lnTo>
                    <a:lnTo>
                      <a:pt x="90" y="168"/>
                    </a:lnTo>
                    <a:lnTo>
                      <a:pt x="107" y="158"/>
                    </a:lnTo>
                    <a:lnTo>
                      <a:pt x="121" y="147"/>
                    </a:lnTo>
                    <a:lnTo>
                      <a:pt x="134" y="134"/>
                    </a:lnTo>
                    <a:lnTo>
                      <a:pt x="146" y="121"/>
                    </a:lnTo>
                    <a:lnTo>
                      <a:pt x="158" y="107"/>
                    </a:lnTo>
                    <a:lnTo>
                      <a:pt x="167" y="90"/>
                    </a:lnTo>
                    <a:lnTo>
                      <a:pt x="175" y="74"/>
                    </a:lnTo>
                    <a:lnTo>
                      <a:pt x="182" y="56"/>
                    </a:lnTo>
                    <a:lnTo>
                      <a:pt x="186" y="38"/>
                    </a:lnTo>
                    <a:lnTo>
                      <a:pt x="189" y="19"/>
                    </a:lnTo>
                    <a:lnTo>
                      <a:pt x="190" y="0"/>
                    </a:lnTo>
                  </a:path>
                </a:pathLst>
              </a:custGeom>
              <a:solidFill>
                <a:schemeClr val="bg1"/>
              </a:solidFill>
              <a:ln w="25400" cap="rnd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endParaRPr lang="es-ES_tradnl" sz="1800" noProof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3" name="Freeform 384">
                <a:extLst>
                  <a:ext uri="{FF2B5EF4-FFF2-40B4-BE49-F238E27FC236}">
                    <a16:creationId xmlns:a16="http://schemas.microsoft.com/office/drawing/2014/main" id="{71E4FF4C-D16B-2AAA-7C3A-B007DB0E291F}"/>
                  </a:ext>
                </a:extLst>
              </p:cNvPr>
              <p:cNvSpPr>
                <a:spLocks/>
              </p:cNvSpPr>
              <p:nvPr/>
            </p:nvSpPr>
            <p:spPr bwMode="blackWhite">
              <a:xfrm>
                <a:off x="4464" y="1200"/>
                <a:ext cx="239" cy="432"/>
              </a:xfrm>
              <a:custGeom>
                <a:avLst/>
                <a:gdLst/>
                <a:ahLst/>
                <a:cxnLst>
                  <a:cxn ang="0">
                    <a:pos x="379" y="383"/>
                  </a:cxn>
                  <a:cxn ang="0">
                    <a:pos x="0" y="383"/>
                  </a:cxn>
                  <a:cxn ang="0">
                    <a:pos x="0" y="0"/>
                  </a:cxn>
                  <a:cxn ang="0">
                    <a:pos x="379" y="0"/>
                  </a:cxn>
                </a:cxnLst>
                <a:rect l="0" t="0" r="r" b="b"/>
                <a:pathLst>
                  <a:path w="380" h="384">
                    <a:moveTo>
                      <a:pt x="379" y="383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379" y="0"/>
                    </a:lnTo>
                  </a:path>
                </a:pathLst>
              </a:custGeom>
              <a:solidFill>
                <a:schemeClr val="bg1"/>
              </a:solidFill>
              <a:ln w="25400" cap="rnd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endParaRPr lang="es-ES_tradnl" sz="1800" noProof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4" name="Freeform 385">
                <a:extLst>
                  <a:ext uri="{FF2B5EF4-FFF2-40B4-BE49-F238E27FC236}">
                    <a16:creationId xmlns:a16="http://schemas.microsoft.com/office/drawing/2014/main" id="{26C56929-1EC7-E4D7-76A7-40A04B6C87F1}"/>
                  </a:ext>
                </a:extLst>
              </p:cNvPr>
              <p:cNvSpPr>
                <a:spLocks/>
              </p:cNvSpPr>
              <p:nvPr/>
            </p:nvSpPr>
            <p:spPr bwMode="blackWhite">
              <a:xfrm>
                <a:off x="4703" y="1200"/>
                <a:ext cx="193" cy="217"/>
              </a:xfrm>
              <a:custGeom>
                <a:avLst/>
                <a:gdLst/>
                <a:ahLst/>
                <a:cxnLst>
                  <a:cxn ang="0">
                    <a:pos x="190" y="192"/>
                  </a:cxn>
                  <a:cxn ang="0">
                    <a:pos x="190" y="192"/>
                  </a:cxn>
                  <a:cxn ang="0">
                    <a:pos x="189" y="172"/>
                  </a:cxn>
                  <a:cxn ang="0">
                    <a:pos x="186" y="153"/>
                  </a:cxn>
                  <a:cxn ang="0">
                    <a:pos x="182" y="135"/>
                  </a:cxn>
                  <a:cxn ang="0">
                    <a:pos x="175" y="117"/>
                  </a:cxn>
                  <a:cxn ang="0">
                    <a:pos x="167" y="101"/>
                  </a:cxn>
                  <a:cxn ang="0">
                    <a:pos x="158" y="84"/>
                  </a:cxn>
                  <a:cxn ang="0">
                    <a:pos x="146" y="70"/>
                  </a:cxn>
                  <a:cxn ang="0">
                    <a:pos x="134" y="57"/>
                  </a:cxn>
                  <a:cxn ang="0">
                    <a:pos x="121" y="44"/>
                  </a:cxn>
                  <a:cxn ang="0">
                    <a:pos x="107" y="33"/>
                  </a:cxn>
                  <a:cxn ang="0">
                    <a:pos x="90" y="23"/>
                  </a:cxn>
                  <a:cxn ang="0">
                    <a:pos x="74" y="16"/>
                  </a:cxn>
                  <a:cxn ang="0">
                    <a:pos x="56" y="9"/>
                  </a:cxn>
                  <a:cxn ang="0">
                    <a:pos x="38" y="4"/>
                  </a:cxn>
                  <a:cxn ang="0">
                    <a:pos x="19" y="1"/>
                  </a:cxn>
                  <a:cxn ang="0">
                    <a:pos x="0" y="0"/>
                  </a:cxn>
                </a:cxnLst>
                <a:rect l="0" t="0" r="r" b="b"/>
                <a:pathLst>
                  <a:path w="191" h="193">
                    <a:moveTo>
                      <a:pt x="190" y="192"/>
                    </a:moveTo>
                    <a:lnTo>
                      <a:pt x="190" y="192"/>
                    </a:lnTo>
                    <a:lnTo>
                      <a:pt x="189" y="172"/>
                    </a:lnTo>
                    <a:lnTo>
                      <a:pt x="186" y="153"/>
                    </a:lnTo>
                    <a:lnTo>
                      <a:pt x="182" y="135"/>
                    </a:lnTo>
                    <a:lnTo>
                      <a:pt x="175" y="117"/>
                    </a:lnTo>
                    <a:lnTo>
                      <a:pt x="167" y="101"/>
                    </a:lnTo>
                    <a:lnTo>
                      <a:pt x="158" y="84"/>
                    </a:lnTo>
                    <a:lnTo>
                      <a:pt x="146" y="70"/>
                    </a:lnTo>
                    <a:lnTo>
                      <a:pt x="134" y="57"/>
                    </a:lnTo>
                    <a:lnTo>
                      <a:pt x="121" y="44"/>
                    </a:lnTo>
                    <a:lnTo>
                      <a:pt x="107" y="33"/>
                    </a:lnTo>
                    <a:lnTo>
                      <a:pt x="90" y="23"/>
                    </a:lnTo>
                    <a:lnTo>
                      <a:pt x="74" y="16"/>
                    </a:lnTo>
                    <a:lnTo>
                      <a:pt x="56" y="9"/>
                    </a:lnTo>
                    <a:lnTo>
                      <a:pt x="38" y="4"/>
                    </a:lnTo>
                    <a:lnTo>
                      <a:pt x="19" y="1"/>
                    </a:lnTo>
                    <a:lnTo>
                      <a:pt x="0" y="0"/>
                    </a:lnTo>
                  </a:path>
                </a:pathLst>
              </a:custGeom>
              <a:solidFill>
                <a:schemeClr val="bg1"/>
              </a:solidFill>
              <a:ln w="25400" cap="rnd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endParaRPr lang="es-ES_tradnl" sz="1800" noProof="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9" name="Group 414">
              <a:extLst>
                <a:ext uri="{FF2B5EF4-FFF2-40B4-BE49-F238E27FC236}">
                  <a16:creationId xmlns:a16="http://schemas.microsoft.com/office/drawing/2014/main" id="{70F8F6B5-628F-49A5-709E-B9E91B0B2A79}"/>
                </a:ext>
              </a:extLst>
            </p:cNvPr>
            <p:cNvGrpSpPr>
              <a:grpSpLocks/>
            </p:cNvGrpSpPr>
            <p:nvPr/>
          </p:nvGrpSpPr>
          <p:grpSpPr bwMode="auto">
            <a:xfrm rot="5400000">
              <a:off x="8214722" y="1843678"/>
              <a:ext cx="521829" cy="492074"/>
              <a:chOff x="4464" y="1200"/>
              <a:chExt cx="432" cy="432"/>
            </a:xfrm>
          </p:grpSpPr>
          <p:sp>
            <p:nvSpPr>
              <p:cNvPr id="49" name="Freeform 415">
                <a:extLst>
                  <a:ext uri="{FF2B5EF4-FFF2-40B4-BE49-F238E27FC236}">
                    <a16:creationId xmlns:a16="http://schemas.microsoft.com/office/drawing/2014/main" id="{DB65147D-9C32-C14B-3A18-741A8DBF4057}"/>
                  </a:ext>
                </a:extLst>
              </p:cNvPr>
              <p:cNvSpPr>
                <a:spLocks/>
              </p:cNvSpPr>
              <p:nvPr/>
            </p:nvSpPr>
            <p:spPr bwMode="blackWhite">
              <a:xfrm>
                <a:off x="4703" y="1416"/>
                <a:ext cx="193" cy="216"/>
              </a:xfrm>
              <a:custGeom>
                <a:avLst/>
                <a:gdLst/>
                <a:ahLst/>
                <a:cxnLst>
                  <a:cxn ang="0">
                    <a:pos x="0" y="191"/>
                  </a:cxn>
                  <a:cxn ang="0">
                    <a:pos x="0" y="191"/>
                  </a:cxn>
                  <a:cxn ang="0">
                    <a:pos x="0" y="191"/>
                  </a:cxn>
                  <a:cxn ang="0">
                    <a:pos x="0" y="191"/>
                  </a:cxn>
                  <a:cxn ang="0">
                    <a:pos x="0" y="191"/>
                  </a:cxn>
                  <a:cxn ang="0">
                    <a:pos x="0" y="191"/>
                  </a:cxn>
                  <a:cxn ang="0">
                    <a:pos x="0" y="191"/>
                  </a:cxn>
                  <a:cxn ang="0">
                    <a:pos x="19" y="190"/>
                  </a:cxn>
                  <a:cxn ang="0">
                    <a:pos x="38" y="187"/>
                  </a:cxn>
                  <a:cxn ang="0">
                    <a:pos x="56" y="182"/>
                  </a:cxn>
                  <a:cxn ang="0">
                    <a:pos x="74" y="175"/>
                  </a:cxn>
                  <a:cxn ang="0">
                    <a:pos x="90" y="168"/>
                  </a:cxn>
                  <a:cxn ang="0">
                    <a:pos x="107" y="158"/>
                  </a:cxn>
                  <a:cxn ang="0">
                    <a:pos x="121" y="147"/>
                  </a:cxn>
                  <a:cxn ang="0">
                    <a:pos x="134" y="134"/>
                  </a:cxn>
                  <a:cxn ang="0">
                    <a:pos x="146" y="121"/>
                  </a:cxn>
                  <a:cxn ang="0">
                    <a:pos x="158" y="107"/>
                  </a:cxn>
                  <a:cxn ang="0">
                    <a:pos x="167" y="90"/>
                  </a:cxn>
                  <a:cxn ang="0">
                    <a:pos x="175" y="74"/>
                  </a:cxn>
                  <a:cxn ang="0">
                    <a:pos x="182" y="56"/>
                  </a:cxn>
                  <a:cxn ang="0">
                    <a:pos x="186" y="38"/>
                  </a:cxn>
                  <a:cxn ang="0">
                    <a:pos x="189" y="19"/>
                  </a:cxn>
                  <a:cxn ang="0">
                    <a:pos x="190" y="0"/>
                  </a:cxn>
                </a:cxnLst>
                <a:rect l="0" t="0" r="r" b="b"/>
                <a:pathLst>
                  <a:path w="191" h="192">
                    <a:moveTo>
                      <a:pt x="0" y="191"/>
                    </a:moveTo>
                    <a:lnTo>
                      <a:pt x="0" y="191"/>
                    </a:lnTo>
                    <a:lnTo>
                      <a:pt x="0" y="191"/>
                    </a:lnTo>
                    <a:lnTo>
                      <a:pt x="0" y="191"/>
                    </a:lnTo>
                    <a:lnTo>
                      <a:pt x="0" y="191"/>
                    </a:lnTo>
                    <a:lnTo>
                      <a:pt x="0" y="191"/>
                    </a:lnTo>
                    <a:lnTo>
                      <a:pt x="0" y="191"/>
                    </a:lnTo>
                    <a:lnTo>
                      <a:pt x="19" y="190"/>
                    </a:lnTo>
                    <a:lnTo>
                      <a:pt x="38" y="187"/>
                    </a:lnTo>
                    <a:lnTo>
                      <a:pt x="56" y="182"/>
                    </a:lnTo>
                    <a:lnTo>
                      <a:pt x="74" y="175"/>
                    </a:lnTo>
                    <a:lnTo>
                      <a:pt x="90" y="168"/>
                    </a:lnTo>
                    <a:lnTo>
                      <a:pt x="107" y="158"/>
                    </a:lnTo>
                    <a:lnTo>
                      <a:pt x="121" y="147"/>
                    </a:lnTo>
                    <a:lnTo>
                      <a:pt x="134" y="134"/>
                    </a:lnTo>
                    <a:lnTo>
                      <a:pt x="146" y="121"/>
                    </a:lnTo>
                    <a:lnTo>
                      <a:pt x="158" y="107"/>
                    </a:lnTo>
                    <a:lnTo>
                      <a:pt x="167" y="90"/>
                    </a:lnTo>
                    <a:lnTo>
                      <a:pt x="175" y="74"/>
                    </a:lnTo>
                    <a:lnTo>
                      <a:pt x="182" y="56"/>
                    </a:lnTo>
                    <a:lnTo>
                      <a:pt x="186" y="38"/>
                    </a:lnTo>
                    <a:lnTo>
                      <a:pt x="189" y="19"/>
                    </a:lnTo>
                    <a:lnTo>
                      <a:pt x="190" y="0"/>
                    </a:lnTo>
                  </a:path>
                </a:pathLst>
              </a:custGeom>
              <a:solidFill>
                <a:schemeClr val="bg1"/>
              </a:solidFill>
              <a:ln w="25400" cap="rnd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endParaRPr lang="es-ES_tradnl" sz="1800" noProof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0" name="Freeform 416">
                <a:extLst>
                  <a:ext uri="{FF2B5EF4-FFF2-40B4-BE49-F238E27FC236}">
                    <a16:creationId xmlns:a16="http://schemas.microsoft.com/office/drawing/2014/main" id="{82DF3E14-AEAC-01C8-D865-9C24BE79E24C}"/>
                  </a:ext>
                </a:extLst>
              </p:cNvPr>
              <p:cNvSpPr>
                <a:spLocks/>
              </p:cNvSpPr>
              <p:nvPr/>
            </p:nvSpPr>
            <p:spPr bwMode="blackWhite">
              <a:xfrm>
                <a:off x="4464" y="1200"/>
                <a:ext cx="239" cy="432"/>
              </a:xfrm>
              <a:custGeom>
                <a:avLst/>
                <a:gdLst/>
                <a:ahLst/>
                <a:cxnLst>
                  <a:cxn ang="0">
                    <a:pos x="379" y="383"/>
                  </a:cxn>
                  <a:cxn ang="0">
                    <a:pos x="0" y="383"/>
                  </a:cxn>
                  <a:cxn ang="0">
                    <a:pos x="0" y="0"/>
                  </a:cxn>
                  <a:cxn ang="0">
                    <a:pos x="379" y="0"/>
                  </a:cxn>
                </a:cxnLst>
                <a:rect l="0" t="0" r="r" b="b"/>
                <a:pathLst>
                  <a:path w="380" h="384">
                    <a:moveTo>
                      <a:pt x="379" y="383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379" y="0"/>
                    </a:lnTo>
                  </a:path>
                </a:pathLst>
              </a:custGeom>
              <a:solidFill>
                <a:schemeClr val="bg1"/>
              </a:solidFill>
              <a:ln w="25400" cap="rnd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endParaRPr lang="es-ES_tradnl" sz="1800" noProof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1" name="Freeform 417">
                <a:extLst>
                  <a:ext uri="{FF2B5EF4-FFF2-40B4-BE49-F238E27FC236}">
                    <a16:creationId xmlns:a16="http://schemas.microsoft.com/office/drawing/2014/main" id="{55155236-D7A5-2144-BA7E-C8B8839EF9E3}"/>
                  </a:ext>
                </a:extLst>
              </p:cNvPr>
              <p:cNvSpPr>
                <a:spLocks/>
              </p:cNvSpPr>
              <p:nvPr/>
            </p:nvSpPr>
            <p:spPr bwMode="blackWhite">
              <a:xfrm>
                <a:off x="4703" y="1200"/>
                <a:ext cx="193" cy="217"/>
              </a:xfrm>
              <a:custGeom>
                <a:avLst/>
                <a:gdLst/>
                <a:ahLst/>
                <a:cxnLst>
                  <a:cxn ang="0">
                    <a:pos x="190" y="192"/>
                  </a:cxn>
                  <a:cxn ang="0">
                    <a:pos x="190" y="192"/>
                  </a:cxn>
                  <a:cxn ang="0">
                    <a:pos x="189" y="172"/>
                  </a:cxn>
                  <a:cxn ang="0">
                    <a:pos x="186" y="153"/>
                  </a:cxn>
                  <a:cxn ang="0">
                    <a:pos x="182" y="135"/>
                  </a:cxn>
                  <a:cxn ang="0">
                    <a:pos x="175" y="117"/>
                  </a:cxn>
                  <a:cxn ang="0">
                    <a:pos x="167" y="101"/>
                  </a:cxn>
                  <a:cxn ang="0">
                    <a:pos x="158" y="84"/>
                  </a:cxn>
                  <a:cxn ang="0">
                    <a:pos x="146" y="70"/>
                  </a:cxn>
                  <a:cxn ang="0">
                    <a:pos x="134" y="57"/>
                  </a:cxn>
                  <a:cxn ang="0">
                    <a:pos x="121" y="44"/>
                  </a:cxn>
                  <a:cxn ang="0">
                    <a:pos x="107" y="33"/>
                  </a:cxn>
                  <a:cxn ang="0">
                    <a:pos x="90" y="23"/>
                  </a:cxn>
                  <a:cxn ang="0">
                    <a:pos x="74" y="16"/>
                  </a:cxn>
                  <a:cxn ang="0">
                    <a:pos x="56" y="9"/>
                  </a:cxn>
                  <a:cxn ang="0">
                    <a:pos x="38" y="4"/>
                  </a:cxn>
                  <a:cxn ang="0">
                    <a:pos x="19" y="1"/>
                  </a:cxn>
                  <a:cxn ang="0">
                    <a:pos x="0" y="0"/>
                  </a:cxn>
                </a:cxnLst>
                <a:rect l="0" t="0" r="r" b="b"/>
                <a:pathLst>
                  <a:path w="191" h="193">
                    <a:moveTo>
                      <a:pt x="190" y="192"/>
                    </a:moveTo>
                    <a:lnTo>
                      <a:pt x="190" y="192"/>
                    </a:lnTo>
                    <a:lnTo>
                      <a:pt x="189" y="172"/>
                    </a:lnTo>
                    <a:lnTo>
                      <a:pt x="186" y="153"/>
                    </a:lnTo>
                    <a:lnTo>
                      <a:pt x="182" y="135"/>
                    </a:lnTo>
                    <a:lnTo>
                      <a:pt x="175" y="117"/>
                    </a:lnTo>
                    <a:lnTo>
                      <a:pt x="167" y="101"/>
                    </a:lnTo>
                    <a:lnTo>
                      <a:pt x="158" y="84"/>
                    </a:lnTo>
                    <a:lnTo>
                      <a:pt x="146" y="70"/>
                    </a:lnTo>
                    <a:lnTo>
                      <a:pt x="134" y="57"/>
                    </a:lnTo>
                    <a:lnTo>
                      <a:pt x="121" y="44"/>
                    </a:lnTo>
                    <a:lnTo>
                      <a:pt x="107" y="33"/>
                    </a:lnTo>
                    <a:lnTo>
                      <a:pt x="90" y="23"/>
                    </a:lnTo>
                    <a:lnTo>
                      <a:pt x="74" y="16"/>
                    </a:lnTo>
                    <a:lnTo>
                      <a:pt x="56" y="9"/>
                    </a:lnTo>
                    <a:lnTo>
                      <a:pt x="38" y="4"/>
                    </a:lnTo>
                    <a:lnTo>
                      <a:pt x="19" y="1"/>
                    </a:lnTo>
                    <a:lnTo>
                      <a:pt x="0" y="0"/>
                    </a:lnTo>
                  </a:path>
                </a:pathLst>
              </a:custGeom>
              <a:solidFill>
                <a:schemeClr val="bg1"/>
              </a:solidFill>
              <a:ln w="25400" cap="rnd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endParaRPr lang="es-ES_tradnl" sz="1800" noProof="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20" name="Group 414">
              <a:extLst>
                <a:ext uri="{FF2B5EF4-FFF2-40B4-BE49-F238E27FC236}">
                  <a16:creationId xmlns:a16="http://schemas.microsoft.com/office/drawing/2014/main" id="{5E80EFA4-4966-8C34-6835-B190859F9122}"/>
                </a:ext>
              </a:extLst>
            </p:cNvPr>
            <p:cNvGrpSpPr>
              <a:grpSpLocks/>
            </p:cNvGrpSpPr>
            <p:nvPr/>
          </p:nvGrpSpPr>
          <p:grpSpPr bwMode="auto">
            <a:xfrm rot="5400000">
              <a:off x="5547722" y="1843678"/>
              <a:ext cx="521829" cy="492074"/>
              <a:chOff x="4464" y="1200"/>
              <a:chExt cx="432" cy="432"/>
            </a:xfrm>
          </p:grpSpPr>
          <p:sp>
            <p:nvSpPr>
              <p:cNvPr id="46" name="Freeform 415">
                <a:extLst>
                  <a:ext uri="{FF2B5EF4-FFF2-40B4-BE49-F238E27FC236}">
                    <a16:creationId xmlns:a16="http://schemas.microsoft.com/office/drawing/2014/main" id="{2AE8C8CD-EEA8-9C0E-399E-BC389EB7AF8C}"/>
                  </a:ext>
                </a:extLst>
              </p:cNvPr>
              <p:cNvSpPr>
                <a:spLocks/>
              </p:cNvSpPr>
              <p:nvPr/>
            </p:nvSpPr>
            <p:spPr bwMode="blackWhite">
              <a:xfrm>
                <a:off x="4703" y="1416"/>
                <a:ext cx="193" cy="216"/>
              </a:xfrm>
              <a:custGeom>
                <a:avLst/>
                <a:gdLst/>
                <a:ahLst/>
                <a:cxnLst>
                  <a:cxn ang="0">
                    <a:pos x="0" y="191"/>
                  </a:cxn>
                  <a:cxn ang="0">
                    <a:pos x="0" y="191"/>
                  </a:cxn>
                  <a:cxn ang="0">
                    <a:pos x="0" y="191"/>
                  </a:cxn>
                  <a:cxn ang="0">
                    <a:pos x="0" y="191"/>
                  </a:cxn>
                  <a:cxn ang="0">
                    <a:pos x="0" y="191"/>
                  </a:cxn>
                  <a:cxn ang="0">
                    <a:pos x="0" y="191"/>
                  </a:cxn>
                  <a:cxn ang="0">
                    <a:pos x="0" y="191"/>
                  </a:cxn>
                  <a:cxn ang="0">
                    <a:pos x="19" y="190"/>
                  </a:cxn>
                  <a:cxn ang="0">
                    <a:pos x="38" y="187"/>
                  </a:cxn>
                  <a:cxn ang="0">
                    <a:pos x="56" y="182"/>
                  </a:cxn>
                  <a:cxn ang="0">
                    <a:pos x="74" y="175"/>
                  </a:cxn>
                  <a:cxn ang="0">
                    <a:pos x="90" y="168"/>
                  </a:cxn>
                  <a:cxn ang="0">
                    <a:pos x="107" y="158"/>
                  </a:cxn>
                  <a:cxn ang="0">
                    <a:pos x="121" y="147"/>
                  </a:cxn>
                  <a:cxn ang="0">
                    <a:pos x="134" y="134"/>
                  </a:cxn>
                  <a:cxn ang="0">
                    <a:pos x="146" y="121"/>
                  </a:cxn>
                  <a:cxn ang="0">
                    <a:pos x="158" y="107"/>
                  </a:cxn>
                  <a:cxn ang="0">
                    <a:pos x="167" y="90"/>
                  </a:cxn>
                  <a:cxn ang="0">
                    <a:pos x="175" y="74"/>
                  </a:cxn>
                  <a:cxn ang="0">
                    <a:pos x="182" y="56"/>
                  </a:cxn>
                  <a:cxn ang="0">
                    <a:pos x="186" y="38"/>
                  </a:cxn>
                  <a:cxn ang="0">
                    <a:pos x="189" y="19"/>
                  </a:cxn>
                  <a:cxn ang="0">
                    <a:pos x="190" y="0"/>
                  </a:cxn>
                </a:cxnLst>
                <a:rect l="0" t="0" r="r" b="b"/>
                <a:pathLst>
                  <a:path w="191" h="192">
                    <a:moveTo>
                      <a:pt x="0" y="191"/>
                    </a:moveTo>
                    <a:lnTo>
                      <a:pt x="0" y="191"/>
                    </a:lnTo>
                    <a:lnTo>
                      <a:pt x="0" y="191"/>
                    </a:lnTo>
                    <a:lnTo>
                      <a:pt x="0" y="191"/>
                    </a:lnTo>
                    <a:lnTo>
                      <a:pt x="0" y="191"/>
                    </a:lnTo>
                    <a:lnTo>
                      <a:pt x="0" y="191"/>
                    </a:lnTo>
                    <a:lnTo>
                      <a:pt x="0" y="191"/>
                    </a:lnTo>
                    <a:lnTo>
                      <a:pt x="19" y="190"/>
                    </a:lnTo>
                    <a:lnTo>
                      <a:pt x="38" y="187"/>
                    </a:lnTo>
                    <a:lnTo>
                      <a:pt x="56" y="182"/>
                    </a:lnTo>
                    <a:lnTo>
                      <a:pt x="74" y="175"/>
                    </a:lnTo>
                    <a:lnTo>
                      <a:pt x="90" y="168"/>
                    </a:lnTo>
                    <a:lnTo>
                      <a:pt x="107" y="158"/>
                    </a:lnTo>
                    <a:lnTo>
                      <a:pt x="121" y="147"/>
                    </a:lnTo>
                    <a:lnTo>
                      <a:pt x="134" y="134"/>
                    </a:lnTo>
                    <a:lnTo>
                      <a:pt x="146" y="121"/>
                    </a:lnTo>
                    <a:lnTo>
                      <a:pt x="158" y="107"/>
                    </a:lnTo>
                    <a:lnTo>
                      <a:pt x="167" y="90"/>
                    </a:lnTo>
                    <a:lnTo>
                      <a:pt x="175" y="74"/>
                    </a:lnTo>
                    <a:lnTo>
                      <a:pt x="182" y="56"/>
                    </a:lnTo>
                    <a:lnTo>
                      <a:pt x="186" y="38"/>
                    </a:lnTo>
                    <a:lnTo>
                      <a:pt x="189" y="19"/>
                    </a:lnTo>
                    <a:lnTo>
                      <a:pt x="190" y="0"/>
                    </a:lnTo>
                  </a:path>
                </a:pathLst>
              </a:custGeom>
              <a:solidFill>
                <a:schemeClr val="bg1"/>
              </a:solidFill>
              <a:ln w="25400" cap="rnd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endParaRPr lang="es-ES_tradnl" sz="1800" noProof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7" name="Freeform 416">
                <a:extLst>
                  <a:ext uri="{FF2B5EF4-FFF2-40B4-BE49-F238E27FC236}">
                    <a16:creationId xmlns:a16="http://schemas.microsoft.com/office/drawing/2014/main" id="{C12377F5-A2FF-7D36-2D04-3BE894D594D8}"/>
                  </a:ext>
                </a:extLst>
              </p:cNvPr>
              <p:cNvSpPr>
                <a:spLocks/>
              </p:cNvSpPr>
              <p:nvPr/>
            </p:nvSpPr>
            <p:spPr bwMode="blackWhite">
              <a:xfrm>
                <a:off x="4464" y="1200"/>
                <a:ext cx="239" cy="432"/>
              </a:xfrm>
              <a:custGeom>
                <a:avLst/>
                <a:gdLst/>
                <a:ahLst/>
                <a:cxnLst>
                  <a:cxn ang="0">
                    <a:pos x="379" y="383"/>
                  </a:cxn>
                  <a:cxn ang="0">
                    <a:pos x="0" y="383"/>
                  </a:cxn>
                  <a:cxn ang="0">
                    <a:pos x="0" y="0"/>
                  </a:cxn>
                  <a:cxn ang="0">
                    <a:pos x="379" y="0"/>
                  </a:cxn>
                </a:cxnLst>
                <a:rect l="0" t="0" r="r" b="b"/>
                <a:pathLst>
                  <a:path w="380" h="384">
                    <a:moveTo>
                      <a:pt x="379" y="383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379" y="0"/>
                    </a:lnTo>
                  </a:path>
                </a:pathLst>
              </a:custGeom>
              <a:solidFill>
                <a:schemeClr val="bg1"/>
              </a:solidFill>
              <a:ln w="25400" cap="rnd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endParaRPr lang="es-ES_tradnl" sz="1800" noProof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8" name="Freeform 417">
                <a:extLst>
                  <a:ext uri="{FF2B5EF4-FFF2-40B4-BE49-F238E27FC236}">
                    <a16:creationId xmlns:a16="http://schemas.microsoft.com/office/drawing/2014/main" id="{55779D1C-271B-BD36-9DE8-E00525B40AB3}"/>
                  </a:ext>
                </a:extLst>
              </p:cNvPr>
              <p:cNvSpPr>
                <a:spLocks/>
              </p:cNvSpPr>
              <p:nvPr/>
            </p:nvSpPr>
            <p:spPr bwMode="blackWhite">
              <a:xfrm>
                <a:off x="4703" y="1200"/>
                <a:ext cx="193" cy="217"/>
              </a:xfrm>
              <a:custGeom>
                <a:avLst/>
                <a:gdLst/>
                <a:ahLst/>
                <a:cxnLst>
                  <a:cxn ang="0">
                    <a:pos x="190" y="192"/>
                  </a:cxn>
                  <a:cxn ang="0">
                    <a:pos x="190" y="192"/>
                  </a:cxn>
                  <a:cxn ang="0">
                    <a:pos x="189" y="172"/>
                  </a:cxn>
                  <a:cxn ang="0">
                    <a:pos x="186" y="153"/>
                  </a:cxn>
                  <a:cxn ang="0">
                    <a:pos x="182" y="135"/>
                  </a:cxn>
                  <a:cxn ang="0">
                    <a:pos x="175" y="117"/>
                  </a:cxn>
                  <a:cxn ang="0">
                    <a:pos x="167" y="101"/>
                  </a:cxn>
                  <a:cxn ang="0">
                    <a:pos x="158" y="84"/>
                  </a:cxn>
                  <a:cxn ang="0">
                    <a:pos x="146" y="70"/>
                  </a:cxn>
                  <a:cxn ang="0">
                    <a:pos x="134" y="57"/>
                  </a:cxn>
                  <a:cxn ang="0">
                    <a:pos x="121" y="44"/>
                  </a:cxn>
                  <a:cxn ang="0">
                    <a:pos x="107" y="33"/>
                  </a:cxn>
                  <a:cxn ang="0">
                    <a:pos x="90" y="23"/>
                  </a:cxn>
                  <a:cxn ang="0">
                    <a:pos x="74" y="16"/>
                  </a:cxn>
                  <a:cxn ang="0">
                    <a:pos x="56" y="9"/>
                  </a:cxn>
                  <a:cxn ang="0">
                    <a:pos x="38" y="4"/>
                  </a:cxn>
                  <a:cxn ang="0">
                    <a:pos x="19" y="1"/>
                  </a:cxn>
                  <a:cxn ang="0">
                    <a:pos x="0" y="0"/>
                  </a:cxn>
                </a:cxnLst>
                <a:rect l="0" t="0" r="r" b="b"/>
                <a:pathLst>
                  <a:path w="191" h="193">
                    <a:moveTo>
                      <a:pt x="190" y="192"/>
                    </a:moveTo>
                    <a:lnTo>
                      <a:pt x="190" y="192"/>
                    </a:lnTo>
                    <a:lnTo>
                      <a:pt x="189" y="172"/>
                    </a:lnTo>
                    <a:lnTo>
                      <a:pt x="186" y="153"/>
                    </a:lnTo>
                    <a:lnTo>
                      <a:pt x="182" y="135"/>
                    </a:lnTo>
                    <a:lnTo>
                      <a:pt x="175" y="117"/>
                    </a:lnTo>
                    <a:lnTo>
                      <a:pt x="167" y="101"/>
                    </a:lnTo>
                    <a:lnTo>
                      <a:pt x="158" y="84"/>
                    </a:lnTo>
                    <a:lnTo>
                      <a:pt x="146" y="70"/>
                    </a:lnTo>
                    <a:lnTo>
                      <a:pt x="134" y="57"/>
                    </a:lnTo>
                    <a:lnTo>
                      <a:pt x="121" y="44"/>
                    </a:lnTo>
                    <a:lnTo>
                      <a:pt x="107" y="33"/>
                    </a:lnTo>
                    <a:lnTo>
                      <a:pt x="90" y="23"/>
                    </a:lnTo>
                    <a:lnTo>
                      <a:pt x="74" y="16"/>
                    </a:lnTo>
                    <a:lnTo>
                      <a:pt x="56" y="9"/>
                    </a:lnTo>
                    <a:lnTo>
                      <a:pt x="38" y="4"/>
                    </a:lnTo>
                    <a:lnTo>
                      <a:pt x="19" y="1"/>
                    </a:lnTo>
                    <a:lnTo>
                      <a:pt x="0" y="0"/>
                    </a:lnTo>
                  </a:path>
                </a:pathLst>
              </a:custGeom>
              <a:solidFill>
                <a:schemeClr val="bg1"/>
              </a:solidFill>
              <a:ln w="25400" cap="rnd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endParaRPr lang="es-ES_tradnl" sz="1800" noProof="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21" name="Line 431">
              <a:extLst>
                <a:ext uri="{FF2B5EF4-FFF2-40B4-BE49-F238E27FC236}">
                  <a16:creationId xmlns:a16="http://schemas.microsoft.com/office/drawing/2014/main" id="{83953830-3F98-52F6-09D6-DC48E757B198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V="1">
              <a:off x="5846010" y="1731211"/>
              <a:ext cx="195178" cy="0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/>
            </a:ln>
            <a:effectLst/>
          </p:spPr>
          <p:txBody>
            <a:bodyPr anchor="ctr"/>
            <a:lstStyle/>
            <a:p>
              <a:endParaRPr lang="es-ES_tradnl" sz="1800" noProof="0" dirty="0">
                <a:solidFill>
                  <a:schemeClr val="tx1"/>
                </a:solidFill>
              </a:endParaRPr>
            </a:p>
          </p:txBody>
        </p:sp>
        <p:sp>
          <p:nvSpPr>
            <p:cNvPr id="22" name="Line 431">
              <a:extLst>
                <a:ext uri="{FF2B5EF4-FFF2-40B4-BE49-F238E27FC236}">
                  <a16:creationId xmlns:a16="http://schemas.microsoft.com/office/drawing/2014/main" id="{805CCD9C-5F28-0897-F9E3-01DC6C211DD1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V="1">
              <a:off x="6760410" y="1731211"/>
              <a:ext cx="195178" cy="0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/>
            </a:ln>
            <a:effectLst/>
          </p:spPr>
          <p:txBody>
            <a:bodyPr anchor="ctr"/>
            <a:lstStyle/>
            <a:p>
              <a:endParaRPr lang="es-ES_tradnl" sz="1800" noProof="0" dirty="0">
                <a:solidFill>
                  <a:schemeClr val="tx1"/>
                </a:solidFill>
              </a:endParaRPr>
            </a:p>
          </p:txBody>
        </p:sp>
        <p:sp>
          <p:nvSpPr>
            <p:cNvPr id="23" name="Line 431">
              <a:extLst>
                <a:ext uri="{FF2B5EF4-FFF2-40B4-BE49-F238E27FC236}">
                  <a16:creationId xmlns:a16="http://schemas.microsoft.com/office/drawing/2014/main" id="{8B438E51-67C0-07C1-7E08-EA1004D5B24C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V="1">
              <a:off x="7065211" y="1735889"/>
              <a:ext cx="195178" cy="0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/>
            </a:ln>
            <a:effectLst/>
          </p:spPr>
          <p:txBody>
            <a:bodyPr anchor="ctr"/>
            <a:lstStyle/>
            <a:p>
              <a:endParaRPr lang="es-ES_tradnl" sz="1800" noProof="0" dirty="0">
                <a:solidFill>
                  <a:schemeClr val="tx1"/>
                </a:solidFill>
              </a:endParaRPr>
            </a:p>
          </p:txBody>
        </p:sp>
        <p:sp>
          <p:nvSpPr>
            <p:cNvPr id="24" name="Line 431">
              <a:extLst>
                <a:ext uri="{FF2B5EF4-FFF2-40B4-BE49-F238E27FC236}">
                  <a16:creationId xmlns:a16="http://schemas.microsoft.com/office/drawing/2014/main" id="{2628FFC3-7DC1-36D6-65D2-11E66EA8B15A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V="1">
              <a:off x="7446210" y="1731211"/>
              <a:ext cx="195178" cy="0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/>
            </a:ln>
            <a:effectLst/>
          </p:spPr>
          <p:txBody>
            <a:bodyPr anchor="ctr"/>
            <a:lstStyle/>
            <a:p>
              <a:endParaRPr lang="es-ES_tradnl" sz="1800" noProof="0" dirty="0">
                <a:solidFill>
                  <a:schemeClr val="tx1"/>
                </a:solidFill>
              </a:endParaRPr>
            </a:p>
          </p:txBody>
        </p:sp>
        <p:sp>
          <p:nvSpPr>
            <p:cNvPr id="25" name="Line 431">
              <a:extLst>
                <a:ext uri="{FF2B5EF4-FFF2-40B4-BE49-F238E27FC236}">
                  <a16:creationId xmlns:a16="http://schemas.microsoft.com/office/drawing/2014/main" id="{76C4B636-165D-1E58-9860-78BB446EE06F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V="1">
              <a:off x="7751010" y="1731211"/>
              <a:ext cx="195178" cy="0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/>
            </a:ln>
            <a:effectLst/>
          </p:spPr>
          <p:txBody>
            <a:bodyPr anchor="ctr"/>
            <a:lstStyle/>
            <a:p>
              <a:endParaRPr lang="es-ES_tradnl" sz="1800" noProof="0" dirty="0">
                <a:solidFill>
                  <a:schemeClr val="tx1"/>
                </a:solidFill>
              </a:endParaRPr>
            </a:p>
          </p:txBody>
        </p:sp>
        <p:sp>
          <p:nvSpPr>
            <p:cNvPr id="26" name="Line 431">
              <a:extLst>
                <a:ext uri="{FF2B5EF4-FFF2-40B4-BE49-F238E27FC236}">
                  <a16:creationId xmlns:a16="http://schemas.microsoft.com/office/drawing/2014/main" id="{07DF6E44-5C9B-4AFF-84B8-B621EAF6D91F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V="1">
              <a:off x="8208210" y="1731211"/>
              <a:ext cx="195178" cy="0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/>
            </a:ln>
            <a:effectLst/>
          </p:spPr>
          <p:txBody>
            <a:bodyPr anchor="ctr"/>
            <a:lstStyle/>
            <a:p>
              <a:endParaRPr lang="es-ES_tradnl" sz="1800" noProof="0" dirty="0">
                <a:solidFill>
                  <a:schemeClr val="tx1"/>
                </a:solidFill>
              </a:endParaRPr>
            </a:p>
          </p:txBody>
        </p:sp>
        <p:sp>
          <p:nvSpPr>
            <p:cNvPr id="27" name="Line 431">
              <a:extLst>
                <a:ext uri="{FF2B5EF4-FFF2-40B4-BE49-F238E27FC236}">
                  <a16:creationId xmlns:a16="http://schemas.microsoft.com/office/drawing/2014/main" id="{CF74E138-FDA1-B3E6-2D0C-BBE985287A81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V="1">
              <a:off x="8513010" y="1731211"/>
              <a:ext cx="195178" cy="0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/>
            </a:ln>
            <a:effectLst/>
          </p:spPr>
          <p:txBody>
            <a:bodyPr anchor="ctr"/>
            <a:lstStyle/>
            <a:p>
              <a:endParaRPr lang="es-ES_tradnl" sz="1800" noProof="0" dirty="0">
                <a:solidFill>
                  <a:schemeClr val="tx1"/>
                </a:solidFill>
              </a:endParaRPr>
            </a:p>
          </p:txBody>
        </p:sp>
        <p:sp>
          <p:nvSpPr>
            <p:cNvPr id="28" name="Line 431">
              <a:extLst>
                <a:ext uri="{FF2B5EF4-FFF2-40B4-BE49-F238E27FC236}">
                  <a16:creationId xmlns:a16="http://schemas.microsoft.com/office/drawing/2014/main" id="{2874E8B7-B575-5BD9-8FBF-29C60EE1FDBE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V="1">
              <a:off x="5719011" y="2459789"/>
              <a:ext cx="195178" cy="0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/>
            </a:ln>
            <a:effectLst/>
          </p:spPr>
          <p:txBody>
            <a:bodyPr anchor="ctr"/>
            <a:lstStyle/>
            <a:p>
              <a:endParaRPr lang="es-ES_tradnl" sz="1800" noProof="0" dirty="0">
                <a:solidFill>
                  <a:schemeClr val="tx1"/>
                </a:solidFill>
              </a:endParaRPr>
            </a:p>
          </p:txBody>
        </p:sp>
        <p:sp>
          <p:nvSpPr>
            <p:cNvPr id="29" name="Line 431">
              <a:extLst>
                <a:ext uri="{FF2B5EF4-FFF2-40B4-BE49-F238E27FC236}">
                  <a16:creationId xmlns:a16="http://schemas.microsoft.com/office/drawing/2014/main" id="{F756E2E5-FB6F-BD9E-6054-01A5FCA4FF73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V="1">
              <a:off x="6938210" y="2459789"/>
              <a:ext cx="195178" cy="0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/>
            </a:ln>
            <a:effectLst/>
          </p:spPr>
          <p:txBody>
            <a:bodyPr anchor="ctr"/>
            <a:lstStyle/>
            <a:p>
              <a:endParaRPr lang="es-ES_tradnl" sz="1800" noProof="0" dirty="0">
                <a:solidFill>
                  <a:schemeClr val="tx1"/>
                </a:solidFill>
              </a:endParaRPr>
            </a:p>
          </p:txBody>
        </p:sp>
        <p:sp>
          <p:nvSpPr>
            <p:cNvPr id="30" name="Line 431">
              <a:extLst>
                <a:ext uri="{FF2B5EF4-FFF2-40B4-BE49-F238E27FC236}">
                  <a16:creationId xmlns:a16="http://schemas.microsoft.com/office/drawing/2014/main" id="{F8A06D7F-4D65-7393-1EF9-F147847B62FD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V="1">
              <a:off x="7624010" y="2459789"/>
              <a:ext cx="195178" cy="0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/>
            </a:ln>
            <a:effectLst/>
          </p:spPr>
          <p:txBody>
            <a:bodyPr anchor="ctr"/>
            <a:lstStyle/>
            <a:p>
              <a:endParaRPr lang="es-ES_tradnl" sz="1800" noProof="0" dirty="0">
                <a:solidFill>
                  <a:schemeClr val="tx1"/>
                </a:solidFill>
              </a:endParaRPr>
            </a:p>
          </p:txBody>
        </p:sp>
        <p:sp>
          <p:nvSpPr>
            <p:cNvPr id="31" name="Line 431">
              <a:extLst>
                <a:ext uri="{FF2B5EF4-FFF2-40B4-BE49-F238E27FC236}">
                  <a16:creationId xmlns:a16="http://schemas.microsoft.com/office/drawing/2014/main" id="{3CB9B8A2-B8A4-3FEB-DACB-6D6B4975CAC1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V="1">
              <a:off x="8386010" y="2459789"/>
              <a:ext cx="195178" cy="0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/>
            </a:ln>
            <a:effectLst/>
          </p:spPr>
          <p:txBody>
            <a:bodyPr anchor="ctr"/>
            <a:lstStyle/>
            <a:p>
              <a:endParaRPr lang="es-ES_tradnl" sz="1800" noProof="0" dirty="0">
                <a:solidFill>
                  <a:schemeClr val="tx1"/>
                </a:solidFill>
              </a:endParaRPr>
            </a:p>
          </p:txBody>
        </p:sp>
        <p:sp>
          <p:nvSpPr>
            <p:cNvPr id="32" name="Line 431">
              <a:extLst>
                <a:ext uri="{FF2B5EF4-FFF2-40B4-BE49-F238E27FC236}">
                  <a16:creationId xmlns:a16="http://schemas.microsoft.com/office/drawing/2014/main" id="{DF0E6A55-3C4F-1677-E80F-3D46A8D46BED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V="1">
              <a:off x="6400799" y="1871578"/>
              <a:ext cx="0" cy="304800"/>
            </a:xfrm>
            <a:prstGeom prst="line">
              <a:avLst/>
            </a:prstGeom>
            <a:noFill/>
            <a:ln w="19050" cap="flat" cmpd="sng" algn="ctr">
              <a:solidFill>
                <a:schemeClr val="tx2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  <p:txBody>
            <a:bodyPr anchor="ctr"/>
            <a:lstStyle/>
            <a:p>
              <a:endParaRPr lang="es-ES_tradnl" sz="1800" noProof="0" dirty="0">
                <a:solidFill>
                  <a:schemeClr val="tx1"/>
                </a:solidFill>
              </a:endParaRPr>
            </a:p>
          </p:txBody>
        </p:sp>
        <p:sp>
          <p:nvSpPr>
            <p:cNvPr id="33" name="Line 431">
              <a:extLst>
                <a:ext uri="{FF2B5EF4-FFF2-40B4-BE49-F238E27FC236}">
                  <a16:creationId xmlns:a16="http://schemas.microsoft.com/office/drawing/2014/main" id="{3774B93E-B638-5C77-80B5-C83E3CCEC723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V="1">
              <a:off x="5541210" y="1731211"/>
              <a:ext cx="195178" cy="0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/>
            </a:ln>
            <a:effectLst/>
          </p:spPr>
          <p:txBody>
            <a:bodyPr anchor="ctr"/>
            <a:lstStyle/>
            <a:p>
              <a:endParaRPr lang="es-ES_tradnl" sz="1800" noProof="0" dirty="0">
                <a:solidFill>
                  <a:schemeClr val="tx1"/>
                </a:solidFill>
              </a:endParaRPr>
            </a:p>
          </p:txBody>
        </p:sp>
        <p:sp>
          <p:nvSpPr>
            <p:cNvPr id="34" name="CuadroTexto 33">
              <a:extLst>
                <a:ext uri="{FF2B5EF4-FFF2-40B4-BE49-F238E27FC236}">
                  <a16:creationId xmlns:a16="http://schemas.microsoft.com/office/drawing/2014/main" id="{9C09CF22-9382-9B13-68BA-EE4C1DDF7913}"/>
                </a:ext>
              </a:extLst>
            </p:cNvPr>
            <p:cNvSpPr txBox="1"/>
            <p:nvPr/>
          </p:nvSpPr>
          <p:spPr>
            <a:xfrm>
              <a:off x="5334000" y="1219200"/>
              <a:ext cx="5226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_tradnl" sz="1800" noProof="0" dirty="0">
                  <a:solidFill>
                    <a:schemeClr val="tx1"/>
                  </a:solidFill>
                </a:rPr>
                <a:t>A</a:t>
              </a:r>
              <a:r>
                <a:rPr lang="es-ES_tradnl" sz="1800" b="1" baseline="-25000" noProof="0" dirty="0">
                  <a:solidFill>
                    <a:schemeClr val="tx1"/>
                  </a:solidFill>
                </a:rPr>
                <a:t>31</a:t>
              </a:r>
            </a:p>
          </p:txBody>
        </p:sp>
        <p:sp>
          <p:nvSpPr>
            <p:cNvPr id="35" name="CuadroTexto 34">
              <a:extLst>
                <a:ext uri="{FF2B5EF4-FFF2-40B4-BE49-F238E27FC236}">
                  <a16:creationId xmlns:a16="http://schemas.microsoft.com/office/drawing/2014/main" id="{3EBAB619-6378-B3DA-1564-E20980029C33}"/>
                </a:ext>
              </a:extLst>
            </p:cNvPr>
            <p:cNvSpPr txBox="1"/>
            <p:nvPr/>
          </p:nvSpPr>
          <p:spPr>
            <a:xfrm>
              <a:off x="5765850" y="1219200"/>
              <a:ext cx="50980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_tradnl" sz="1800" noProof="0" dirty="0">
                  <a:solidFill>
                    <a:schemeClr val="tx1"/>
                  </a:solidFill>
                </a:rPr>
                <a:t>B</a:t>
              </a:r>
              <a:r>
                <a:rPr lang="es-ES_tradnl" sz="1800" b="1" baseline="-25000" noProof="0" dirty="0">
                  <a:solidFill>
                    <a:schemeClr val="tx1"/>
                  </a:solidFill>
                </a:rPr>
                <a:t>31</a:t>
              </a:r>
            </a:p>
          </p:txBody>
        </p:sp>
        <p:sp>
          <p:nvSpPr>
            <p:cNvPr id="36" name="CuadroTexto 35">
              <a:extLst>
                <a:ext uri="{FF2B5EF4-FFF2-40B4-BE49-F238E27FC236}">
                  <a16:creationId xmlns:a16="http://schemas.microsoft.com/office/drawing/2014/main" id="{D016F9CE-D461-99ED-687C-9121643306A9}"/>
                </a:ext>
              </a:extLst>
            </p:cNvPr>
            <p:cNvSpPr txBox="1"/>
            <p:nvPr/>
          </p:nvSpPr>
          <p:spPr>
            <a:xfrm>
              <a:off x="6629400" y="1219200"/>
              <a:ext cx="43703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_tradnl" sz="1800" noProof="0" dirty="0">
                  <a:solidFill>
                    <a:schemeClr val="tx1"/>
                  </a:solidFill>
                </a:rPr>
                <a:t>A</a:t>
              </a:r>
              <a:r>
                <a:rPr lang="es-ES_tradnl" sz="1800" b="1" baseline="-25000" noProof="0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37" name="CuadroTexto 36">
              <a:extLst>
                <a:ext uri="{FF2B5EF4-FFF2-40B4-BE49-F238E27FC236}">
                  <a16:creationId xmlns:a16="http://schemas.microsoft.com/office/drawing/2014/main" id="{A891ABB7-BA69-EBD1-7F01-23F3EA681862}"/>
                </a:ext>
              </a:extLst>
            </p:cNvPr>
            <p:cNvSpPr txBox="1"/>
            <p:nvPr/>
          </p:nvSpPr>
          <p:spPr>
            <a:xfrm>
              <a:off x="6934200" y="1219200"/>
              <a:ext cx="42421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_tradnl" sz="1800" noProof="0" dirty="0">
                  <a:solidFill>
                    <a:schemeClr val="tx1"/>
                  </a:solidFill>
                </a:rPr>
                <a:t>B</a:t>
              </a:r>
              <a:r>
                <a:rPr lang="es-ES_tradnl" sz="1800" b="1" baseline="-25000" noProof="0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38" name="CuadroTexto 37">
              <a:extLst>
                <a:ext uri="{FF2B5EF4-FFF2-40B4-BE49-F238E27FC236}">
                  <a16:creationId xmlns:a16="http://schemas.microsoft.com/office/drawing/2014/main" id="{F50E63C7-20A0-E1EE-B1D8-3B7462A27CC2}"/>
                </a:ext>
              </a:extLst>
            </p:cNvPr>
            <p:cNvSpPr txBox="1"/>
            <p:nvPr/>
          </p:nvSpPr>
          <p:spPr>
            <a:xfrm>
              <a:off x="7315200" y="1219200"/>
              <a:ext cx="43703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_tradnl" sz="1800" noProof="0" dirty="0">
                  <a:solidFill>
                    <a:schemeClr val="tx1"/>
                  </a:solidFill>
                </a:rPr>
                <a:t>A</a:t>
              </a:r>
              <a:r>
                <a:rPr lang="es-ES_tradnl" sz="1800" b="1" baseline="-25000" noProof="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39" name="CuadroTexto 38">
              <a:extLst>
                <a:ext uri="{FF2B5EF4-FFF2-40B4-BE49-F238E27FC236}">
                  <a16:creationId xmlns:a16="http://schemas.microsoft.com/office/drawing/2014/main" id="{8BA1AA72-A71B-4E9C-12D0-0320AF475CDB}"/>
                </a:ext>
              </a:extLst>
            </p:cNvPr>
            <p:cNvSpPr txBox="1"/>
            <p:nvPr/>
          </p:nvSpPr>
          <p:spPr>
            <a:xfrm>
              <a:off x="7632824" y="1219200"/>
              <a:ext cx="42421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_tradnl" sz="1800" noProof="0" dirty="0">
                  <a:solidFill>
                    <a:schemeClr val="tx1"/>
                  </a:solidFill>
                </a:rPr>
                <a:t>B</a:t>
              </a:r>
              <a:r>
                <a:rPr lang="es-ES_tradnl" sz="1800" b="1" baseline="-25000" noProof="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40" name="CuadroTexto 39">
              <a:extLst>
                <a:ext uri="{FF2B5EF4-FFF2-40B4-BE49-F238E27FC236}">
                  <a16:creationId xmlns:a16="http://schemas.microsoft.com/office/drawing/2014/main" id="{CA070A6E-6252-34A4-017A-F1F38B06A6F1}"/>
                </a:ext>
              </a:extLst>
            </p:cNvPr>
            <p:cNvSpPr txBox="1"/>
            <p:nvPr/>
          </p:nvSpPr>
          <p:spPr>
            <a:xfrm>
              <a:off x="8070745" y="1219200"/>
              <a:ext cx="43703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_tradnl" sz="1800" noProof="0" dirty="0">
                  <a:solidFill>
                    <a:schemeClr val="tx1"/>
                  </a:solidFill>
                </a:rPr>
                <a:t>A</a:t>
              </a:r>
              <a:r>
                <a:rPr lang="es-ES_tradnl" sz="1800" b="1" baseline="-25000" noProof="0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41" name="CuadroTexto 40">
              <a:extLst>
                <a:ext uri="{FF2B5EF4-FFF2-40B4-BE49-F238E27FC236}">
                  <a16:creationId xmlns:a16="http://schemas.microsoft.com/office/drawing/2014/main" id="{933D449E-31E7-797A-D659-6B0422E83654}"/>
                </a:ext>
              </a:extLst>
            </p:cNvPr>
            <p:cNvSpPr txBox="1"/>
            <p:nvPr/>
          </p:nvSpPr>
          <p:spPr>
            <a:xfrm>
              <a:off x="8388369" y="1219200"/>
              <a:ext cx="42421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_tradnl" sz="1800" noProof="0" dirty="0">
                  <a:solidFill>
                    <a:schemeClr val="tx1"/>
                  </a:solidFill>
                </a:rPr>
                <a:t>B</a:t>
              </a:r>
              <a:r>
                <a:rPr lang="es-ES_tradnl" sz="1800" b="1" baseline="-25000" noProof="0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42" name="CuadroTexto 41">
              <a:extLst>
                <a:ext uri="{FF2B5EF4-FFF2-40B4-BE49-F238E27FC236}">
                  <a16:creationId xmlns:a16="http://schemas.microsoft.com/office/drawing/2014/main" id="{A5E50944-387D-FC3E-1A8C-D7BC45E49BC6}"/>
                </a:ext>
              </a:extLst>
            </p:cNvPr>
            <p:cNvSpPr txBox="1"/>
            <p:nvPr/>
          </p:nvSpPr>
          <p:spPr>
            <a:xfrm>
              <a:off x="5562600" y="2514600"/>
              <a:ext cx="52253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_tradnl" sz="1800" noProof="0" dirty="0">
                  <a:solidFill>
                    <a:schemeClr val="tx1"/>
                  </a:solidFill>
                </a:rPr>
                <a:t>R</a:t>
              </a:r>
              <a:r>
                <a:rPr lang="es-ES_tradnl" sz="1800" b="1" baseline="-25000" noProof="0" dirty="0">
                  <a:solidFill>
                    <a:schemeClr val="tx1"/>
                  </a:solidFill>
                </a:rPr>
                <a:t>31</a:t>
              </a:r>
            </a:p>
          </p:txBody>
        </p:sp>
        <p:sp>
          <p:nvSpPr>
            <p:cNvPr id="43" name="CuadroTexto 42">
              <a:extLst>
                <a:ext uri="{FF2B5EF4-FFF2-40B4-BE49-F238E27FC236}">
                  <a16:creationId xmlns:a16="http://schemas.microsoft.com/office/drawing/2014/main" id="{7B4F755D-9E68-AD84-D87A-C547FEB9028D}"/>
                </a:ext>
              </a:extLst>
            </p:cNvPr>
            <p:cNvSpPr txBox="1"/>
            <p:nvPr/>
          </p:nvSpPr>
          <p:spPr>
            <a:xfrm>
              <a:off x="6858000" y="2514600"/>
              <a:ext cx="43695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_tradnl" sz="1800" noProof="0" dirty="0">
                  <a:solidFill>
                    <a:schemeClr val="tx1"/>
                  </a:solidFill>
                </a:rPr>
                <a:t>R</a:t>
              </a:r>
              <a:r>
                <a:rPr lang="es-ES_tradnl" sz="1800" b="1" baseline="-25000" noProof="0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44" name="CuadroTexto 43">
              <a:extLst>
                <a:ext uri="{FF2B5EF4-FFF2-40B4-BE49-F238E27FC236}">
                  <a16:creationId xmlns:a16="http://schemas.microsoft.com/office/drawing/2014/main" id="{681A160B-2844-5AF5-2B13-88BD1193B8B8}"/>
                </a:ext>
              </a:extLst>
            </p:cNvPr>
            <p:cNvSpPr txBox="1"/>
            <p:nvPr/>
          </p:nvSpPr>
          <p:spPr>
            <a:xfrm>
              <a:off x="7543800" y="2514600"/>
              <a:ext cx="43695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_tradnl" sz="1800" noProof="0" dirty="0">
                  <a:solidFill>
                    <a:schemeClr val="tx1"/>
                  </a:solidFill>
                </a:rPr>
                <a:t>R</a:t>
              </a:r>
              <a:r>
                <a:rPr lang="es-ES_tradnl" sz="1800" b="1" baseline="-25000" noProof="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45" name="CuadroTexto 44">
              <a:extLst>
                <a:ext uri="{FF2B5EF4-FFF2-40B4-BE49-F238E27FC236}">
                  <a16:creationId xmlns:a16="http://schemas.microsoft.com/office/drawing/2014/main" id="{8B76AB3E-8FD5-D889-906C-425A3159B5EC}"/>
                </a:ext>
              </a:extLst>
            </p:cNvPr>
            <p:cNvSpPr txBox="1"/>
            <p:nvPr/>
          </p:nvSpPr>
          <p:spPr>
            <a:xfrm>
              <a:off x="8299345" y="2514600"/>
              <a:ext cx="43695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_tradnl" sz="1800" noProof="0" dirty="0">
                  <a:solidFill>
                    <a:schemeClr val="tx1"/>
                  </a:solidFill>
                </a:rPr>
                <a:t>R</a:t>
              </a:r>
              <a:r>
                <a:rPr lang="es-ES_tradnl" sz="1800" b="1" baseline="-25000" noProof="0" dirty="0">
                  <a:solidFill>
                    <a:schemeClr val="tx1"/>
                  </a:solidFill>
                </a:rPr>
                <a:t>0</a:t>
              </a:r>
            </a:p>
          </p:txBody>
        </p:sp>
      </p:grpSp>
      <p:grpSp>
        <p:nvGrpSpPr>
          <p:cNvPr id="58" name="Agrupar 312">
            <a:extLst>
              <a:ext uri="{FF2B5EF4-FFF2-40B4-BE49-F238E27FC236}">
                <a16:creationId xmlns:a16="http://schemas.microsoft.com/office/drawing/2014/main" id="{C9ED54E5-D652-C012-4971-D25430CE7757}"/>
              </a:ext>
            </a:extLst>
          </p:cNvPr>
          <p:cNvGrpSpPr/>
          <p:nvPr/>
        </p:nvGrpSpPr>
        <p:grpSpPr>
          <a:xfrm>
            <a:off x="5360616" y="3135868"/>
            <a:ext cx="3478584" cy="1664732"/>
            <a:chOff x="5410200" y="3048000"/>
            <a:chExt cx="3478584" cy="1664732"/>
          </a:xfrm>
        </p:grpSpPr>
        <p:grpSp>
          <p:nvGrpSpPr>
            <p:cNvPr id="59" name="Group 444">
              <a:extLst>
                <a:ext uri="{FF2B5EF4-FFF2-40B4-BE49-F238E27FC236}">
                  <a16:creationId xmlns:a16="http://schemas.microsoft.com/office/drawing/2014/main" id="{11829CF8-E781-3AD8-E2AB-3FDFEBE74B6A}"/>
                </a:ext>
              </a:extLst>
            </p:cNvPr>
            <p:cNvGrpSpPr>
              <a:grpSpLocks/>
            </p:cNvGrpSpPr>
            <p:nvPr/>
          </p:nvGrpSpPr>
          <p:grpSpPr bwMode="auto">
            <a:xfrm rot="5400000" flipV="1">
              <a:off x="8259125" y="3647185"/>
              <a:ext cx="586888" cy="493538"/>
              <a:chOff x="4309" y="1776"/>
              <a:chExt cx="491" cy="420"/>
            </a:xfrm>
          </p:grpSpPr>
          <p:sp>
            <p:nvSpPr>
              <p:cNvPr id="12331" name="Freeform 445">
                <a:extLst>
                  <a:ext uri="{FF2B5EF4-FFF2-40B4-BE49-F238E27FC236}">
                    <a16:creationId xmlns:a16="http://schemas.microsoft.com/office/drawing/2014/main" id="{A1DEB168-21F0-C606-3959-6A841197E3A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15" y="1980"/>
                <a:ext cx="285" cy="216"/>
              </a:xfrm>
              <a:custGeom>
                <a:avLst/>
                <a:gdLst/>
                <a:ahLst/>
                <a:cxnLst>
                  <a:cxn ang="0">
                    <a:pos x="0" y="199"/>
                  </a:cxn>
                  <a:cxn ang="0">
                    <a:pos x="0" y="199"/>
                  </a:cxn>
                  <a:cxn ang="0">
                    <a:pos x="0" y="199"/>
                  </a:cxn>
                  <a:cxn ang="0">
                    <a:pos x="0" y="199"/>
                  </a:cxn>
                  <a:cxn ang="0">
                    <a:pos x="0" y="199"/>
                  </a:cxn>
                  <a:cxn ang="0">
                    <a:pos x="0" y="199"/>
                  </a:cxn>
                  <a:cxn ang="0">
                    <a:pos x="0" y="199"/>
                  </a:cxn>
                  <a:cxn ang="0">
                    <a:pos x="27" y="199"/>
                  </a:cxn>
                  <a:cxn ang="0">
                    <a:pos x="53" y="196"/>
                  </a:cxn>
                  <a:cxn ang="0">
                    <a:pos x="79" y="192"/>
                  </a:cxn>
                  <a:cxn ang="0">
                    <a:pos x="105" y="186"/>
                  </a:cxn>
                  <a:cxn ang="0">
                    <a:pos x="130" y="178"/>
                  </a:cxn>
                  <a:cxn ang="0">
                    <a:pos x="155" y="168"/>
                  </a:cxn>
                  <a:cxn ang="0">
                    <a:pos x="179" y="158"/>
                  </a:cxn>
                  <a:cxn ang="0">
                    <a:pos x="202" y="145"/>
                  </a:cxn>
                  <a:cxn ang="0">
                    <a:pos x="223" y="132"/>
                  </a:cxn>
                  <a:cxn ang="0">
                    <a:pos x="245" y="117"/>
                  </a:cxn>
                  <a:cxn ang="0">
                    <a:pos x="265" y="101"/>
                  </a:cxn>
                  <a:cxn ang="0">
                    <a:pos x="284" y="82"/>
                  </a:cxn>
                  <a:cxn ang="0">
                    <a:pos x="302" y="64"/>
                  </a:cxn>
                  <a:cxn ang="0">
                    <a:pos x="319" y="43"/>
                  </a:cxn>
                  <a:cxn ang="0">
                    <a:pos x="334" y="22"/>
                  </a:cxn>
                  <a:cxn ang="0">
                    <a:pos x="348" y="0"/>
                  </a:cxn>
                </a:cxnLst>
                <a:rect l="0" t="0" r="r" b="b"/>
                <a:pathLst>
                  <a:path w="349" h="200">
                    <a:moveTo>
                      <a:pt x="0" y="199"/>
                    </a:moveTo>
                    <a:lnTo>
                      <a:pt x="0" y="199"/>
                    </a:lnTo>
                    <a:lnTo>
                      <a:pt x="0" y="199"/>
                    </a:lnTo>
                    <a:lnTo>
                      <a:pt x="0" y="199"/>
                    </a:lnTo>
                    <a:lnTo>
                      <a:pt x="0" y="199"/>
                    </a:lnTo>
                    <a:lnTo>
                      <a:pt x="0" y="199"/>
                    </a:lnTo>
                    <a:lnTo>
                      <a:pt x="0" y="199"/>
                    </a:lnTo>
                    <a:lnTo>
                      <a:pt x="27" y="199"/>
                    </a:lnTo>
                    <a:lnTo>
                      <a:pt x="53" y="196"/>
                    </a:lnTo>
                    <a:lnTo>
                      <a:pt x="79" y="192"/>
                    </a:lnTo>
                    <a:lnTo>
                      <a:pt x="105" y="186"/>
                    </a:lnTo>
                    <a:lnTo>
                      <a:pt x="130" y="178"/>
                    </a:lnTo>
                    <a:lnTo>
                      <a:pt x="155" y="168"/>
                    </a:lnTo>
                    <a:lnTo>
                      <a:pt x="179" y="158"/>
                    </a:lnTo>
                    <a:lnTo>
                      <a:pt x="202" y="145"/>
                    </a:lnTo>
                    <a:lnTo>
                      <a:pt x="223" y="132"/>
                    </a:lnTo>
                    <a:lnTo>
                      <a:pt x="245" y="117"/>
                    </a:lnTo>
                    <a:lnTo>
                      <a:pt x="265" y="101"/>
                    </a:lnTo>
                    <a:lnTo>
                      <a:pt x="284" y="82"/>
                    </a:lnTo>
                    <a:lnTo>
                      <a:pt x="302" y="64"/>
                    </a:lnTo>
                    <a:lnTo>
                      <a:pt x="319" y="43"/>
                    </a:lnTo>
                    <a:lnTo>
                      <a:pt x="334" y="22"/>
                    </a:lnTo>
                    <a:lnTo>
                      <a:pt x="348" y="0"/>
                    </a:lnTo>
                  </a:path>
                </a:pathLst>
              </a:custGeom>
              <a:noFill/>
              <a:ln w="25400" cap="rnd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endParaRPr lang="es-ES_tradnl" sz="1800" noProof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2332" name="Line 446">
                <a:extLst>
                  <a:ext uri="{FF2B5EF4-FFF2-40B4-BE49-F238E27FC236}">
                    <a16:creationId xmlns:a16="http://schemas.microsoft.com/office/drawing/2014/main" id="{D8DB1484-AE71-8602-C4BF-CB07CBFA393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310" y="2195"/>
                <a:ext cx="20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es-ES_tradnl" sz="1800" noProof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2333" name="Freeform 447">
                <a:extLst>
                  <a:ext uri="{FF2B5EF4-FFF2-40B4-BE49-F238E27FC236}">
                    <a16:creationId xmlns:a16="http://schemas.microsoft.com/office/drawing/2014/main" id="{B33C9992-66BC-11BA-73BF-3B125C41F3F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09" y="1986"/>
                <a:ext cx="68" cy="209"/>
              </a:xfrm>
              <a:custGeom>
                <a:avLst/>
                <a:gdLst/>
                <a:ahLst/>
                <a:cxnLst>
                  <a:cxn ang="0">
                    <a:pos x="0" y="192"/>
                  </a:cxn>
                  <a:cxn ang="0">
                    <a:pos x="0" y="192"/>
                  </a:cxn>
                  <a:cxn ang="0">
                    <a:pos x="9" y="182"/>
                  </a:cxn>
                  <a:cxn ang="0">
                    <a:pos x="18" y="172"/>
                  </a:cxn>
                  <a:cxn ang="0">
                    <a:pos x="27" y="161"/>
                  </a:cxn>
                  <a:cxn ang="0">
                    <a:pos x="34" y="151"/>
                  </a:cxn>
                  <a:cxn ang="0">
                    <a:pos x="42" y="139"/>
                  </a:cxn>
                  <a:cxn ang="0">
                    <a:pos x="48" y="128"/>
                  </a:cxn>
                  <a:cxn ang="0">
                    <a:pos x="55" y="116"/>
                  </a:cxn>
                  <a:cxn ang="0">
                    <a:pos x="60" y="103"/>
                  </a:cxn>
                  <a:cxn ang="0">
                    <a:pos x="65" y="91"/>
                  </a:cxn>
                  <a:cxn ang="0">
                    <a:pos x="70" y="78"/>
                  </a:cxn>
                  <a:cxn ang="0">
                    <a:pos x="73" y="65"/>
                  </a:cxn>
                  <a:cxn ang="0">
                    <a:pos x="76" y="53"/>
                  </a:cxn>
                  <a:cxn ang="0">
                    <a:pos x="79" y="39"/>
                  </a:cxn>
                  <a:cxn ang="0">
                    <a:pos x="81" y="26"/>
                  </a:cxn>
                  <a:cxn ang="0">
                    <a:pos x="82" y="13"/>
                  </a:cxn>
                  <a:cxn ang="0">
                    <a:pos x="82" y="0"/>
                  </a:cxn>
                </a:cxnLst>
                <a:rect l="0" t="0" r="r" b="b"/>
                <a:pathLst>
                  <a:path w="83" h="193">
                    <a:moveTo>
                      <a:pt x="0" y="192"/>
                    </a:moveTo>
                    <a:lnTo>
                      <a:pt x="0" y="192"/>
                    </a:lnTo>
                    <a:lnTo>
                      <a:pt x="9" y="182"/>
                    </a:lnTo>
                    <a:lnTo>
                      <a:pt x="18" y="172"/>
                    </a:lnTo>
                    <a:lnTo>
                      <a:pt x="27" y="161"/>
                    </a:lnTo>
                    <a:lnTo>
                      <a:pt x="34" y="151"/>
                    </a:lnTo>
                    <a:lnTo>
                      <a:pt x="42" y="139"/>
                    </a:lnTo>
                    <a:lnTo>
                      <a:pt x="48" y="128"/>
                    </a:lnTo>
                    <a:lnTo>
                      <a:pt x="55" y="116"/>
                    </a:lnTo>
                    <a:lnTo>
                      <a:pt x="60" y="103"/>
                    </a:lnTo>
                    <a:lnTo>
                      <a:pt x="65" y="91"/>
                    </a:lnTo>
                    <a:lnTo>
                      <a:pt x="70" y="78"/>
                    </a:lnTo>
                    <a:lnTo>
                      <a:pt x="73" y="65"/>
                    </a:lnTo>
                    <a:lnTo>
                      <a:pt x="76" y="53"/>
                    </a:lnTo>
                    <a:lnTo>
                      <a:pt x="79" y="39"/>
                    </a:lnTo>
                    <a:lnTo>
                      <a:pt x="81" y="26"/>
                    </a:lnTo>
                    <a:lnTo>
                      <a:pt x="82" y="13"/>
                    </a:lnTo>
                    <a:lnTo>
                      <a:pt x="82" y="0"/>
                    </a:lnTo>
                  </a:path>
                </a:pathLst>
              </a:custGeom>
              <a:noFill/>
              <a:ln w="25400" cap="rnd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endParaRPr lang="es-ES_tradnl" sz="1800" noProof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2334" name="Freeform 448">
                <a:extLst>
                  <a:ext uri="{FF2B5EF4-FFF2-40B4-BE49-F238E27FC236}">
                    <a16:creationId xmlns:a16="http://schemas.microsoft.com/office/drawing/2014/main" id="{E9343E79-66F3-233E-1003-EABB3F46964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09" y="1777"/>
                <a:ext cx="68" cy="210"/>
              </a:xfrm>
              <a:custGeom>
                <a:avLst/>
                <a:gdLst/>
                <a:ahLst/>
                <a:cxnLst>
                  <a:cxn ang="0">
                    <a:pos x="82" y="193"/>
                  </a:cxn>
                  <a:cxn ang="0">
                    <a:pos x="82" y="193"/>
                  </a:cxn>
                  <a:cxn ang="0">
                    <a:pos x="82" y="179"/>
                  </a:cxn>
                  <a:cxn ang="0">
                    <a:pos x="81" y="166"/>
                  </a:cxn>
                  <a:cxn ang="0">
                    <a:pos x="79" y="153"/>
                  </a:cxn>
                  <a:cxn ang="0">
                    <a:pos x="76" y="139"/>
                  </a:cxn>
                  <a:cxn ang="0">
                    <a:pos x="73" y="127"/>
                  </a:cxn>
                  <a:cxn ang="0">
                    <a:pos x="70" y="114"/>
                  </a:cxn>
                  <a:cxn ang="0">
                    <a:pos x="65" y="101"/>
                  </a:cxn>
                  <a:cxn ang="0">
                    <a:pos x="60" y="89"/>
                  </a:cxn>
                  <a:cxn ang="0">
                    <a:pos x="55" y="76"/>
                  </a:cxn>
                  <a:cxn ang="0">
                    <a:pos x="48" y="64"/>
                  </a:cxn>
                  <a:cxn ang="0">
                    <a:pos x="42" y="53"/>
                  </a:cxn>
                  <a:cxn ang="0">
                    <a:pos x="34" y="41"/>
                  </a:cxn>
                  <a:cxn ang="0">
                    <a:pos x="27" y="31"/>
                  </a:cxn>
                  <a:cxn ang="0">
                    <a:pos x="18" y="20"/>
                  </a:cxn>
                  <a:cxn ang="0">
                    <a:pos x="9" y="10"/>
                  </a:cxn>
                  <a:cxn ang="0">
                    <a:pos x="0" y="0"/>
                  </a:cxn>
                </a:cxnLst>
                <a:rect l="0" t="0" r="r" b="b"/>
                <a:pathLst>
                  <a:path w="83" h="194">
                    <a:moveTo>
                      <a:pt x="82" y="193"/>
                    </a:moveTo>
                    <a:lnTo>
                      <a:pt x="82" y="193"/>
                    </a:lnTo>
                    <a:lnTo>
                      <a:pt x="82" y="179"/>
                    </a:lnTo>
                    <a:lnTo>
                      <a:pt x="81" y="166"/>
                    </a:lnTo>
                    <a:lnTo>
                      <a:pt x="79" y="153"/>
                    </a:lnTo>
                    <a:lnTo>
                      <a:pt x="76" y="139"/>
                    </a:lnTo>
                    <a:lnTo>
                      <a:pt x="73" y="127"/>
                    </a:lnTo>
                    <a:lnTo>
                      <a:pt x="70" y="114"/>
                    </a:lnTo>
                    <a:lnTo>
                      <a:pt x="65" y="101"/>
                    </a:lnTo>
                    <a:lnTo>
                      <a:pt x="60" y="89"/>
                    </a:lnTo>
                    <a:lnTo>
                      <a:pt x="55" y="76"/>
                    </a:lnTo>
                    <a:lnTo>
                      <a:pt x="48" y="64"/>
                    </a:lnTo>
                    <a:lnTo>
                      <a:pt x="42" y="53"/>
                    </a:lnTo>
                    <a:lnTo>
                      <a:pt x="34" y="41"/>
                    </a:lnTo>
                    <a:lnTo>
                      <a:pt x="27" y="31"/>
                    </a:lnTo>
                    <a:lnTo>
                      <a:pt x="18" y="20"/>
                    </a:lnTo>
                    <a:lnTo>
                      <a:pt x="9" y="10"/>
                    </a:lnTo>
                    <a:lnTo>
                      <a:pt x="0" y="0"/>
                    </a:lnTo>
                  </a:path>
                </a:pathLst>
              </a:custGeom>
              <a:noFill/>
              <a:ln w="25400" cap="rnd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endParaRPr lang="es-ES_tradnl" sz="1800" noProof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2335" name="Line 449">
                <a:extLst>
                  <a:ext uri="{FF2B5EF4-FFF2-40B4-BE49-F238E27FC236}">
                    <a16:creationId xmlns:a16="http://schemas.microsoft.com/office/drawing/2014/main" id="{94C4B4D5-0138-54D5-A206-C4A40B1129A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10" y="1776"/>
                <a:ext cx="20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es-ES_tradnl" sz="1800" noProof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2336" name="Freeform 450">
                <a:extLst>
                  <a:ext uri="{FF2B5EF4-FFF2-40B4-BE49-F238E27FC236}">
                    <a16:creationId xmlns:a16="http://schemas.microsoft.com/office/drawing/2014/main" id="{4BF643DA-4359-3289-796B-DDE00A54FCC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15" y="1776"/>
                <a:ext cx="285" cy="216"/>
              </a:xfrm>
              <a:custGeom>
                <a:avLst/>
                <a:gdLst/>
                <a:ahLst/>
                <a:cxnLst>
                  <a:cxn ang="0">
                    <a:pos x="348" y="199"/>
                  </a:cxn>
                  <a:cxn ang="0">
                    <a:pos x="348" y="199"/>
                  </a:cxn>
                  <a:cxn ang="0">
                    <a:pos x="334" y="177"/>
                  </a:cxn>
                  <a:cxn ang="0">
                    <a:pos x="319" y="156"/>
                  </a:cxn>
                  <a:cxn ang="0">
                    <a:pos x="302" y="135"/>
                  </a:cxn>
                  <a:cxn ang="0">
                    <a:pos x="284" y="117"/>
                  </a:cxn>
                  <a:cxn ang="0">
                    <a:pos x="265" y="98"/>
                  </a:cxn>
                  <a:cxn ang="0">
                    <a:pos x="245" y="82"/>
                  </a:cxn>
                  <a:cxn ang="0">
                    <a:pos x="223" y="67"/>
                  </a:cxn>
                  <a:cxn ang="0">
                    <a:pos x="202" y="54"/>
                  </a:cxn>
                  <a:cxn ang="0">
                    <a:pos x="179" y="41"/>
                  </a:cxn>
                  <a:cxn ang="0">
                    <a:pos x="155" y="31"/>
                  </a:cxn>
                  <a:cxn ang="0">
                    <a:pos x="130" y="21"/>
                  </a:cxn>
                  <a:cxn ang="0">
                    <a:pos x="105" y="13"/>
                  </a:cxn>
                  <a:cxn ang="0">
                    <a:pos x="79" y="7"/>
                  </a:cxn>
                  <a:cxn ang="0">
                    <a:pos x="53" y="3"/>
                  </a:cxn>
                  <a:cxn ang="0">
                    <a:pos x="27" y="0"/>
                  </a:cxn>
                  <a:cxn ang="0">
                    <a:pos x="0" y="0"/>
                  </a:cxn>
                </a:cxnLst>
                <a:rect l="0" t="0" r="r" b="b"/>
                <a:pathLst>
                  <a:path w="349" h="200">
                    <a:moveTo>
                      <a:pt x="348" y="199"/>
                    </a:moveTo>
                    <a:lnTo>
                      <a:pt x="348" y="199"/>
                    </a:lnTo>
                    <a:lnTo>
                      <a:pt x="334" y="177"/>
                    </a:lnTo>
                    <a:lnTo>
                      <a:pt x="319" y="156"/>
                    </a:lnTo>
                    <a:lnTo>
                      <a:pt x="302" y="135"/>
                    </a:lnTo>
                    <a:lnTo>
                      <a:pt x="284" y="117"/>
                    </a:lnTo>
                    <a:lnTo>
                      <a:pt x="265" y="98"/>
                    </a:lnTo>
                    <a:lnTo>
                      <a:pt x="245" y="82"/>
                    </a:lnTo>
                    <a:lnTo>
                      <a:pt x="223" y="67"/>
                    </a:lnTo>
                    <a:lnTo>
                      <a:pt x="202" y="54"/>
                    </a:lnTo>
                    <a:lnTo>
                      <a:pt x="179" y="41"/>
                    </a:lnTo>
                    <a:lnTo>
                      <a:pt x="155" y="31"/>
                    </a:lnTo>
                    <a:lnTo>
                      <a:pt x="130" y="21"/>
                    </a:lnTo>
                    <a:lnTo>
                      <a:pt x="105" y="13"/>
                    </a:lnTo>
                    <a:lnTo>
                      <a:pt x="79" y="7"/>
                    </a:lnTo>
                    <a:lnTo>
                      <a:pt x="53" y="3"/>
                    </a:lnTo>
                    <a:lnTo>
                      <a:pt x="27" y="0"/>
                    </a:lnTo>
                    <a:lnTo>
                      <a:pt x="0" y="0"/>
                    </a:lnTo>
                  </a:path>
                </a:pathLst>
              </a:custGeom>
              <a:noFill/>
              <a:ln w="25400" cap="rnd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endParaRPr lang="es-ES_tradnl" sz="1800" noProof="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60" name="Line 431">
              <a:extLst>
                <a:ext uri="{FF2B5EF4-FFF2-40B4-BE49-F238E27FC236}">
                  <a16:creationId xmlns:a16="http://schemas.microsoft.com/office/drawing/2014/main" id="{38C762D5-E43F-16BF-3B13-1D04190534F5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V="1">
              <a:off x="5922210" y="3560011"/>
              <a:ext cx="195178" cy="0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/>
            </a:ln>
            <a:effectLst/>
          </p:spPr>
          <p:txBody>
            <a:bodyPr anchor="ctr"/>
            <a:lstStyle/>
            <a:p>
              <a:endParaRPr lang="es-ES_tradnl" sz="1800" noProof="0" dirty="0">
                <a:solidFill>
                  <a:schemeClr val="tx1"/>
                </a:solidFill>
              </a:endParaRPr>
            </a:p>
          </p:txBody>
        </p:sp>
        <p:sp>
          <p:nvSpPr>
            <p:cNvPr id="61" name="Line 431">
              <a:extLst>
                <a:ext uri="{FF2B5EF4-FFF2-40B4-BE49-F238E27FC236}">
                  <a16:creationId xmlns:a16="http://schemas.microsoft.com/office/drawing/2014/main" id="{488ABA53-7555-1FD2-881E-4912A758FDD2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V="1">
              <a:off x="6836610" y="3560011"/>
              <a:ext cx="195178" cy="0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/>
            </a:ln>
            <a:effectLst/>
          </p:spPr>
          <p:txBody>
            <a:bodyPr anchor="ctr"/>
            <a:lstStyle/>
            <a:p>
              <a:endParaRPr lang="es-ES_tradnl" sz="1800" noProof="0" dirty="0">
                <a:solidFill>
                  <a:schemeClr val="tx1"/>
                </a:solidFill>
              </a:endParaRPr>
            </a:p>
          </p:txBody>
        </p:sp>
        <p:sp>
          <p:nvSpPr>
            <p:cNvPr id="62" name="Line 431">
              <a:extLst>
                <a:ext uri="{FF2B5EF4-FFF2-40B4-BE49-F238E27FC236}">
                  <a16:creationId xmlns:a16="http://schemas.microsoft.com/office/drawing/2014/main" id="{0F8453B5-679E-C111-B330-85EE81D75B17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V="1">
              <a:off x="7141411" y="3564689"/>
              <a:ext cx="195178" cy="0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/>
            </a:ln>
            <a:effectLst/>
          </p:spPr>
          <p:txBody>
            <a:bodyPr anchor="ctr"/>
            <a:lstStyle/>
            <a:p>
              <a:endParaRPr lang="es-ES_tradnl" sz="1800" noProof="0" dirty="0">
                <a:solidFill>
                  <a:schemeClr val="tx1"/>
                </a:solidFill>
              </a:endParaRPr>
            </a:p>
          </p:txBody>
        </p:sp>
        <p:sp>
          <p:nvSpPr>
            <p:cNvPr id="63" name="Line 431">
              <a:extLst>
                <a:ext uri="{FF2B5EF4-FFF2-40B4-BE49-F238E27FC236}">
                  <a16:creationId xmlns:a16="http://schemas.microsoft.com/office/drawing/2014/main" id="{5AE881B6-A1D4-5519-C645-8F89CE8553F1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V="1">
              <a:off x="7522410" y="3560011"/>
              <a:ext cx="195178" cy="0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/>
            </a:ln>
            <a:effectLst/>
          </p:spPr>
          <p:txBody>
            <a:bodyPr anchor="ctr"/>
            <a:lstStyle/>
            <a:p>
              <a:endParaRPr lang="es-ES_tradnl" sz="1800" noProof="0" dirty="0">
                <a:solidFill>
                  <a:schemeClr val="tx1"/>
                </a:solidFill>
              </a:endParaRPr>
            </a:p>
          </p:txBody>
        </p:sp>
        <p:sp>
          <p:nvSpPr>
            <p:cNvPr id="12288" name="Line 431">
              <a:extLst>
                <a:ext uri="{FF2B5EF4-FFF2-40B4-BE49-F238E27FC236}">
                  <a16:creationId xmlns:a16="http://schemas.microsoft.com/office/drawing/2014/main" id="{B3B49341-8C5F-20C1-6944-A64FF0E8E482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V="1">
              <a:off x="7827210" y="3560011"/>
              <a:ext cx="195178" cy="0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/>
            </a:ln>
            <a:effectLst/>
          </p:spPr>
          <p:txBody>
            <a:bodyPr anchor="ctr"/>
            <a:lstStyle/>
            <a:p>
              <a:endParaRPr lang="es-ES_tradnl" sz="1800" noProof="0" dirty="0">
                <a:solidFill>
                  <a:schemeClr val="tx1"/>
                </a:solidFill>
              </a:endParaRPr>
            </a:p>
          </p:txBody>
        </p:sp>
        <p:sp>
          <p:nvSpPr>
            <p:cNvPr id="12289" name="Line 431">
              <a:extLst>
                <a:ext uri="{FF2B5EF4-FFF2-40B4-BE49-F238E27FC236}">
                  <a16:creationId xmlns:a16="http://schemas.microsoft.com/office/drawing/2014/main" id="{3B0460A3-4051-E8B9-C267-41BBAABE6882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V="1">
              <a:off x="8284410" y="3560011"/>
              <a:ext cx="195178" cy="0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/>
            </a:ln>
            <a:effectLst/>
          </p:spPr>
          <p:txBody>
            <a:bodyPr anchor="ctr"/>
            <a:lstStyle/>
            <a:p>
              <a:endParaRPr lang="es-ES_tradnl" sz="1800" noProof="0" dirty="0">
                <a:solidFill>
                  <a:schemeClr val="tx1"/>
                </a:solidFill>
              </a:endParaRPr>
            </a:p>
          </p:txBody>
        </p:sp>
        <p:sp>
          <p:nvSpPr>
            <p:cNvPr id="12291" name="Line 431">
              <a:extLst>
                <a:ext uri="{FF2B5EF4-FFF2-40B4-BE49-F238E27FC236}">
                  <a16:creationId xmlns:a16="http://schemas.microsoft.com/office/drawing/2014/main" id="{B906B860-4DCA-4B1A-017C-C433E35C782A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V="1">
              <a:off x="8589210" y="3560011"/>
              <a:ext cx="195178" cy="0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/>
            </a:ln>
            <a:effectLst/>
          </p:spPr>
          <p:txBody>
            <a:bodyPr anchor="ctr"/>
            <a:lstStyle/>
            <a:p>
              <a:endParaRPr lang="es-ES_tradnl" sz="1800" noProof="0" dirty="0">
                <a:solidFill>
                  <a:schemeClr val="tx1"/>
                </a:solidFill>
              </a:endParaRPr>
            </a:p>
          </p:txBody>
        </p:sp>
        <p:sp>
          <p:nvSpPr>
            <p:cNvPr id="12292" name="Line 431">
              <a:extLst>
                <a:ext uri="{FF2B5EF4-FFF2-40B4-BE49-F238E27FC236}">
                  <a16:creationId xmlns:a16="http://schemas.microsoft.com/office/drawing/2014/main" id="{446A2CC5-985C-3FF5-AB7D-03DD4DB479AF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V="1">
              <a:off x="5795211" y="4288589"/>
              <a:ext cx="195178" cy="0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/>
            </a:ln>
            <a:effectLst/>
          </p:spPr>
          <p:txBody>
            <a:bodyPr anchor="ctr"/>
            <a:lstStyle/>
            <a:p>
              <a:endParaRPr lang="es-ES_tradnl" sz="1800" noProof="0" dirty="0">
                <a:solidFill>
                  <a:schemeClr val="tx1"/>
                </a:solidFill>
              </a:endParaRPr>
            </a:p>
          </p:txBody>
        </p:sp>
        <p:sp>
          <p:nvSpPr>
            <p:cNvPr id="12293" name="Line 431">
              <a:extLst>
                <a:ext uri="{FF2B5EF4-FFF2-40B4-BE49-F238E27FC236}">
                  <a16:creationId xmlns:a16="http://schemas.microsoft.com/office/drawing/2014/main" id="{38BA068D-821C-410F-3E7C-098CD8D6A855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V="1">
              <a:off x="7014410" y="4288589"/>
              <a:ext cx="195178" cy="0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/>
            </a:ln>
            <a:effectLst/>
          </p:spPr>
          <p:txBody>
            <a:bodyPr anchor="ctr"/>
            <a:lstStyle/>
            <a:p>
              <a:endParaRPr lang="es-ES_tradnl" sz="1800" noProof="0" dirty="0">
                <a:solidFill>
                  <a:schemeClr val="tx1"/>
                </a:solidFill>
              </a:endParaRPr>
            </a:p>
          </p:txBody>
        </p:sp>
        <p:sp>
          <p:nvSpPr>
            <p:cNvPr id="12294" name="Line 431">
              <a:extLst>
                <a:ext uri="{FF2B5EF4-FFF2-40B4-BE49-F238E27FC236}">
                  <a16:creationId xmlns:a16="http://schemas.microsoft.com/office/drawing/2014/main" id="{25E1CF66-E31B-0DB3-D2C4-AB7C071B925B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V="1">
              <a:off x="7700210" y="4288589"/>
              <a:ext cx="195178" cy="0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/>
            </a:ln>
            <a:effectLst/>
          </p:spPr>
          <p:txBody>
            <a:bodyPr anchor="ctr"/>
            <a:lstStyle/>
            <a:p>
              <a:endParaRPr lang="es-ES_tradnl" sz="1800" noProof="0" dirty="0">
                <a:solidFill>
                  <a:schemeClr val="tx1"/>
                </a:solidFill>
              </a:endParaRPr>
            </a:p>
          </p:txBody>
        </p:sp>
        <p:sp>
          <p:nvSpPr>
            <p:cNvPr id="12295" name="Line 431">
              <a:extLst>
                <a:ext uri="{FF2B5EF4-FFF2-40B4-BE49-F238E27FC236}">
                  <a16:creationId xmlns:a16="http://schemas.microsoft.com/office/drawing/2014/main" id="{0B786C8B-20BC-D82A-FE10-F870AFA81068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V="1">
              <a:off x="8462210" y="4288589"/>
              <a:ext cx="195178" cy="0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/>
            </a:ln>
            <a:effectLst/>
          </p:spPr>
          <p:txBody>
            <a:bodyPr anchor="ctr"/>
            <a:lstStyle/>
            <a:p>
              <a:endParaRPr lang="es-ES_tradnl" sz="1800" noProof="0" dirty="0">
                <a:solidFill>
                  <a:schemeClr val="tx1"/>
                </a:solidFill>
              </a:endParaRPr>
            </a:p>
          </p:txBody>
        </p:sp>
        <p:sp>
          <p:nvSpPr>
            <p:cNvPr id="12296" name="Line 431">
              <a:extLst>
                <a:ext uri="{FF2B5EF4-FFF2-40B4-BE49-F238E27FC236}">
                  <a16:creationId xmlns:a16="http://schemas.microsoft.com/office/drawing/2014/main" id="{5FA1DD8F-5E8D-48CD-6869-7557ABA2ADB1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V="1">
              <a:off x="6476999" y="3657600"/>
              <a:ext cx="0" cy="304800"/>
            </a:xfrm>
            <a:prstGeom prst="line">
              <a:avLst/>
            </a:prstGeom>
            <a:noFill/>
            <a:ln w="19050" cap="flat" cmpd="sng" algn="ctr">
              <a:solidFill>
                <a:schemeClr val="tx2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  <p:txBody>
            <a:bodyPr anchor="ctr"/>
            <a:lstStyle/>
            <a:p>
              <a:endParaRPr lang="es-ES_tradnl" sz="1800" noProof="0" dirty="0">
                <a:solidFill>
                  <a:schemeClr val="tx1"/>
                </a:solidFill>
              </a:endParaRPr>
            </a:p>
          </p:txBody>
        </p:sp>
        <p:sp>
          <p:nvSpPr>
            <p:cNvPr id="12297" name="Line 431">
              <a:extLst>
                <a:ext uri="{FF2B5EF4-FFF2-40B4-BE49-F238E27FC236}">
                  <a16:creationId xmlns:a16="http://schemas.microsoft.com/office/drawing/2014/main" id="{B340F097-5E75-CE18-BAC8-E81926CBDD60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V="1">
              <a:off x="5617410" y="3560011"/>
              <a:ext cx="195178" cy="0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/>
            </a:ln>
            <a:effectLst/>
          </p:spPr>
          <p:txBody>
            <a:bodyPr anchor="ctr"/>
            <a:lstStyle/>
            <a:p>
              <a:endParaRPr lang="es-ES_tradnl" sz="1800" noProof="0" dirty="0">
                <a:solidFill>
                  <a:schemeClr val="tx1"/>
                </a:solidFill>
              </a:endParaRPr>
            </a:p>
          </p:txBody>
        </p:sp>
        <p:sp>
          <p:nvSpPr>
            <p:cNvPr id="12298" name="CuadroTexto 12297">
              <a:extLst>
                <a:ext uri="{FF2B5EF4-FFF2-40B4-BE49-F238E27FC236}">
                  <a16:creationId xmlns:a16="http://schemas.microsoft.com/office/drawing/2014/main" id="{EF2FFE78-3D6D-3847-26AE-FB2F8B0416B3}"/>
                </a:ext>
              </a:extLst>
            </p:cNvPr>
            <p:cNvSpPr txBox="1"/>
            <p:nvPr/>
          </p:nvSpPr>
          <p:spPr>
            <a:xfrm>
              <a:off x="5410200" y="3048000"/>
              <a:ext cx="5226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_tradnl" sz="1800" noProof="0" dirty="0">
                  <a:solidFill>
                    <a:schemeClr val="tx1"/>
                  </a:solidFill>
                </a:rPr>
                <a:t>A</a:t>
              </a:r>
              <a:r>
                <a:rPr lang="es-ES_tradnl" sz="1800" b="1" baseline="-25000" noProof="0" dirty="0">
                  <a:solidFill>
                    <a:schemeClr val="tx1"/>
                  </a:solidFill>
                </a:rPr>
                <a:t>31</a:t>
              </a:r>
            </a:p>
          </p:txBody>
        </p:sp>
        <p:sp>
          <p:nvSpPr>
            <p:cNvPr id="12299" name="CuadroTexto 12298">
              <a:extLst>
                <a:ext uri="{FF2B5EF4-FFF2-40B4-BE49-F238E27FC236}">
                  <a16:creationId xmlns:a16="http://schemas.microsoft.com/office/drawing/2014/main" id="{3318BF8F-C7C4-CE94-1460-800A931D8077}"/>
                </a:ext>
              </a:extLst>
            </p:cNvPr>
            <p:cNvSpPr txBox="1"/>
            <p:nvPr/>
          </p:nvSpPr>
          <p:spPr>
            <a:xfrm>
              <a:off x="5842050" y="3048000"/>
              <a:ext cx="50980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_tradnl" sz="1800" noProof="0" dirty="0">
                  <a:solidFill>
                    <a:schemeClr val="tx1"/>
                  </a:solidFill>
                </a:rPr>
                <a:t>B</a:t>
              </a:r>
              <a:r>
                <a:rPr lang="es-ES_tradnl" sz="1800" b="1" baseline="-25000" noProof="0" dirty="0">
                  <a:solidFill>
                    <a:schemeClr val="tx1"/>
                  </a:solidFill>
                </a:rPr>
                <a:t>31</a:t>
              </a:r>
            </a:p>
          </p:txBody>
        </p:sp>
        <p:sp>
          <p:nvSpPr>
            <p:cNvPr id="12300" name="CuadroTexto 12299">
              <a:extLst>
                <a:ext uri="{FF2B5EF4-FFF2-40B4-BE49-F238E27FC236}">
                  <a16:creationId xmlns:a16="http://schemas.microsoft.com/office/drawing/2014/main" id="{509034F0-4023-CE9E-ED0A-7055D9C446BA}"/>
                </a:ext>
              </a:extLst>
            </p:cNvPr>
            <p:cNvSpPr txBox="1"/>
            <p:nvPr/>
          </p:nvSpPr>
          <p:spPr>
            <a:xfrm>
              <a:off x="6705600" y="3048000"/>
              <a:ext cx="43703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_tradnl" sz="1800" noProof="0" dirty="0">
                  <a:solidFill>
                    <a:schemeClr val="tx1"/>
                  </a:solidFill>
                </a:rPr>
                <a:t>A</a:t>
              </a:r>
              <a:r>
                <a:rPr lang="es-ES_tradnl" sz="1800" b="1" baseline="-25000" noProof="0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12301" name="CuadroTexto 12300">
              <a:extLst>
                <a:ext uri="{FF2B5EF4-FFF2-40B4-BE49-F238E27FC236}">
                  <a16:creationId xmlns:a16="http://schemas.microsoft.com/office/drawing/2014/main" id="{05CECC76-CF2D-C76F-9C4C-7E54AB5F256C}"/>
                </a:ext>
              </a:extLst>
            </p:cNvPr>
            <p:cNvSpPr txBox="1"/>
            <p:nvPr/>
          </p:nvSpPr>
          <p:spPr>
            <a:xfrm>
              <a:off x="7010400" y="3048000"/>
              <a:ext cx="42421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_tradnl" sz="1800" noProof="0" dirty="0">
                  <a:solidFill>
                    <a:schemeClr val="tx1"/>
                  </a:solidFill>
                </a:rPr>
                <a:t>B</a:t>
              </a:r>
              <a:r>
                <a:rPr lang="es-ES_tradnl" sz="1800" b="1" baseline="-25000" noProof="0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12302" name="CuadroTexto 12301">
              <a:extLst>
                <a:ext uri="{FF2B5EF4-FFF2-40B4-BE49-F238E27FC236}">
                  <a16:creationId xmlns:a16="http://schemas.microsoft.com/office/drawing/2014/main" id="{29E17344-5D18-8503-1D52-C24D15CB98A5}"/>
                </a:ext>
              </a:extLst>
            </p:cNvPr>
            <p:cNvSpPr txBox="1"/>
            <p:nvPr/>
          </p:nvSpPr>
          <p:spPr>
            <a:xfrm>
              <a:off x="7391400" y="3048000"/>
              <a:ext cx="43703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_tradnl" sz="1800" noProof="0" dirty="0">
                  <a:solidFill>
                    <a:schemeClr val="tx1"/>
                  </a:solidFill>
                </a:rPr>
                <a:t>A</a:t>
              </a:r>
              <a:r>
                <a:rPr lang="es-ES_tradnl" sz="1800" b="1" baseline="-25000" noProof="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12303" name="CuadroTexto 12302">
              <a:extLst>
                <a:ext uri="{FF2B5EF4-FFF2-40B4-BE49-F238E27FC236}">
                  <a16:creationId xmlns:a16="http://schemas.microsoft.com/office/drawing/2014/main" id="{15A99232-0CC4-9F29-3F76-CC45E162347E}"/>
                </a:ext>
              </a:extLst>
            </p:cNvPr>
            <p:cNvSpPr txBox="1"/>
            <p:nvPr/>
          </p:nvSpPr>
          <p:spPr>
            <a:xfrm>
              <a:off x="7709024" y="3048000"/>
              <a:ext cx="42421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_tradnl" sz="1800" noProof="0" dirty="0">
                  <a:solidFill>
                    <a:schemeClr val="tx1"/>
                  </a:solidFill>
                </a:rPr>
                <a:t>B</a:t>
              </a:r>
              <a:r>
                <a:rPr lang="es-ES_tradnl" sz="1800" b="1" baseline="-25000" noProof="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12304" name="CuadroTexto 12303">
              <a:extLst>
                <a:ext uri="{FF2B5EF4-FFF2-40B4-BE49-F238E27FC236}">
                  <a16:creationId xmlns:a16="http://schemas.microsoft.com/office/drawing/2014/main" id="{304775E0-3318-DDFC-8954-CEDDF1ED404E}"/>
                </a:ext>
              </a:extLst>
            </p:cNvPr>
            <p:cNvSpPr txBox="1"/>
            <p:nvPr/>
          </p:nvSpPr>
          <p:spPr>
            <a:xfrm>
              <a:off x="8146945" y="3048000"/>
              <a:ext cx="43703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_tradnl" sz="1800" noProof="0" dirty="0">
                  <a:solidFill>
                    <a:schemeClr val="tx1"/>
                  </a:solidFill>
                </a:rPr>
                <a:t>A</a:t>
              </a:r>
              <a:r>
                <a:rPr lang="es-ES_tradnl" sz="1800" b="1" baseline="-25000" noProof="0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12305" name="CuadroTexto 12304">
              <a:extLst>
                <a:ext uri="{FF2B5EF4-FFF2-40B4-BE49-F238E27FC236}">
                  <a16:creationId xmlns:a16="http://schemas.microsoft.com/office/drawing/2014/main" id="{1EE58990-DA63-B0F7-48B0-58E9935F1782}"/>
                </a:ext>
              </a:extLst>
            </p:cNvPr>
            <p:cNvSpPr txBox="1"/>
            <p:nvPr/>
          </p:nvSpPr>
          <p:spPr>
            <a:xfrm>
              <a:off x="8464569" y="3048000"/>
              <a:ext cx="42421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_tradnl" sz="1800" noProof="0" dirty="0">
                  <a:solidFill>
                    <a:schemeClr val="tx1"/>
                  </a:solidFill>
                </a:rPr>
                <a:t>B</a:t>
              </a:r>
              <a:r>
                <a:rPr lang="es-ES_tradnl" sz="1800" b="1" baseline="-25000" noProof="0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12306" name="CuadroTexto 12305">
              <a:extLst>
                <a:ext uri="{FF2B5EF4-FFF2-40B4-BE49-F238E27FC236}">
                  <a16:creationId xmlns:a16="http://schemas.microsoft.com/office/drawing/2014/main" id="{B1C6E563-6D72-EC34-B632-443A067C6457}"/>
                </a:ext>
              </a:extLst>
            </p:cNvPr>
            <p:cNvSpPr txBox="1"/>
            <p:nvPr/>
          </p:nvSpPr>
          <p:spPr>
            <a:xfrm>
              <a:off x="5638800" y="4343400"/>
              <a:ext cx="52253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_tradnl" sz="1800" noProof="0" dirty="0">
                  <a:solidFill>
                    <a:schemeClr val="tx1"/>
                  </a:solidFill>
                </a:rPr>
                <a:t>R</a:t>
              </a:r>
              <a:r>
                <a:rPr lang="es-ES_tradnl" sz="1800" b="1" baseline="-25000" noProof="0" dirty="0">
                  <a:solidFill>
                    <a:schemeClr val="tx1"/>
                  </a:solidFill>
                </a:rPr>
                <a:t>31</a:t>
              </a:r>
            </a:p>
          </p:txBody>
        </p:sp>
        <p:sp>
          <p:nvSpPr>
            <p:cNvPr id="12307" name="CuadroTexto 12306">
              <a:extLst>
                <a:ext uri="{FF2B5EF4-FFF2-40B4-BE49-F238E27FC236}">
                  <a16:creationId xmlns:a16="http://schemas.microsoft.com/office/drawing/2014/main" id="{8C626BB5-2892-569B-8692-C23D0F8C3239}"/>
                </a:ext>
              </a:extLst>
            </p:cNvPr>
            <p:cNvSpPr txBox="1"/>
            <p:nvPr/>
          </p:nvSpPr>
          <p:spPr>
            <a:xfrm>
              <a:off x="6934200" y="4343400"/>
              <a:ext cx="43695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_tradnl" sz="1800" noProof="0" dirty="0">
                  <a:solidFill>
                    <a:schemeClr val="tx1"/>
                  </a:solidFill>
                </a:rPr>
                <a:t>R</a:t>
              </a:r>
              <a:r>
                <a:rPr lang="es-ES_tradnl" sz="1800" b="1" baseline="-25000" noProof="0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12308" name="CuadroTexto 12307">
              <a:extLst>
                <a:ext uri="{FF2B5EF4-FFF2-40B4-BE49-F238E27FC236}">
                  <a16:creationId xmlns:a16="http://schemas.microsoft.com/office/drawing/2014/main" id="{7D458940-91FB-7E23-3552-3E7EDFF7A7F5}"/>
                </a:ext>
              </a:extLst>
            </p:cNvPr>
            <p:cNvSpPr txBox="1"/>
            <p:nvPr/>
          </p:nvSpPr>
          <p:spPr>
            <a:xfrm>
              <a:off x="7620000" y="4343400"/>
              <a:ext cx="43695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_tradnl" sz="1800" noProof="0" dirty="0">
                  <a:solidFill>
                    <a:schemeClr val="tx1"/>
                  </a:solidFill>
                </a:rPr>
                <a:t>R</a:t>
              </a:r>
              <a:r>
                <a:rPr lang="es-ES_tradnl" sz="1800" b="1" baseline="-25000" noProof="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12309" name="CuadroTexto 12308">
              <a:extLst>
                <a:ext uri="{FF2B5EF4-FFF2-40B4-BE49-F238E27FC236}">
                  <a16:creationId xmlns:a16="http://schemas.microsoft.com/office/drawing/2014/main" id="{7D1D436A-6949-E9BA-5A31-B54DBF20CE8A}"/>
                </a:ext>
              </a:extLst>
            </p:cNvPr>
            <p:cNvSpPr txBox="1"/>
            <p:nvPr/>
          </p:nvSpPr>
          <p:spPr>
            <a:xfrm>
              <a:off x="8375545" y="4343400"/>
              <a:ext cx="43695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_tradnl" sz="1800" noProof="0" dirty="0">
                  <a:solidFill>
                    <a:schemeClr val="tx1"/>
                  </a:solidFill>
                </a:rPr>
                <a:t>R</a:t>
              </a:r>
              <a:r>
                <a:rPr lang="es-ES_tradnl" sz="1800" b="1" baseline="-25000" noProof="0" dirty="0">
                  <a:solidFill>
                    <a:schemeClr val="tx1"/>
                  </a:solidFill>
                </a:rPr>
                <a:t>0</a:t>
              </a:r>
            </a:p>
          </p:txBody>
        </p:sp>
        <p:grpSp>
          <p:nvGrpSpPr>
            <p:cNvPr id="12310" name="Group 444">
              <a:extLst>
                <a:ext uri="{FF2B5EF4-FFF2-40B4-BE49-F238E27FC236}">
                  <a16:creationId xmlns:a16="http://schemas.microsoft.com/office/drawing/2014/main" id="{10FB3BC8-9098-5B31-92D4-1E18B323934F}"/>
                </a:ext>
              </a:extLst>
            </p:cNvPr>
            <p:cNvGrpSpPr>
              <a:grpSpLocks/>
            </p:cNvGrpSpPr>
            <p:nvPr/>
          </p:nvGrpSpPr>
          <p:grpSpPr bwMode="auto">
            <a:xfrm rot="5400000" flipV="1">
              <a:off x="7497125" y="3647185"/>
              <a:ext cx="586888" cy="493538"/>
              <a:chOff x="4309" y="1776"/>
              <a:chExt cx="491" cy="420"/>
            </a:xfrm>
          </p:grpSpPr>
          <p:sp>
            <p:nvSpPr>
              <p:cNvPr id="12325" name="Freeform 445">
                <a:extLst>
                  <a:ext uri="{FF2B5EF4-FFF2-40B4-BE49-F238E27FC236}">
                    <a16:creationId xmlns:a16="http://schemas.microsoft.com/office/drawing/2014/main" id="{25D1B8B6-01AD-C02C-F333-8BC64E6280A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15" y="1980"/>
                <a:ext cx="285" cy="216"/>
              </a:xfrm>
              <a:custGeom>
                <a:avLst/>
                <a:gdLst/>
                <a:ahLst/>
                <a:cxnLst>
                  <a:cxn ang="0">
                    <a:pos x="0" y="199"/>
                  </a:cxn>
                  <a:cxn ang="0">
                    <a:pos x="0" y="199"/>
                  </a:cxn>
                  <a:cxn ang="0">
                    <a:pos x="0" y="199"/>
                  </a:cxn>
                  <a:cxn ang="0">
                    <a:pos x="0" y="199"/>
                  </a:cxn>
                  <a:cxn ang="0">
                    <a:pos x="0" y="199"/>
                  </a:cxn>
                  <a:cxn ang="0">
                    <a:pos x="0" y="199"/>
                  </a:cxn>
                  <a:cxn ang="0">
                    <a:pos x="0" y="199"/>
                  </a:cxn>
                  <a:cxn ang="0">
                    <a:pos x="27" y="199"/>
                  </a:cxn>
                  <a:cxn ang="0">
                    <a:pos x="53" y="196"/>
                  </a:cxn>
                  <a:cxn ang="0">
                    <a:pos x="79" y="192"/>
                  </a:cxn>
                  <a:cxn ang="0">
                    <a:pos x="105" y="186"/>
                  </a:cxn>
                  <a:cxn ang="0">
                    <a:pos x="130" y="178"/>
                  </a:cxn>
                  <a:cxn ang="0">
                    <a:pos x="155" y="168"/>
                  </a:cxn>
                  <a:cxn ang="0">
                    <a:pos x="179" y="158"/>
                  </a:cxn>
                  <a:cxn ang="0">
                    <a:pos x="202" y="145"/>
                  </a:cxn>
                  <a:cxn ang="0">
                    <a:pos x="223" y="132"/>
                  </a:cxn>
                  <a:cxn ang="0">
                    <a:pos x="245" y="117"/>
                  </a:cxn>
                  <a:cxn ang="0">
                    <a:pos x="265" y="101"/>
                  </a:cxn>
                  <a:cxn ang="0">
                    <a:pos x="284" y="82"/>
                  </a:cxn>
                  <a:cxn ang="0">
                    <a:pos x="302" y="64"/>
                  </a:cxn>
                  <a:cxn ang="0">
                    <a:pos x="319" y="43"/>
                  </a:cxn>
                  <a:cxn ang="0">
                    <a:pos x="334" y="22"/>
                  </a:cxn>
                  <a:cxn ang="0">
                    <a:pos x="348" y="0"/>
                  </a:cxn>
                </a:cxnLst>
                <a:rect l="0" t="0" r="r" b="b"/>
                <a:pathLst>
                  <a:path w="349" h="200">
                    <a:moveTo>
                      <a:pt x="0" y="199"/>
                    </a:moveTo>
                    <a:lnTo>
                      <a:pt x="0" y="199"/>
                    </a:lnTo>
                    <a:lnTo>
                      <a:pt x="0" y="199"/>
                    </a:lnTo>
                    <a:lnTo>
                      <a:pt x="0" y="199"/>
                    </a:lnTo>
                    <a:lnTo>
                      <a:pt x="0" y="199"/>
                    </a:lnTo>
                    <a:lnTo>
                      <a:pt x="0" y="199"/>
                    </a:lnTo>
                    <a:lnTo>
                      <a:pt x="0" y="199"/>
                    </a:lnTo>
                    <a:lnTo>
                      <a:pt x="27" y="199"/>
                    </a:lnTo>
                    <a:lnTo>
                      <a:pt x="53" y="196"/>
                    </a:lnTo>
                    <a:lnTo>
                      <a:pt x="79" y="192"/>
                    </a:lnTo>
                    <a:lnTo>
                      <a:pt x="105" y="186"/>
                    </a:lnTo>
                    <a:lnTo>
                      <a:pt x="130" y="178"/>
                    </a:lnTo>
                    <a:lnTo>
                      <a:pt x="155" y="168"/>
                    </a:lnTo>
                    <a:lnTo>
                      <a:pt x="179" y="158"/>
                    </a:lnTo>
                    <a:lnTo>
                      <a:pt x="202" y="145"/>
                    </a:lnTo>
                    <a:lnTo>
                      <a:pt x="223" y="132"/>
                    </a:lnTo>
                    <a:lnTo>
                      <a:pt x="245" y="117"/>
                    </a:lnTo>
                    <a:lnTo>
                      <a:pt x="265" y="101"/>
                    </a:lnTo>
                    <a:lnTo>
                      <a:pt x="284" y="82"/>
                    </a:lnTo>
                    <a:lnTo>
                      <a:pt x="302" y="64"/>
                    </a:lnTo>
                    <a:lnTo>
                      <a:pt x="319" y="43"/>
                    </a:lnTo>
                    <a:lnTo>
                      <a:pt x="334" y="22"/>
                    </a:lnTo>
                    <a:lnTo>
                      <a:pt x="348" y="0"/>
                    </a:lnTo>
                  </a:path>
                </a:pathLst>
              </a:custGeom>
              <a:noFill/>
              <a:ln w="25400" cap="rnd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endParaRPr lang="es-ES_tradnl" sz="1800" noProof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2326" name="Line 446">
                <a:extLst>
                  <a:ext uri="{FF2B5EF4-FFF2-40B4-BE49-F238E27FC236}">
                    <a16:creationId xmlns:a16="http://schemas.microsoft.com/office/drawing/2014/main" id="{3F0FCDA6-C062-55CB-0386-985809932F7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310" y="2195"/>
                <a:ext cx="20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es-ES_tradnl" sz="1800" noProof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2327" name="Freeform 447">
                <a:extLst>
                  <a:ext uri="{FF2B5EF4-FFF2-40B4-BE49-F238E27FC236}">
                    <a16:creationId xmlns:a16="http://schemas.microsoft.com/office/drawing/2014/main" id="{F23205B9-5A2D-AFD3-7FBA-C1A253F6FBF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09" y="1986"/>
                <a:ext cx="68" cy="209"/>
              </a:xfrm>
              <a:custGeom>
                <a:avLst/>
                <a:gdLst/>
                <a:ahLst/>
                <a:cxnLst>
                  <a:cxn ang="0">
                    <a:pos x="0" y="192"/>
                  </a:cxn>
                  <a:cxn ang="0">
                    <a:pos x="0" y="192"/>
                  </a:cxn>
                  <a:cxn ang="0">
                    <a:pos x="9" y="182"/>
                  </a:cxn>
                  <a:cxn ang="0">
                    <a:pos x="18" y="172"/>
                  </a:cxn>
                  <a:cxn ang="0">
                    <a:pos x="27" y="161"/>
                  </a:cxn>
                  <a:cxn ang="0">
                    <a:pos x="34" y="151"/>
                  </a:cxn>
                  <a:cxn ang="0">
                    <a:pos x="42" y="139"/>
                  </a:cxn>
                  <a:cxn ang="0">
                    <a:pos x="48" y="128"/>
                  </a:cxn>
                  <a:cxn ang="0">
                    <a:pos x="55" y="116"/>
                  </a:cxn>
                  <a:cxn ang="0">
                    <a:pos x="60" y="103"/>
                  </a:cxn>
                  <a:cxn ang="0">
                    <a:pos x="65" y="91"/>
                  </a:cxn>
                  <a:cxn ang="0">
                    <a:pos x="70" y="78"/>
                  </a:cxn>
                  <a:cxn ang="0">
                    <a:pos x="73" y="65"/>
                  </a:cxn>
                  <a:cxn ang="0">
                    <a:pos x="76" y="53"/>
                  </a:cxn>
                  <a:cxn ang="0">
                    <a:pos x="79" y="39"/>
                  </a:cxn>
                  <a:cxn ang="0">
                    <a:pos x="81" y="26"/>
                  </a:cxn>
                  <a:cxn ang="0">
                    <a:pos x="82" y="13"/>
                  </a:cxn>
                  <a:cxn ang="0">
                    <a:pos x="82" y="0"/>
                  </a:cxn>
                </a:cxnLst>
                <a:rect l="0" t="0" r="r" b="b"/>
                <a:pathLst>
                  <a:path w="83" h="193">
                    <a:moveTo>
                      <a:pt x="0" y="192"/>
                    </a:moveTo>
                    <a:lnTo>
                      <a:pt x="0" y="192"/>
                    </a:lnTo>
                    <a:lnTo>
                      <a:pt x="9" y="182"/>
                    </a:lnTo>
                    <a:lnTo>
                      <a:pt x="18" y="172"/>
                    </a:lnTo>
                    <a:lnTo>
                      <a:pt x="27" y="161"/>
                    </a:lnTo>
                    <a:lnTo>
                      <a:pt x="34" y="151"/>
                    </a:lnTo>
                    <a:lnTo>
                      <a:pt x="42" y="139"/>
                    </a:lnTo>
                    <a:lnTo>
                      <a:pt x="48" y="128"/>
                    </a:lnTo>
                    <a:lnTo>
                      <a:pt x="55" y="116"/>
                    </a:lnTo>
                    <a:lnTo>
                      <a:pt x="60" y="103"/>
                    </a:lnTo>
                    <a:lnTo>
                      <a:pt x="65" y="91"/>
                    </a:lnTo>
                    <a:lnTo>
                      <a:pt x="70" y="78"/>
                    </a:lnTo>
                    <a:lnTo>
                      <a:pt x="73" y="65"/>
                    </a:lnTo>
                    <a:lnTo>
                      <a:pt x="76" y="53"/>
                    </a:lnTo>
                    <a:lnTo>
                      <a:pt x="79" y="39"/>
                    </a:lnTo>
                    <a:lnTo>
                      <a:pt x="81" y="26"/>
                    </a:lnTo>
                    <a:lnTo>
                      <a:pt x="82" y="13"/>
                    </a:lnTo>
                    <a:lnTo>
                      <a:pt x="82" y="0"/>
                    </a:lnTo>
                  </a:path>
                </a:pathLst>
              </a:custGeom>
              <a:noFill/>
              <a:ln w="25400" cap="rnd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endParaRPr lang="es-ES_tradnl" sz="1800" noProof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2328" name="Freeform 448">
                <a:extLst>
                  <a:ext uri="{FF2B5EF4-FFF2-40B4-BE49-F238E27FC236}">
                    <a16:creationId xmlns:a16="http://schemas.microsoft.com/office/drawing/2014/main" id="{2389F54C-3E82-A47B-A7D0-40440E61F14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09" y="1777"/>
                <a:ext cx="68" cy="210"/>
              </a:xfrm>
              <a:custGeom>
                <a:avLst/>
                <a:gdLst/>
                <a:ahLst/>
                <a:cxnLst>
                  <a:cxn ang="0">
                    <a:pos x="82" y="193"/>
                  </a:cxn>
                  <a:cxn ang="0">
                    <a:pos x="82" y="193"/>
                  </a:cxn>
                  <a:cxn ang="0">
                    <a:pos x="82" y="179"/>
                  </a:cxn>
                  <a:cxn ang="0">
                    <a:pos x="81" y="166"/>
                  </a:cxn>
                  <a:cxn ang="0">
                    <a:pos x="79" y="153"/>
                  </a:cxn>
                  <a:cxn ang="0">
                    <a:pos x="76" y="139"/>
                  </a:cxn>
                  <a:cxn ang="0">
                    <a:pos x="73" y="127"/>
                  </a:cxn>
                  <a:cxn ang="0">
                    <a:pos x="70" y="114"/>
                  </a:cxn>
                  <a:cxn ang="0">
                    <a:pos x="65" y="101"/>
                  </a:cxn>
                  <a:cxn ang="0">
                    <a:pos x="60" y="89"/>
                  </a:cxn>
                  <a:cxn ang="0">
                    <a:pos x="55" y="76"/>
                  </a:cxn>
                  <a:cxn ang="0">
                    <a:pos x="48" y="64"/>
                  </a:cxn>
                  <a:cxn ang="0">
                    <a:pos x="42" y="53"/>
                  </a:cxn>
                  <a:cxn ang="0">
                    <a:pos x="34" y="41"/>
                  </a:cxn>
                  <a:cxn ang="0">
                    <a:pos x="27" y="31"/>
                  </a:cxn>
                  <a:cxn ang="0">
                    <a:pos x="18" y="20"/>
                  </a:cxn>
                  <a:cxn ang="0">
                    <a:pos x="9" y="10"/>
                  </a:cxn>
                  <a:cxn ang="0">
                    <a:pos x="0" y="0"/>
                  </a:cxn>
                </a:cxnLst>
                <a:rect l="0" t="0" r="r" b="b"/>
                <a:pathLst>
                  <a:path w="83" h="194">
                    <a:moveTo>
                      <a:pt x="82" y="193"/>
                    </a:moveTo>
                    <a:lnTo>
                      <a:pt x="82" y="193"/>
                    </a:lnTo>
                    <a:lnTo>
                      <a:pt x="82" y="179"/>
                    </a:lnTo>
                    <a:lnTo>
                      <a:pt x="81" y="166"/>
                    </a:lnTo>
                    <a:lnTo>
                      <a:pt x="79" y="153"/>
                    </a:lnTo>
                    <a:lnTo>
                      <a:pt x="76" y="139"/>
                    </a:lnTo>
                    <a:lnTo>
                      <a:pt x="73" y="127"/>
                    </a:lnTo>
                    <a:lnTo>
                      <a:pt x="70" y="114"/>
                    </a:lnTo>
                    <a:lnTo>
                      <a:pt x="65" y="101"/>
                    </a:lnTo>
                    <a:lnTo>
                      <a:pt x="60" y="89"/>
                    </a:lnTo>
                    <a:lnTo>
                      <a:pt x="55" y="76"/>
                    </a:lnTo>
                    <a:lnTo>
                      <a:pt x="48" y="64"/>
                    </a:lnTo>
                    <a:lnTo>
                      <a:pt x="42" y="53"/>
                    </a:lnTo>
                    <a:lnTo>
                      <a:pt x="34" y="41"/>
                    </a:lnTo>
                    <a:lnTo>
                      <a:pt x="27" y="31"/>
                    </a:lnTo>
                    <a:lnTo>
                      <a:pt x="18" y="20"/>
                    </a:lnTo>
                    <a:lnTo>
                      <a:pt x="9" y="10"/>
                    </a:lnTo>
                    <a:lnTo>
                      <a:pt x="0" y="0"/>
                    </a:lnTo>
                  </a:path>
                </a:pathLst>
              </a:custGeom>
              <a:noFill/>
              <a:ln w="25400" cap="rnd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endParaRPr lang="es-ES_tradnl" sz="1800" noProof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2329" name="Line 449">
                <a:extLst>
                  <a:ext uri="{FF2B5EF4-FFF2-40B4-BE49-F238E27FC236}">
                    <a16:creationId xmlns:a16="http://schemas.microsoft.com/office/drawing/2014/main" id="{407B6D9D-152E-8687-C7EA-ABFFDDB4167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10" y="1776"/>
                <a:ext cx="20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es-ES_tradnl" sz="1800" noProof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2330" name="Freeform 450">
                <a:extLst>
                  <a:ext uri="{FF2B5EF4-FFF2-40B4-BE49-F238E27FC236}">
                    <a16:creationId xmlns:a16="http://schemas.microsoft.com/office/drawing/2014/main" id="{F783B541-4896-F6DF-F0AE-CADED6FEE64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15" y="1776"/>
                <a:ext cx="285" cy="216"/>
              </a:xfrm>
              <a:custGeom>
                <a:avLst/>
                <a:gdLst/>
                <a:ahLst/>
                <a:cxnLst>
                  <a:cxn ang="0">
                    <a:pos x="348" y="199"/>
                  </a:cxn>
                  <a:cxn ang="0">
                    <a:pos x="348" y="199"/>
                  </a:cxn>
                  <a:cxn ang="0">
                    <a:pos x="334" y="177"/>
                  </a:cxn>
                  <a:cxn ang="0">
                    <a:pos x="319" y="156"/>
                  </a:cxn>
                  <a:cxn ang="0">
                    <a:pos x="302" y="135"/>
                  </a:cxn>
                  <a:cxn ang="0">
                    <a:pos x="284" y="117"/>
                  </a:cxn>
                  <a:cxn ang="0">
                    <a:pos x="265" y="98"/>
                  </a:cxn>
                  <a:cxn ang="0">
                    <a:pos x="245" y="82"/>
                  </a:cxn>
                  <a:cxn ang="0">
                    <a:pos x="223" y="67"/>
                  </a:cxn>
                  <a:cxn ang="0">
                    <a:pos x="202" y="54"/>
                  </a:cxn>
                  <a:cxn ang="0">
                    <a:pos x="179" y="41"/>
                  </a:cxn>
                  <a:cxn ang="0">
                    <a:pos x="155" y="31"/>
                  </a:cxn>
                  <a:cxn ang="0">
                    <a:pos x="130" y="21"/>
                  </a:cxn>
                  <a:cxn ang="0">
                    <a:pos x="105" y="13"/>
                  </a:cxn>
                  <a:cxn ang="0">
                    <a:pos x="79" y="7"/>
                  </a:cxn>
                  <a:cxn ang="0">
                    <a:pos x="53" y="3"/>
                  </a:cxn>
                  <a:cxn ang="0">
                    <a:pos x="27" y="0"/>
                  </a:cxn>
                  <a:cxn ang="0">
                    <a:pos x="0" y="0"/>
                  </a:cxn>
                </a:cxnLst>
                <a:rect l="0" t="0" r="r" b="b"/>
                <a:pathLst>
                  <a:path w="349" h="200">
                    <a:moveTo>
                      <a:pt x="348" y="199"/>
                    </a:moveTo>
                    <a:lnTo>
                      <a:pt x="348" y="199"/>
                    </a:lnTo>
                    <a:lnTo>
                      <a:pt x="334" y="177"/>
                    </a:lnTo>
                    <a:lnTo>
                      <a:pt x="319" y="156"/>
                    </a:lnTo>
                    <a:lnTo>
                      <a:pt x="302" y="135"/>
                    </a:lnTo>
                    <a:lnTo>
                      <a:pt x="284" y="117"/>
                    </a:lnTo>
                    <a:lnTo>
                      <a:pt x="265" y="98"/>
                    </a:lnTo>
                    <a:lnTo>
                      <a:pt x="245" y="82"/>
                    </a:lnTo>
                    <a:lnTo>
                      <a:pt x="223" y="67"/>
                    </a:lnTo>
                    <a:lnTo>
                      <a:pt x="202" y="54"/>
                    </a:lnTo>
                    <a:lnTo>
                      <a:pt x="179" y="41"/>
                    </a:lnTo>
                    <a:lnTo>
                      <a:pt x="155" y="31"/>
                    </a:lnTo>
                    <a:lnTo>
                      <a:pt x="130" y="21"/>
                    </a:lnTo>
                    <a:lnTo>
                      <a:pt x="105" y="13"/>
                    </a:lnTo>
                    <a:lnTo>
                      <a:pt x="79" y="7"/>
                    </a:lnTo>
                    <a:lnTo>
                      <a:pt x="53" y="3"/>
                    </a:lnTo>
                    <a:lnTo>
                      <a:pt x="27" y="0"/>
                    </a:lnTo>
                    <a:lnTo>
                      <a:pt x="0" y="0"/>
                    </a:lnTo>
                  </a:path>
                </a:pathLst>
              </a:custGeom>
              <a:noFill/>
              <a:ln w="25400" cap="rnd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endParaRPr lang="es-ES_tradnl" sz="1800" noProof="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2311" name="Group 444">
              <a:extLst>
                <a:ext uri="{FF2B5EF4-FFF2-40B4-BE49-F238E27FC236}">
                  <a16:creationId xmlns:a16="http://schemas.microsoft.com/office/drawing/2014/main" id="{80C1C6BB-5686-8534-96EF-85A3C49A7A3F}"/>
                </a:ext>
              </a:extLst>
            </p:cNvPr>
            <p:cNvGrpSpPr>
              <a:grpSpLocks/>
            </p:cNvGrpSpPr>
            <p:nvPr/>
          </p:nvGrpSpPr>
          <p:grpSpPr bwMode="auto">
            <a:xfrm rot="5400000" flipV="1">
              <a:off x="6811325" y="3647185"/>
              <a:ext cx="586888" cy="493538"/>
              <a:chOff x="4309" y="1776"/>
              <a:chExt cx="491" cy="420"/>
            </a:xfrm>
          </p:grpSpPr>
          <p:sp>
            <p:nvSpPr>
              <p:cNvPr id="12319" name="Freeform 445">
                <a:extLst>
                  <a:ext uri="{FF2B5EF4-FFF2-40B4-BE49-F238E27FC236}">
                    <a16:creationId xmlns:a16="http://schemas.microsoft.com/office/drawing/2014/main" id="{8B21270E-E7CA-DCEC-A354-78021BF35EE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15" y="1980"/>
                <a:ext cx="285" cy="216"/>
              </a:xfrm>
              <a:custGeom>
                <a:avLst/>
                <a:gdLst/>
                <a:ahLst/>
                <a:cxnLst>
                  <a:cxn ang="0">
                    <a:pos x="0" y="199"/>
                  </a:cxn>
                  <a:cxn ang="0">
                    <a:pos x="0" y="199"/>
                  </a:cxn>
                  <a:cxn ang="0">
                    <a:pos x="0" y="199"/>
                  </a:cxn>
                  <a:cxn ang="0">
                    <a:pos x="0" y="199"/>
                  </a:cxn>
                  <a:cxn ang="0">
                    <a:pos x="0" y="199"/>
                  </a:cxn>
                  <a:cxn ang="0">
                    <a:pos x="0" y="199"/>
                  </a:cxn>
                  <a:cxn ang="0">
                    <a:pos x="0" y="199"/>
                  </a:cxn>
                  <a:cxn ang="0">
                    <a:pos x="27" y="199"/>
                  </a:cxn>
                  <a:cxn ang="0">
                    <a:pos x="53" y="196"/>
                  </a:cxn>
                  <a:cxn ang="0">
                    <a:pos x="79" y="192"/>
                  </a:cxn>
                  <a:cxn ang="0">
                    <a:pos x="105" y="186"/>
                  </a:cxn>
                  <a:cxn ang="0">
                    <a:pos x="130" y="178"/>
                  </a:cxn>
                  <a:cxn ang="0">
                    <a:pos x="155" y="168"/>
                  </a:cxn>
                  <a:cxn ang="0">
                    <a:pos x="179" y="158"/>
                  </a:cxn>
                  <a:cxn ang="0">
                    <a:pos x="202" y="145"/>
                  </a:cxn>
                  <a:cxn ang="0">
                    <a:pos x="223" y="132"/>
                  </a:cxn>
                  <a:cxn ang="0">
                    <a:pos x="245" y="117"/>
                  </a:cxn>
                  <a:cxn ang="0">
                    <a:pos x="265" y="101"/>
                  </a:cxn>
                  <a:cxn ang="0">
                    <a:pos x="284" y="82"/>
                  </a:cxn>
                  <a:cxn ang="0">
                    <a:pos x="302" y="64"/>
                  </a:cxn>
                  <a:cxn ang="0">
                    <a:pos x="319" y="43"/>
                  </a:cxn>
                  <a:cxn ang="0">
                    <a:pos x="334" y="22"/>
                  </a:cxn>
                  <a:cxn ang="0">
                    <a:pos x="348" y="0"/>
                  </a:cxn>
                </a:cxnLst>
                <a:rect l="0" t="0" r="r" b="b"/>
                <a:pathLst>
                  <a:path w="349" h="200">
                    <a:moveTo>
                      <a:pt x="0" y="199"/>
                    </a:moveTo>
                    <a:lnTo>
                      <a:pt x="0" y="199"/>
                    </a:lnTo>
                    <a:lnTo>
                      <a:pt x="0" y="199"/>
                    </a:lnTo>
                    <a:lnTo>
                      <a:pt x="0" y="199"/>
                    </a:lnTo>
                    <a:lnTo>
                      <a:pt x="0" y="199"/>
                    </a:lnTo>
                    <a:lnTo>
                      <a:pt x="0" y="199"/>
                    </a:lnTo>
                    <a:lnTo>
                      <a:pt x="0" y="199"/>
                    </a:lnTo>
                    <a:lnTo>
                      <a:pt x="27" y="199"/>
                    </a:lnTo>
                    <a:lnTo>
                      <a:pt x="53" y="196"/>
                    </a:lnTo>
                    <a:lnTo>
                      <a:pt x="79" y="192"/>
                    </a:lnTo>
                    <a:lnTo>
                      <a:pt x="105" y="186"/>
                    </a:lnTo>
                    <a:lnTo>
                      <a:pt x="130" y="178"/>
                    </a:lnTo>
                    <a:lnTo>
                      <a:pt x="155" y="168"/>
                    </a:lnTo>
                    <a:lnTo>
                      <a:pt x="179" y="158"/>
                    </a:lnTo>
                    <a:lnTo>
                      <a:pt x="202" y="145"/>
                    </a:lnTo>
                    <a:lnTo>
                      <a:pt x="223" y="132"/>
                    </a:lnTo>
                    <a:lnTo>
                      <a:pt x="245" y="117"/>
                    </a:lnTo>
                    <a:lnTo>
                      <a:pt x="265" y="101"/>
                    </a:lnTo>
                    <a:lnTo>
                      <a:pt x="284" y="82"/>
                    </a:lnTo>
                    <a:lnTo>
                      <a:pt x="302" y="64"/>
                    </a:lnTo>
                    <a:lnTo>
                      <a:pt x="319" y="43"/>
                    </a:lnTo>
                    <a:lnTo>
                      <a:pt x="334" y="22"/>
                    </a:lnTo>
                    <a:lnTo>
                      <a:pt x="348" y="0"/>
                    </a:lnTo>
                  </a:path>
                </a:pathLst>
              </a:custGeom>
              <a:noFill/>
              <a:ln w="25400" cap="rnd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endParaRPr lang="es-ES_tradnl" sz="1800" noProof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2320" name="Line 446">
                <a:extLst>
                  <a:ext uri="{FF2B5EF4-FFF2-40B4-BE49-F238E27FC236}">
                    <a16:creationId xmlns:a16="http://schemas.microsoft.com/office/drawing/2014/main" id="{A0452028-A4D8-439C-DE9C-A4ED7E85454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310" y="2195"/>
                <a:ext cx="20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es-ES_tradnl" sz="1800" noProof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2321" name="Freeform 447">
                <a:extLst>
                  <a:ext uri="{FF2B5EF4-FFF2-40B4-BE49-F238E27FC236}">
                    <a16:creationId xmlns:a16="http://schemas.microsoft.com/office/drawing/2014/main" id="{0C5FD04F-193F-9B5A-20B6-23EE097EBB1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09" y="1986"/>
                <a:ext cx="68" cy="209"/>
              </a:xfrm>
              <a:custGeom>
                <a:avLst/>
                <a:gdLst/>
                <a:ahLst/>
                <a:cxnLst>
                  <a:cxn ang="0">
                    <a:pos x="0" y="192"/>
                  </a:cxn>
                  <a:cxn ang="0">
                    <a:pos x="0" y="192"/>
                  </a:cxn>
                  <a:cxn ang="0">
                    <a:pos x="9" y="182"/>
                  </a:cxn>
                  <a:cxn ang="0">
                    <a:pos x="18" y="172"/>
                  </a:cxn>
                  <a:cxn ang="0">
                    <a:pos x="27" y="161"/>
                  </a:cxn>
                  <a:cxn ang="0">
                    <a:pos x="34" y="151"/>
                  </a:cxn>
                  <a:cxn ang="0">
                    <a:pos x="42" y="139"/>
                  </a:cxn>
                  <a:cxn ang="0">
                    <a:pos x="48" y="128"/>
                  </a:cxn>
                  <a:cxn ang="0">
                    <a:pos x="55" y="116"/>
                  </a:cxn>
                  <a:cxn ang="0">
                    <a:pos x="60" y="103"/>
                  </a:cxn>
                  <a:cxn ang="0">
                    <a:pos x="65" y="91"/>
                  </a:cxn>
                  <a:cxn ang="0">
                    <a:pos x="70" y="78"/>
                  </a:cxn>
                  <a:cxn ang="0">
                    <a:pos x="73" y="65"/>
                  </a:cxn>
                  <a:cxn ang="0">
                    <a:pos x="76" y="53"/>
                  </a:cxn>
                  <a:cxn ang="0">
                    <a:pos x="79" y="39"/>
                  </a:cxn>
                  <a:cxn ang="0">
                    <a:pos x="81" y="26"/>
                  </a:cxn>
                  <a:cxn ang="0">
                    <a:pos x="82" y="13"/>
                  </a:cxn>
                  <a:cxn ang="0">
                    <a:pos x="82" y="0"/>
                  </a:cxn>
                </a:cxnLst>
                <a:rect l="0" t="0" r="r" b="b"/>
                <a:pathLst>
                  <a:path w="83" h="193">
                    <a:moveTo>
                      <a:pt x="0" y="192"/>
                    </a:moveTo>
                    <a:lnTo>
                      <a:pt x="0" y="192"/>
                    </a:lnTo>
                    <a:lnTo>
                      <a:pt x="9" y="182"/>
                    </a:lnTo>
                    <a:lnTo>
                      <a:pt x="18" y="172"/>
                    </a:lnTo>
                    <a:lnTo>
                      <a:pt x="27" y="161"/>
                    </a:lnTo>
                    <a:lnTo>
                      <a:pt x="34" y="151"/>
                    </a:lnTo>
                    <a:lnTo>
                      <a:pt x="42" y="139"/>
                    </a:lnTo>
                    <a:lnTo>
                      <a:pt x="48" y="128"/>
                    </a:lnTo>
                    <a:lnTo>
                      <a:pt x="55" y="116"/>
                    </a:lnTo>
                    <a:lnTo>
                      <a:pt x="60" y="103"/>
                    </a:lnTo>
                    <a:lnTo>
                      <a:pt x="65" y="91"/>
                    </a:lnTo>
                    <a:lnTo>
                      <a:pt x="70" y="78"/>
                    </a:lnTo>
                    <a:lnTo>
                      <a:pt x="73" y="65"/>
                    </a:lnTo>
                    <a:lnTo>
                      <a:pt x="76" y="53"/>
                    </a:lnTo>
                    <a:lnTo>
                      <a:pt x="79" y="39"/>
                    </a:lnTo>
                    <a:lnTo>
                      <a:pt x="81" y="26"/>
                    </a:lnTo>
                    <a:lnTo>
                      <a:pt x="82" y="13"/>
                    </a:lnTo>
                    <a:lnTo>
                      <a:pt x="82" y="0"/>
                    </a:lnTo>
                  </a:path>
                </a:pathLst>
              </a:custGeom>
              <a:noFill/>
              <a:ln w="25400" cap="rnd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endParaRPr lang="es-ES_tradnl" sz="1800" noProof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2322" name="Freeform 448">
                <a:extLst>
                  <a:ext uri="{FF2B5EF4-FFF2-40B4-BE49-F238E27FC236}">
                    <a16:creationId xmlns:a16="http://schemas.microsoft.com/office/drawing/2014/main" id="{BF8B0BCB-77CD-E6DC-5568-B627463BC5F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09" y="1777"/>
                <a:ext cx="68" cy="210"/>
              </a:xfrm>
              <a:custGeom>
                <a:avLst/>
                <a:gdLst/>
                <a:ahLst/>
                <a:cxnLst>
                  <a:cxn ang="0">
                    <a:pos x="82" y="193"/>
                  </a:cxn>
                  <a:cxn ang="0">
                    <a:pos x="82" y="193"/>
                  </a:cxn>
                  <a:cxn ang="0">
                    <a:pos x="82" y="179"/>
                  </a:cxn>
                  <a:cxn ang="0">
                    <a:pos x="81" y="166"/>
                  </a:cxn>
                  <a:cxn ang="0">
                    <a:pos x="79" y="153"/>
                  </a:cxn>
                  <a:cxn ang="0">
                    <a:pos x="76" y="139"/>
                  </a:cxn>
                  <a:cxn ang="0">
                    <a:pos x="73" y="127"/>
                  </a:cxn>
                  <a:cxn ang="0">
                    <a:pos x="70" y="114"/>
                  </a:cxn>
                  <a:cxn ang="0">
                    <a:pos x="65" y="101"/>
                  </a:cxn>
                  <a:cxn ang="0">
                    <a:pos x="60" y="89"/>
                  </a:cxn>
                  <a:cxn ang="0">
                    <a:pos x="55" y="76"/>
                  </a:cxn>
                  <a:cxn ang="0">
                    <a:pos x="48" y="64"/>
                  </a:cxn>
                  <a:cxn ang="0">
                    <a:pos x="42" y="53"/>
                  </a:cxn>
                  <a:cxn ang="0">
                    <a:pos x="34" y="41"/>
                  </a:cxn>
                  <a:cxn ang="0">
                    <a:pos x="27" y="31"/>
                  </a:cxn>
                  <a:cxn ang="0">
                    <a:pos x="18" y="20"/>
                  </a:cxn>
                  <a:cxn ang="0">
                    <a:pos x="9" y="10"/>
                  </a:cxn>
                  <a:cxn ang="0">
                    <a:pos x="0" y="0"/>
                  </a:cxn>
                </a:cxnLst>
                <a:rect l="0" t="0" r="r" b="b"/>
                <a:pathLst>
                  <a:path w="83" h="194">
                    <a:moveTo>
                      <a:pt x="82" y="193"/>
                    </a:moveTo>
                    <a:lnTo>
                      <a:pt x="82" y="193"/>
                    </a:lnTo>
                    <a:lnTo>
                      <a:pt x="82" y="179"/>
                    </a:lnTo>
                    <a:lnTo>
                      <a:pt x="81" y="166"/>
                    </a:lnTo>
                    <a:lnTo>
                      <a:pt x="79" y="153"/>
                    </a:lnTo>
                    <a:lnTo>
                      <a:pt x="76" y="139"/>
                    </a:lnTo>
                    <a:lnTo>
                      <a:pt x="73" y="127"/>
                    </a:lnTo>
                    <a:lnTo>
                      <a:pt x="70" y="114"/>
                    </a:lnTo>
                    <a:lnTo>
                      <a:pt x="65" y="101"/>
                    </a:lnTo>
                    <a:lnTo>
                      <a:pt x="60" y="89"/>
                    </a:lnTo>
                    <a:lnTo>
                      <a:pt x="55" y="76"/>
                    </a:lnTo>
                    <a:lnTo>
                      <a:pt x="48" y="64"/>
                    </a:lnTo>
                    <a:lnTo>
                      <a:pt x="42" y="53"/>
                    </a:lnTo>
                    <a:lnTo>
                      <a:pt x="34" y="41"/>
                    </a:lnTo>
                    <a:lnTo>
                      <a:pt x="27" y="31"/>
                    </a:lnTo>
                    <a:lnTo>
                      <a:pt x="18" y="20"/>
                    </a:lnTo>
                    <a:lnTo>
                      <a:pt x="9" y="10"/>
                    </a:lnTo>
                    <a:lnTo>
                      <a:pt x="0" y="0"/>
                    </a:lnTo>
                  </a:path>
                </a:pathLst>
              </a:custGeom>
              <a:noFill/>
              <a:ln w="25400" cap="rnd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endParaRPr lang="es-ES_tradnl" sz="1800" noProof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2323" name="Line 449">
                <a:extLst>
                  <a:ext uri="{FF2B5EF4-FFF2-40B4-BE49-F238E27FC236}">
                    <a16:creationId xmlns:a16="http://schemas.microsoft.com/office/drawing/2014/main" id="{A1D530DC-B9D4-2CC6-D4D2-3FFF04C5040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10" y="1776"/>
                <a:ext cx="20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es-ES_tradnl" sz="1800" noProof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2324" name="Freeform 450">
                <a:extLst>
                  <a:ext uri="{FF2B5EF4-FFF2-40B4-BE49-F238E27FC236}">
                    <a16:creationId xmlns:a16="http://schemas.microsoft.com/office/drawing/2014/main" id="{97D62BE7-4B28-537C-FD03-86A4E0F0A39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15" y="1776"/>
                <a:ext cx="285" cy="216"/>
              </a:xfrm>
              <a:custGeom>
                <a:avLst/>
                <a:gdLst/>
                <a:ahLst/>
                <a:cxnLst>
                  <a:cxn ang="0">
                    <a:pos x="348" y="199"/>
                  </a:cxn>
                  <a:cxn ang="0">
                    <a:pos x="348" y="199"/>
                  </a:cxn>
                  <a:cxn ang="0">
                    <a:pos x="334" y="177"/>
                  </a:cxn>
                  <a:cxn ang="0">
                    <a:pos x="319" y="156"/>
                  </a:cxn>
                  <a:cxn ang="0">
                    <a:pos x="302" y="135"/>
                  </a:cxn>
                  <a:cxn ang="0">
                    <a:pos x="284" y="117"/>
                  </a:cxn>
                  <a:cxn ang="0">
                    <a:pos x="265" y="98"/>
                  </a:cxn>
                  <a:cxn ang="0">
                    <a:pos x="245" y="82"/>
                  </a:cxn>
                  <a:cxn ang="0">
                    <a:pos x="223" y="67"/>
                  </a:cxn>
                  <a:cxn ang="0">
                    <a:pos x="202" y="54"/>
                  </a:cxn>
                  <a:cxn ang="0">
                    <a:pos x="179" y="41"/>
                  </a:cxn>
                  <a:cxn ang="0">
                    <a:pos x="155" y="31"/>
                  </a:cxn>
                  <a:cxn ang="0">
                    <a:pos x="130" y="21"/>
                  </a:cxn>
                  <a:cxn ang="0">
                    <a:pos x="105" y="13"/>
                  </a:cxn>
                  <a:cxn ang="0">
                    <a:pos x="79" y="7"/>
                  </a:cxn>
                  <a:cxn ang="0">
                    <a:pos x="53" y="3"/>
                  </a:cxn>
                  <a:cxn ang="0">
                    <a:pos x="27" y="0"/>
                  </a:cxn>
                  <a:cxn ang="0">
                    <a:pos x="0" y="0"/>
                  </a:cxn>
                </a:cxnLst>
                <a:rect l="0" t="0" r="r" b="b"/>
                <a:pathLst>
                  <a:path w="349" h="200">
                    <a:moveTo>
                      <a:pt x="348" y="199"/>
                    </a:moveTo>
                    <a:lnTo>
                      <a:pt x="348" y="199"/>
                    </a:lnTo>
                    <a:lnTo>
                      <a:pt x="334" y="177"/>
                    </a:lnTo>
                    <a:lnTo>
                      <a:pt x="319" y="156"/>
                    </a:lnTo>
                    <a:lnTo>
                      <a:pt x="302" y="135"/>
                    </a:lnTo>
                    <a:lnTo>
                      <a:pt x="284" y="117"/>
                    </a:lnTo>
                    <a:lnTo>
                      <a:pt x="265" y="98"/>
                    </a:lnTo>
                    <a:lnTo>
                      <a:pt x="245" y="82"/>
                    </a:lnTo>
                    <a:lnTo>
                      <a:pt x="223" y="67"/>
                    </a:lnTo>
                    <a:lnTo>
                      <a:pt x="202" y="54"/>
                    </a:lnTo>
                    <a:lnTo>
                      <a:pt x="179" y="41"/>
                    </a:lnTo>
                    <a:lnTo>
                      <a:pt x="155" y="31"/>
                    </a:lnTo>
                    <a:lnTo>
                      <a:pt x="130" y="21"/>
                    </a:lnTo>
                    <a:lnTo>
                      <a:pt x="105" y="13"/>
                    </a:lnTo>
                    <a:lnTo>
                      <a:pt x="79" y="7"/>
                    </a:lnTo>
                    <a:lnTo>
                      <a:pt x="53" y="3"/>
                    </a:lnTo>
                    <a:lnTo>
                      <a:pt x="27" y="0"/>
                    </a:lnTo>
                    <a:lnTo>
                      <a:pt x="0" y="0"/>
                    </a:lnTo>
                  </a:path>
                </a:pathLst>
              </a:custGeom>
              <a:noFill/>
              <a:ln w="25400" cap="rnd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endParaRPr lang="es-ES_tradnl" sz="1800" noProof="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2312" name="Group 444">
              <a:extLst>
                <a:ext uri="{FF2B5EF4-FFF2-40B4-BE49-F238E27FC236}">
                  <a16:creationId xmlns:a16="http://schemas.microsoft.com/office/drawing/2014/main" id="{38BEB86E-4DEE-F770-BED7-19E52491BCB9}"/>
                </a:ext>
              </a:extLst>
            </p:cNvPr>
            <p:cNvGrpSpPr>
              <a:grpSpLocks/>
            </p:cNvGrpSpPr>
            <p:nvPr/>
          </p:nvGrpSpPr>
          <p:grpSpPr bwMode="auto">
            <a:xfrm rot="5400000" flipV="1">
              <a:off x="5592125" y="3647185"/>
              <a:ext cx="586888" cy="493538"/>
              <a:chOff x="4309" y="1776"/>
              <a:chExt cx="491" cy="420"/>
            </a:xfrm>
          </p:grpSpPr>
          <p:sp>
            <p:nvSpPr>
              <p:cNvPr id="12313" name="Freeform 445">
                <a:extLst>
                  <a:ext uri="{FF2B5EF4-FFF2-40B4-BE49-F238E27FC236}">
                    <a16:creationId xmlns:a16="http://schemas.microsoft.com/office/drawing/2014/main" id="{D76ECE6E-D513-523A-57E4-E053E2B9C10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15" y="1980"/>
                <a:ext cx="285" cy="216"/>
              </a:xfrm>
              <a:custGeom>
                <a:avLst/>
                <a:gdLst/>
                <a:ahLst/>
                <a:cxnLst>
                  <a:cxn ang="0">
                    <a:pos x="0" y="199"/>
                  </a:cxn>
                  <a:cxn ang="0">
                    <a:pos x="0" y="199"/>
                  </a:cxn>
                  <a:cxn ang="0">
                    <a:pos x="0" y="199"/>
                  </a:cxn>
                  <a:cxn ang="0">
                    <a:pos x="0" y="199"/>
                  </a:cxn>
                  <a:cxn ang="0">
                    <a:pos x="0" y="199"/>
                  </a:cxn>
                  <a:cxn ang="0">
                    <a:pos x="0" y="199"/>
                  </a:cxn>
                  <a:cxn ang="0">
                    <a:pos x="0" y="199"/>
                  </a:cxn>
                  <a:cxn ang="0">
                    <a:pos x="27" y="199"/>
                  </a:cxn>
                  <a:cxn ang="0">
                    <a:pos x="53" y="196"/>
                  </a:cxn>
                  <a:cxn ang="0">
                    <a:pos x="79" y="192"/>
                  </a:cxn>
                  <a:cxn ang="0">
                    <a:pos x="105" y="186"/>
                  </a:cxn>
                  <a:cxn ang="0">
                    <a:pos x="130" y="178"/>
                  </a:cxn>
                  <a:cxn ang="0">
                    <a:pos x="155" y="168"/>
                  </a:cxn>
                  <a:cxn ang="0">
                    <a:pos x="179" y="158"/>
                  </a:cxn>
                  <a:cxn ang="0">
                    <a:pos x="202" y="145"/>
                  </a:cxn>
                  <a:cxn ang="0">
                    <a:pos x="223" y="132"/>
                  </a:cxn>
                  <a:cxn ang="0">
                    <a:pos x="245" y="117"/>
                  </a:cxn>
                  <a:cxn ang="0">
                    <a:pos x="265" y="101"/>
                  </a:cxn>
                  <a:cxn ang="0">
                    <a:pos x="284" y="82"/>
                  </a:cxn>
                  <a:cxn ang="0">
                    <a:pos x="302" y="64"/>
                  </a:cxn>
                  <a:cxn ang="0">
                    <a:pos x="319" y="43"/>
                  </a:cxn>
                  <a:cxn ang="0">
                    <a:pos x="334" y="22"/>
                  </a:cxn>
                  <a:cxn ang="0">
                    <a:pos x="348" y="0"/>
                  </a:cxn>
                </a:cxnLst>
                <a:rect l="0" t="0" r="r" b="b"/>
                <a:pathLst>
                  <a:path w="349" h="200">
                    <a:moveTo>
                      <a:pt x="0" y="199"/>
                    </a:moveTo>
                    <a:lnTo>
                      <a:pt x="0" y="199"/>
                    </a:lnTo>
                    <a:lnTo>
                      <a:pt x="0" y="199"/>
                    </a:lnTo>
                    <a:lnTo>
                      <a:pt x="0" y="199"/>
                    </a:lnTo>
                    <a:lnTo>
                      <a:pt x="0" y="199"/>
                    </a:lnTo>
                    <a:lnTo>
                      <a:pt x="0" y="199"/>
                    </a:lnTo>
                    <a:lnTo>
                      <a:pt x="0" y="199"/>
                    </a:lnTo>
                    <a:lnTo>
                      <a:pt x="27" y="199"/>
                    </a:lnTo>
                    <a:lnTo>
                      <a:pt x="53" y="196"/>
                    </a:lnTo>
                    <a:lnTo>
                      <a:pt x="79" y="192"/>
                    </a:lnTo>
                    <a:lnTo>
                      <a:pt x="105" y="186"/>
                    </a:lnTo>
                    <a:lnTo>
                      <a:pt x="130" y="178"/>
                    </a:lnTo>
                    <a:lnTo>
                      <a:pt x="155" y="168"/>
                    </a:lnTo>
                    <a:lnTo>
                      <a:pt x="179" y="158"/>
                    </a:lnTo>
                    <a:lnTo>
                      <a:pt x="202" y="145"/>
                    </a:lnTo>
                    <a:lnTo>
                      <a:pt x="223" y="132"/>
                    </a:lnTo>
                    <a:lnTo>
                      <a:pt x="245" y="117"/>
                    </a:lnTo>
                    <a:lnTo>
                      <a:pt x="265" y="101"/>
                    </a:lnTo>
                    <a:lnTo>
                      <a:pt x="284" y="82"/>
                    </a:lnTo>
                    <a:lnTo>
                      <a:pt x="302" y="64"/>
                    </a:lnTo>
                    <a:lnTo>
                      <a:pt x="319" y="43"/>
                    </a:lnTo>
                    <a:lnTo>
                      <a:pt x="334" y="22"/>
                    </a:lnTo>
                    <a:lnTo>
                      <a:pt x="348" y="0"/>
                    </a:lnTo>
                  </a:path>
                </a:pathLst>
              </a:custGeom>
              <a:noFill/>
              <a:ln w="25400" cap="rnd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endParaRPr lang="es-ES_tradnl" sz="1800" noProof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2314" name="Line 446">
                <a:extLst>
                  <a:ext uri="{FF2B5EF4-FFF2-40B4-BE49-F238E27FC236}">
                    <a16:creationId xmlns:a16="http://schemas.microsoft.com/office/drawing/2014/main" id="{2545702B-E1C0-6019-263E-5B1E7E66AB7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310" y="2195"/>
                <a:ext cx="20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es-ES_tradnl" sz="1800" noProof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2315" name="Freeform 447">
                <a:extLst>
                  <a:ext uri="{FF2B5EF4-FFF2-40B4-BE49-F238E27FC236}">
                    <a16:creationId xmlns:a16="http://schemas.microsoft.com/office/drawing/2014/main" id="{997A1986-6DEB-D68D-5D6A-822A460C820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09" y="1986"/>
                <a:ext cx="68" cy="209"/>
              </a:xfrm>
              <a:custGeom>
                <a:avLst/>
                <a:gdLst/>
                <a:ahLst/>
                <a:cxnLst>
                  <a:cxn ang="0">
                    <a:pos x="0" y="192"/>
                  </a:cxn>
                  <a:cxn ang="0">
                    <a:pos x="0" y="192"/>
                  </a:cxn>
                  <a:cxn ang="0">
                    <a:pos x="9" y="182"/>
                  </a:cxn>
                  <a:cxn ang="0">
                    <a:pos x="18" y="172"/>
                  </a:cxn>
                  <a:cxn ang="0">
                    <a:pos x="27" y="161"/>
                  </a:cxn>
                  <a:cxn ang="0">
                    <a:pos x="34" y="151"/>
                  </a:cxn>
                  <a:cxn ang="0">
                    <a:pos x="42" y="139"/>
                  </a:cxn>
                  <a:cxn ang="0">
                    <a:pos x="48" y="128"/>
                  </a:cxn>
                  <a:cxn ang="0">
                    <a:pos x="55" y="116"/>
                  </a:cxn>
                  <a:cxn ang="0">
                    <a:pos x="60" y="103"/>
                  </a:cxn>
                  <a:cxn ang="0">
                    <a:pos x="65" y="91"/>
                  </a:cxn>
                  <a:cxn ang="0">
                    <a:pos x="70" y="78"/>
                  </a:cxn>
                  <a:cxn ang="0">
                    <a:pos x="73" y="65"/>
                  </a:cxn>
                  <a:cxn ang="0">
                    <a:pos x="76" y="53"/>
                  </a:cxn>
                  <a:cxn ang="0">
                    <a:pos x="79" y="39"/>
                  </a:cxn>
                  <a:cxn ang="0">
                    <a:pos x="81" y="26"/>
                  </a:cxn>
                  <a:cxn ang="0">
                    <a:pos x="82" y="13"/>
                  </a:cxn>
                  <a:cxn ang="0">
                    <a:pos x="82" y="0"/>
                  </a:cxn>
                </a:cxnLst>
                <a:rect l="0" t="0" r="r" b="b"/>
                <a:pathLst>
                  <a:path w="83" h="193">
                    <a:moveTo>
                      <a:pt x="0" y="192"/>
                    </a:moveTo>
                    <a:lnTo>
                      <a:pt x="0" y="192"/>
                    </a:lnTo>
                    <a:lnTo>
                      <a:pt x="9" y="182"/>
                    </a:lnTo>
                    <a:lnTo>
                      <a:pt x="18" y="172"/>
                    </a:lnTo>
                    <a:lnTo>
                      <a:pt x="27" y="161"/>
                    </a:lnTo>
                    <a:lnTo>
                      <a:pt x="34" y="151"/>
                    </a:lnTo>
                    <a:lnTo>
                      <a:pt x="42" y="139"/>
                    </a:lnTo>
                    <a:lnTo>
                      <a:pt x="48" y="128"/>
                    </a:lnTo>
                    <a:lnTo>
                      <a:pt x="55" y="116"/>
                    </a:lnTo>
                    <a:lnTo>
                      <a:pt x="60" y="103"/>
                    </a:lnTo>
                    <a:lnTo>
                      <a:pt x="65" y="91"/>
                    </a:lnTo>
                    <a:lnTo>
                      <a:pt x="70" y="78"/>
                    </a:lnTo>
                    <a:lnTo>
                      <a:pt x="73" y="65"/>
                    </a:lnTo>
                    <a:lnTo>
                      <a:pt x="76" y="53"/>
                    </a:lnTo>
                    <a:lnTo>
                      <a:pt x="79" y="39"/>
                    </a:lnTo>
                    <a:lnTo>
                      <a:pt x="81" y="26"/>
                    </a:lnTo>
                    <a:lnTo>
                      <a:pt x="82" y="13"/>
                    </a:lnTo>
                    <a:lnTo>
                      <a:pt x="82" y="0"/>
                    </a:lnTo>
                  </a:path>
                </a:pathLst>
              </a:custGeom>
              <a:noFill/>
              <a:ln w="25400" cap="rnd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endParaRPr lang="es-ES_tradnl" sz="1800" noProof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2316" name="Freeform 448">
                <a:extLst>
                  <a:ext uri="{FF2B5EF4-FFF2-40B4-BE49-F238E27FC236}">
                    <a16:creationId xmlns:a16="http://schemas.microsoft.com/office/drawing/2014/main" id="{1333200F-A148-AAAD-D919-DC9A356BC7C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09" y="1777"/>
                <a:ext cx="68" cy="210"/>
              </a:xfrm>
              <a:custGeom>
                <a:avLst/>
                <a:gdLst/>
                <a:ahLst/>
                <a:cxnLst>
                  <a:cxn ang="0">
                    <a:pos x="82" y="193"/>
                  </a:cxn>
                  <a:cxn ang="0">
                    <a:pos x="82" y="193"/>
                  </a:cxn>
                  <a:cxn ang="0">
                    <a:pos x="82" y="179"/>
                  </a:cxn>
                  <a:cxn ang="0">
                    <a:pos x="81" y="166"/>
                  </a:cxn>
                  <a:cxn ang="0">
                    <a:pos x="79" y="153"/>
                  </a:cxn>
                  <a:cxn ang="0">
                    <a:pos x="76" y="139"/>
                  </a:cxn>
                  <a:cxn ang="0">
                    <a:pos x="73" y="127"/>
                  </a:cxn>
                  <a:cxn ang="0">
                    <a:pos x="70" y="114"/>
                  </a:cxn>
                  <a:cxn ang="0">
                    <a:pos x="65" y="101"/>
                  </a:cxn>
                  <a:cxn ang="0">
                    <a:pos x="60" y="89"/>
                  </a:cxn>
                  <a:cxn ang="0">
                    <a:pos x="55" y="76"/>
                  </a:cxn>
                  <a:cxn ang="0">
                    <a:pos x="48" y="64"/>
                  </a:cxn>
                  <a:cxn ang="0">
                    <a:pos x="42" y="53"/>
                  </a:cxn>
                  <a:cxn ang="0">
                    <a:pos x="34" y="41"/>
                  </a:cxn>
                  <a:cxn ang="0">
                    <a:pos x="27" y="31"/>
                  </a:cxn>
                  <a:cxn ang="0">
                    <a:pos x="18" y="20"/>
                  </a:cxn>
                  <a:cxn ang="0">
                    <a:pos x="9" y="10"/>
                  </a:cxn>
                  <a:cxn ang="0">
                    <a:pos x="0" y="0"/>
                  </a:cxn>
                </a:cxnLst>
                <a:rect l="0" t="0" r="r" b="b"/>
                <a:pathLst>
                  <a:path w="83" h="194">
                    <a:moveTo>
                      <a:pt x="82" y="193"/>
                    </a:moveTo>
                    <a:lnTo>
                      <a:pt x="82" y="193"/>
                    </a:lnTo>
                    <a:lnTo>
                      <a:pt x="82" y="179"/>
                    </a:lnTo>
                    <a:lnTo>
                      <a:pt x="81" y="166"/>
                    </a:lnTo>
                    <a:lnTo>
                      <a:pt x="79" y="153"/>
                    </a:lnTo>
                    <a:lnTo>
                      <a:pt x="76" y="139"/>
                    </a:lnTo>
                    <a:lnTo>
                      <a:pt x="73" y="127"/>
                    </a:lnTo>
                    <a:lnTo>
                      <a:pt x="70" y="114"/>
                    </a:lnTo>
                    <a:lnTo>
                      <a:pt x="65" y="101"/>
                    </a:lnTo>
                    <a:lnTo>
                      <a:pt x="60" y="89"/>
                    </a:lnTo>
                    <a:lnTo>
                      <a:pt x="55" y="76"/>
                    </a:lnTo>
                    <a:lnTo>
                      <a:pt x="48" y="64"/>
                    </a:lnTo>
                    <a:lnTo>
                      <a:pt x="42" y="53"/>
                    </a:lnTo>
                    <a:lnTo>
                      <a:pt x="34" y="41"/>
                    </a:lnTo>
                    <a:lnTo>
                      <a:pt x="27" y="31"/>
                    </a:lnTo>
                    <a:lnTo>
                      <a:pt x="18" y="20"/>
                    </a:lnTo>
                    <a:lnTo>
                      <a:pt x="9" y="10"/>
                    </a:lnTo>
                    <a:lnTo>
                      <a:pt x="0" y="0"/>
                    </a:lnTo>
                  </a:path>
                </a:pathLst>
              </a:custGeom>
              <a:noFill/>
              <a:ln w="25400" cap="rnd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endParaRPr lang="es-ES_tradnl" sz="1800" noProof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2317" name="Line 449">
                <a:extLst>
                  <a:ext uri="{FF2B5EF4-FFF2-40B4-BE49-F238E27FC236}">
                    <a16:creationId xmlns:a16="http://schemas.microsoft.com/office/drawing/2014/main" id="{B45A60C1-4923-5A09-BC88-AF152A7FE81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10" y="1776"/>
                <a:ext cx="20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es-ES_tradnl" sz="1800" noProof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2318" name="Freeform 450">
                <a:extLst>
                  <a:ext uri="{FF2B5EF4-FFF2-40B4-BE49-F238E27FC236}">
                    <a16:creationId xmlns:a16="http://schemas.microsoft.com/office/drawing/2014/main" id="{BCE0836D-FFC0-9E60-113A-FFB7A0B2CBB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15" y="1776"/>
                <a:ext cx="285" cy="216"/>
              </a:xfrm>
              <a:custGeom>
                <a:avLst/>
                <a:gdLst/>
                <a:ahLst/>
                <a:cxnLst>
                  <a:cxn ang="0">
                    <a:pos x="348" y="199"/>
                  </a:cxn>
                  <a:cxn ang="0">
                    <a:pos x="348" y="199"/>
                  </a:cxn>
                  <a:cxn ang="0">
                    <a:pos x="334" y="177"/>
                  </a:cxn>
                  <a:cxn ang="0">
                    <a:pos x="319" y="156"/>
                  </a:cxn>
                  <a:cxn ang="0">
                    <a:pos x="302" y="135"/>
                  </a:cxn>
                  <a:cxn ang="0">
                    <a:pos x="284" y="117"/>
                  </a:cxn>
                  <a:cxn ang="0">
                    <a:pos x="265" y="98"/>
                  </a:cxn>
                  <a:cxn ang="0">
                    <a:pos x="245" y="82"/>
                  </a:cxn>
                  <a:cxn ang="0">
                    <a:pos x="223" y="67"/>
                  </a:cxn>
                  <a:cxn ang="0">
                    <a:pos x="202" y="54"/>
                  </a:cxn>
                  <a:cxn ang="0">
                    <a:pos x="179" y="41"/>
                  </a:cxn>
                  <a:cxn ang="0">
                    <a:pos x="155" y="31"/>
                  </a:cxn>
                  <a:cxn ang="0">
                    <a:pos x="130" y="21"/>
                  </a:cxn>
                  <a:cxn ang="0">
                    <a:pos x="105" y="13"/>
                  </a:cxn>
                  <a:cxn ang="0">
                    <a:pos x="79" y="7"/>
                  </a:cxn>
                  <a:cxn ang="0">
                    <a:pos x="53" y="3"/>
                  </a:cxn>
                  <a:cxn ang="0">
                    <a:pos x="27" y="0"/>
                  </a:cxn>
                  <a:cxn ang="0">
                    <a:pos x="0" y="0"/>
                  </a:cxn>
                </a:cxnLst>
                <a:rect l="0" t="0" r="r" b="b"/>
                <a:pathLst>
                  <a:path w="349" h="200">
                    <a:moveTo>
                      <a:pt x="348" y="199"/>
                    </a:moveTo>
                    <a:lnTo>
                      <a:pt x="348" y="199"/>
                    </a:lnTo>
                    <a:lnTo>
                      <a:pt x="334" y="177"/>
                    </a:lnTo>
                    <a:lnTo>
                      <a:pt x="319" y="156"/>
                    </a:lnTo>
                    <a:lnTo>
                      <a:pt x="302" y="135"/>
                    </a:lnTo>
                    <a:lnTo>
                      <a:pt x="284" y="117"/>
                    </a:lnTo>
                    <a:lnTo>
                      <a:pt x="265" y="98"/>
                    </a:lnTo>
                    <a:lnTo>
                      <a:pt x="245" y="82"/>
                    </a:lnTo>
                    <a:lnTo>
                      <a:pt x="223" y="67"/>
                    </a:lnTo>
                    <a:lnTo>
                      <a:pt x="202" y="54"/>
                    </a:lnTo>
                    <a:lnTo>
                      <a:pt x="179" y="41"/>
                    </a:lnTo>
                    <a:lnTo>
                      <a:pt x="155" y="31"/>
                    </a:lnTo>
                    <a:lnTo>
                      <a:pt x="130" y="21"/>
                    </a:lnTo>
                    <a:lnTo>
                      <a:pt x="105" y="13"/>
                    </a:lnTo>
                    <a:lnTo>
                      <a:pt x="79" y="7"/>
                    </a:lnTo>
                    <a:lnTo>
                      <a:pt x="53" y="3"/>
                    </a:lnTo>
                    <a:lnTo>
                      <a:pt x="27" y="0"/>
                    </a:lnTo>
                    <a:lnTo>
                      <a:pt x="0" y="0"/>
                    </a:lnTo>
                  </a:path>
                </a:pathLst>
              </a:custGeom>
              <a:noFill/>
              <a:ln w="25400" cap="rnd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endParaRPr lang="es-ES_tradnl" sz="1800" noProof="0" dirty="0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12337" name="Agrupar 310">
            <a:extLst>
              <a:ext uri="{FF2B5EF4-FFF2-40B4-BE49-F238E27FC236}">
                <a16:creationId xmlns:a16="http://schemas.microsoft.com/office/drawing/2014/main" id="{717336CD-F3A6-A913-5BF5-3DB0818ABFDE}"/>
              </a:ext>
            </a:extLst>
          </p:cNvPr>
          <p:cNvGrpSpPr/>
          <p:nvPr/>
        </p:nvGrpSpPr>
        <p:grpSpPr>
          <a:xfrm>
            <a:off x="5410200" y="4933890"/>
            <a:ext cx="3478584" cy="1664732"/>
            <a:chOff x="5410200" y="4933890"/>
            <a:chExt cx="3478584" cy="1664732"/>
          </a:xfrm>
        </p:grpSpPr>
        <p:sp>
          <p:nvSpPr>
            <p:cNvPr id="12338" name="Line 431">
              <a:extLst>
                <a:ext uri="{FF2B5EF4-FFF2-40B4-BE49-F238E27FC236}">
                  <a16:creationId xmlns:a16="http://schemas.microsoft.com/office/drawing/2014/main" id="{0E0B3CE1-151F-1EBD-A221-7CDCBF5B1EF1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V="1">
              <a:off x="5922210" y="5445901"/>
              <a:ext cx="195178" cy="0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/>
            </a:ln>
            <a:effectLst/>
          </p:spPr>
          <p:txBody>
            <a:bodyPr anchor="ctr"/>
            <a:lstStyle/>
            <a:p>
              <a:endParaRPr lang="es-ES_tradnl" sz="1800" noProof="0" dirty="0">
                <a:solidFill>
                  <a:schemeClr val="tx1"/>
                </a:solidFill>
              </a:endParaRPr>
            </a:p>
          </p:txBody>
        </p:sp>
        <p:sp>
          <p:nvSpPr>
            <p:cNvPr id="12339" name="Line 431">
              <a:extLst>
                <a:ext uri="{FF2B5EF4-FFF2-40B4-BE49-F238E27FC236}">
                  <a16:creationId xmlns:a16="http://schemas.microsoft.com/office/drawing/2014/main" id="{3F9C7153-E93F-0597-E166-D3CEE19FA544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V="1">
              <a:off x="6836610" y="5445901"/>
              <a:ext cx="195178" cy="0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/>
            </a:ln>
            <a:effectLst/>
          </p:spPr>
          <p:txBody>
            <a:bodyPr anchor="ctr"/>
            <a:lstStyle/>
            <a:p>
              <a:endParaRPr lang="es-ES_tradnl" sz="1800" noProof="0" dirty="0">
                <a:solidFill>
                  <a:schemeClr val="tx1"/>
                </a:solidFill>
              </a:endParaRPr>
            </a:p>
          </p:txBody>
        </p:sp>
        <p:sp>
          <p:nvSpPr>
            <p:cNvPr id="12340" name="Line 431">
              <a:extLst>
                <a:ext uri="{FF2B5EF4-FFF2-40B4-BE49-F238E27FC236}">
                  <a16:creationId xmlns:a16="http://schemas.microsoft.com/office/drawing/2014/main" id="{1375E74E-3382-EAB5-83C9-11D06EA059F3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V="1">
              <a:off x="7141411" y="5450579"/>
              <a:ext cx="195178" cy="0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/>
            </a:ln>
            <a:effectLst/>
          </p:spPr>
          <p:txBody>
            <a:bodyPr anchor="ctr"/>
            <a:lstStyle/>
            <a:p>
              <a:endParaRPr lang="es-ES_tradnl" sz="1800" noProof="0" dirty="0">
                <a:solidFill>
                  <a:schemeClr val="tx1"/>
                </a:solidFill>
              </a:endParaRPr>
            </a:p>
          </p:txBody>
        </p:sp>
        <p:sp>
          <p:nvSpPr>
            <p:cNvPr id="12341" name="Line 431">
              <a:extLst>
                <a:ext uri="{FF2B5EF4-FFF2-40B4-BE49-F238E27FC236}">
                  <a16:creationId xmlns:a16="http://schemas.microsoft.com/office/drawing/2014/main" id="{3EFDE33C-91D8-63D1-D6CD-DCC08D429BB8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V="1">
              <a:off x="7522410" y="5445901"/>
              <a:ext cx="195178" cy="0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/>
            </a:ln>
            <a:effectLst/>
          </p:spPr>
          <p:txBody>
            <a:bodyPr anchor="ctr"/>
            <a:lstStyle/>
            <a:p>
              <a:endParaRPr lang="es-ES_tradnl" sz="1800" noProof="0" dirty="0">
                <a:solidFill>
                  <a:schemeClr val="tx1"/>
                </a:solidFill>
              </a:endParaRPr>
            </a:p>
          </p:txBody>
        </p:sp>
        <p:sp>
          <p:nvSpPr>
            <p:cNvPr id="12342" name="Line 431">
              <a:extLst>
                <a:ext uri="{FF2B5EF4-FFF2-40B4-BE49-F238E27FC236}">
                  <a16:creationId xmlns:a16="http://schemas.microsoft.com/office/drawing/2014/main" id="{EA07D39D-0C1A-FFA6-4CAF-6176DBBD337B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V="1">
              <a:off x="7827210" y="5445901"/>
              <a:ext cx="195178" cy="0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/>
            </a:ln>
            <a:effectLst/>
          </p:spPr>
          <p:txBody>
            <a:bodyPr anchor="ctr"/>
            <a:lstStyle/>
            <a:p>
              <a:endParaRPr lang="es-ES_tradnl" sz="1800" noProof="0" dirty="0">
                <a:solidFill>
                  <a:schemeClr val="tx1"/>
                </a:solidFill>
              </a:endParaRPr>
            </a:p>
          </p:txBody>
        </p:sp>
        <p:sp>
          <p:nvSpPr>
            <p:cNvPr id="12343" name="Line 431">
              <a:extLst>
                <a:ext uri="{FF2B5EF4-FFF2-40B4-BE49-F238E27FC236}">
                  <a16:creationId xmlns:a16="http://schemas.microsoft.com/office/drawing/2014/main" id="{D679600F-E336-A5E0-B387-F7A2803F300C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V="1">
              <a:off x="8284410" y="5445901"/>
              <a:ext cx="195178" cy="0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/>
            </a:ln>
            <a:effectLst/>
          </p:spPr>
          <p:txBody>
            <a:bodyPr anchor="ctr"/>
            <a:lstStyle/>
            <a:p>
              <a:endParaRPr lang="es-ES_tradnl" sz="1800" noProof="0" dirty="0">
                <a:solidFill>
                  <a:schemeClr val="tx1"/>
                </a:solidFill>
              </a:endParaRPr>
            </a:p>
          </p:txBody>
        </p:sp>
        <p:sp>
          <p:nvSpPr>
            <p:cNvPr id="12344" name="Line 431">
              <a:extLst>
                <a:ext uri="{FF2B5EF4-FFF2-40B4-BE49-F238E27FC236}">
                  <a16:creationId xmlns:a16="http://schemas.microsoft.com/office/drawing/2014/main" id="{4434E793-DE42-05E8-4E01-6DCB6A6A6A14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V="1">
              <a:off x="8589210" y="5445901"/>
              <a:ext cx="195178" cy="0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/>
            </a:ln>
            <a:effectLst/>
          </p:spPr>
          <p:txBody>
            <a:bodyPr anchor="ctr"/>
            <a:lstStyle/>
            <a:p>
              <a:endParaRPr lang="es-ES_tradnl" sz="1800" noProof="0" dirty="0">
                <a:solidFill>
                  <a:schemeClr val="tx1"/>
                </a:solidFill>
              </a:endParaRPr>
            </a:p>
          </p:txBody>
        </p:sp>
        <p:sp>
          <p:nvSpPr>
            <p:cNvPr id="12345" name="Line 431">
              <a:extLst>
                <a:ext uri="{FF2B5EF4-FFF2-40B4-BE49-F238E27FC236}">
                  <a16:creationId xmlns:a16="http://schemas.microsoft.com/office/drawing/2014/main" id="{2603E54C-5DD7-3E58-3693-E76587F3D399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V="1">
              <a:off x="5795211" y="6174479"/>
              <a:ext cx="195178" cy="0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/>
            </a:ln>
            <a:effectLst/>
          </p:spPr>
          <p:txBody>
            <a:bodyPr anchor="ctr"/>
            <a:lstStyle/>
            <a:p>
              <a:endParaRPr lang="es-ES_tradnl" sz="1800" noProof="0" dirty="0">
                <a:solidFill>
                  <a:schemeClr val="tx1"/>
                </a:solidFill>
              </a:endParaRPr>
            </a:p>
          </p:txBody>
        </p:sp>
        <p:sp>
          <p:nvSpPr>
            <p:cNvPr id="12346" name="Line 431">
              <a:extLst>
                <a:ext uri="{FF2B5EF4-FFF2-40B4-BE49-F238E27FC236}">
                  <a16:creationId xmlns:a16="http://schemas.microsoft.com/office/drawing/2014/main" id="{38129638-6E1D-B07B-85FC-2BB9CE5B700D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V="1">
              <a:off x="7014410" y="6174479"/>
              <a:ext cx="195178" cy="0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/>
            </a:ln>
            <a:effectLst/>
          </p:spPr>
          <p:txBody>
            <a:bodyPr anchor="ctr"/>
            <a:lstStyle/>
            <a:p>
              <a:endParaRPr lang="es-ES_tradnl" sz="1800" noProof="0" dirty="0">
                <a:solidFill>
                  <a:schemeClr val="tx1"/>
                </a:solidFill>
              </a:endParaRPr>
            </a:p>
          </p:txBody>
        </p:sp>
        <p:sp>
          <p:nvSpPr>
            <p:cNvPr id="12347" name="Line 431">
              <a:extLst>
                <a:ext uri="{FF2B5EF4-FFF2-40B4-BE49-F238E27FC236}">
                  <a16:creationId xmlns:a16="http://schemas.microsoft.com/office/drawing/2014/main" id="{A7BBDF5D-B9A5-C378-9DFD-3A8E1D65DD70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V="1">
              <a:off x="7700210" y="6174479"/>
              <a:ext cx="195178" cy="0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/>
            </a:ln>
            <a:effectLst/>
          </p:spPr>
          <p:txBody>
            <a:bodyPr anchor="ctr"/>
            <a:lstStyle/>
            <a:p>
              <a:endParaRPr lang="es-ES_tradnl" sz="1800" noProof="0" dirty="0">
                <a:solidFill>
                  <a:schemeClr val="tx1"/>
                </a:solidFill>
              </a:endParaRPr>
            </a:p>
          </p:txBody>
        </p:sp>
        <p:sp>
          <p:nvSpPr>
            <p:cNvPr id="12348" name="Line 431">
              <a:extLst>
                <a:ext uri="{FF2B5EF4-FFF2-40B4-BE49-F238E27FC236}">
                  <a16:creationId xmlns:a16="http://schemas.microsoft.com/office/drawing/2014/main" id="{7152C9A6-1946-A646-B22A-A5C7F58BC91B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V="1">
              <a:off x="8462210" y="6174479"/>
              <a:ext cx="195178" cy="0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/>
            </a:ln>
            <a:effectLst/>
          </p:spPr>
          <p:txBody>
            <a:bodyPr anchor="ctr"/>
            <a:lstStyle/>
            <a:p>
              <a:endParaRPr lang="es-ES_tradnl" sz="1800" noProof="0" dirty="0">
                <a:solidFill>
                  <a:schemeClr val="tx1"/>
                </a:solidFill>
              </a:endParaRPr>
            </a:p>
          </p:txBody>
        </p:sp>
        <p:sp>
          <p:nvSpPr>
            <p:cNvPr id="12349" name="Line 431">
              <a:extLst>
                <a:ext uri="{FF2B5EF4-FFF2-40B4-BE49-F238E27FC236}">
                  <a16:creationId xmlns:a16="http://schemas.microsoft.com/office/drawing/2014/main" id="{605F77FA-F172-FF33-802D-23F594FC187C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V="1">
              <a:off x="6476999" y="5638800"/>
              <a:ext cx="0" cy="304800"/>
            </a:xfrm>
            <a:prstGeom prst="line">
              <a:avLst/>
            </a:prstGeom>
            <a:noFill/>
            <a:ln w="19050" cap="flat" cmpd="sng" algn="ctr">
              <a:solidFill>
                <a:schemeClr val="tx2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  <p:txBody>
            <a:bodyPr anchor="ctr"/>
            <a:lstStyle/>
            <a:p>
              <a:endParaRPr lang="es-ES_tradnl" sz="1800" noProof="0" dirty="0">
                <a:solidFill>
                  <a:schemeClr val="tx1"/>
                </a:solidFill>
              </a:endParaRPr>
            </a:p>
          </p:txBody>
        </p:sp>
        <p:sp>
          <p:nvSpPr>
            <p:cNvPr id="12350" name="Line 431">
              <a:extLst>
                <a:ext uri="{FF2B5EF4-FFF2-40B4-BE49-F238E27FC236}">
                  <a16:creationId xmlns:a16="http://schemas.microsoft.com/office/drawing/2014/main" id="{89E6BA3D-E2F3-3128-B2E7-8D34BF9F100A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V="1">
              <a:off x="5617410" y="5445901"/>
              <a:ext cx="195178" cy="0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/>
            </a:ln>
            <a:effectLst/>
          </p:spPr>
          <p:txBody>
            <a:bodyPr anchor="ctr"/>
            <a:lstStyle/>
            <a:p>
              <a:endParaRPr lang="es-ES_tradnl" sz="1800" noProof="0" dirty="0">
                <a:solidFill>
                  <a:schemeClr val="tx1"/>
                </a:solidFill>
              </a:endParaRPr>
            </a:p>
          </p:txBody>
        </p:sp>
        <p:sp>
          <p:nvSpPr>
            <p:cNvPr id="12351" name="CuadroTexto 12350">
              <a:extLst>
                <a:ext uri="{FF2B5EF4-FFF2-40B4-BE49-F238E27FC236}">
                  <a16:creationId xmlns:a16="http://schemas.microsoft.com/office/drawing/2014/main" id="{40F0C20B-F5D2-F6B4-3E5C-C7B7DC808ACF}"/>
                </a:ext>
              </a:extLst>
            </p:cNvPr>
            <p:cNvSpPr txBox="1"/>
            <p:nvPr/>
          </p:nvSpPr>
          <p:spPr>
            <a:xfrm>
              <a:off x="5410200" y="4933890"/>
              <a:ext cx="5226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_tradnl" sz="1800" noProof="0" dirty="0">
                  <a:solidFill>
                    <a:schemeClr val="tx1"/>
                  </a:solidFill>
                </a:rPr>
                <a:t>A</a:t>
              </a:r>
              <a:r>
                <a:rPr lang="es-ES_tradnl" sz="1800" b="1" baseline="-25000" noProof="0" dirty="0">
                  <a:solidFill>
                    <a:schemeClr val="tx1"/>
                  </a:solidFill>
                </a:rPr>
                <a:t>31</a:t>
              </a:r>
            </a:p>
          </p:txBody>
        </p:sp>
        <p:sp>
          <p:nvSpPr>
            <p:cNvPr id="12352" name="CuadroTexto 12351">
              <a:extLst>
                <a:ext uri="{FF2B5EF4-FFF2-40B4-BE49-F238E27FC236}">
                  <a16:creationId xmlns:a16="http://schemas.microsoft.com/office/drawing/2014/main" id="{1DB44B47-DEA4-89C6-BA34-F21E7D348875}"/>
                </a:ext>
              </a:extLst>
            </p:cNvPr>
            <p:cNvSpPr txBox="1"/>
            <p:nvPr/>
          </p:nvSpPr>
          <p:spPr>
            <a:xfrm>
              <a:off x="5842050" y="4933890"/>
              <a:ext cx="50980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_tradnl" sz="1800" noProof="0" dirty="0">
                  <a:solidFill>
                    <a:schemeClr val="tx1"/>
                  </a:solidFill>
                </a:rPr>
                <a:t>B</a:t>
              </a:r>
              <a:r>
                <a:rPr lang="es-ES_tradnl" sz="1800" b="1" baseline="-25000" noProof="0" dirty="0">
                  <a:solidFill>
                    <a:schemeClr val="tx1"/>
                  </a:solidFill>
                </a:rPr>
                <a:t>31</a:t>
              </a:r>
            </a:p>
          </p:txBody>
        </p:sp>
        <p:sp>
          <p:nvSpPr>
            <p:cNvPr id="12353" name="CuadroTexto 12352">
              <a:extLst>
                <a:ext uri="{FF2B5EF4-FFF2-40B4-BE49-F238E27FC236}">
                  <a16:creationId xmlns:a16="http://schemas.microsoft.com/office/drawing/2014/main" id="{735B4B8B-E7F5-CAC7-231C-6E163D76A434}"/>
                </a:ext>
              </a:extLst>
            </p:cNvPr>
            <p:cNvSpPr txBox="1"/>
            <p:nvPr/>
          </p:nvSpPr>
          <p:spPr>
            <a:xfrm>
              <a:off x="6705600" y="4933890"/>
              <a:ext cx="43703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_tradnl" sz="1800" noProof="0" dirty="0">
                  <a:solidFill>
                    <a:schemeClr val="tx1"/>
                  </a:solidFill>
                </a:rPr>
                <a:t>A</a:t>
              </a:r>
              <a:r>
                <a:rPr lang="es-ES_tradnl" sz="1800" b="1" baseline="-25000" noProof="0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12354" name="CuadroTexto 12353">
              <a:extLst>
                <a:ext uri="{FF2B5EF4-FFF2-40B4-BE49-F238E27FC236}">
                  <a16:creationId xmlns:a16="http://schemas.microsoft.com/office/drawing/2014/main" id="{DF916EC4-983D-F116-E18A-71AADD75519E}"/>
                </a:ext>
              </a:extLst>
            </p:cNvPr>
            <p:cNvSpPr txBox="1"/>
            <p:nvPr/>
          </p:nvSpPr>
          <p:spPr>
            <a:xfrm>
              <a:off x="7010400" y="4933890"/>
              <a:ext cx="42421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_tradnl" sz="1800" noProof="0" dirty="0">
                  <a:solidFill>
                    <a:schemeClr val="tx1"/>
                  </a:solidFill>
                </a:rPr>
                <a:t>B</a:t>
              </a:r>
              <a:r>
                <a:rPr lang="es-ES_tradnl" sz="1800" b="1" baseline="-25000" noProof="0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12355" name="CuadroTexto 12354">
              <a:extLst>
                <a:ext uri="{FF2B5EF4-FFF2-40B4-BE49-F238E27FC236}">
                  <a16:creationId xmlns:a16="http://schemas.microsoft.com/office/drawing/2014/main" id="{5DB60D5F-1E4D-46A7-5943-968E156B4C42}"/>
                </a:ext>
              </a:extLst>
            </p:cNvPr>
            <p:cNvSpPr txBox="1"/>
            <p:nvPr/>
          </p:nvSpPr>
          <p:spPr>
            <a:xfrm>
              <a:off x="7391400" y="4933890"/>
              <a:ext cx="43703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_tradnl" sz="1800" noProof="0" dirty="0">
                  <a:solidFill>
                    <a:schemeClr val="tx1"/>
                  </a:solidFill>
                </a:rPr>
                <a:t>A</a:t>
              </a:r>
              <a:r>
                <a:rPr lang="es-ES_tradnl" sz="1800" b="1" baseline="-25000" noProof="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12356" name="CuadroTexto 12355">
              <a:extLst>
                <a:ext uri="{FF2B5EF4-FFF2-40B4-BE49-F238E27FC236}">
                  <a16:creationId xmlns:a16="http://schemas.microsoft.com/office/drawing/2014/main" id="{96FCAB05-4387-5EC4-B914-7127E96F0AE2}"/>
                </a:ext>
              </a:extLst>
            </p:cNvPr>
            <p:cNvSpPr txBox="1"/>
            <p:nvPr/>
          </p:nvSpPr>
          <p:spPr>
            <a:xfrm>
              <a:off x="7709024" y="4933890"/>
              <a:ext cx="42421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_tradnl" sz="1800" noProof="0" dirty="0">
                  <a:solidFill>
                    <a:schemeClr val="tx1"/>
                  </a:solidFill>
                </a:rPr>
                <a:t>B</a:t>
              </a:r>
              <a:r>
                <a:rPr lang="es-ES_tradnl" sz="1800" b="1" baseline="-25000" noProof="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12357" name="CuadroTexto 12356">
              <a:extLst>
                <a:ext uri="{FF2B5EF4-FFF2-40B4-BE49-F238E27FC236}">
                  <a16:creationId xmlns:a16="http://schemas.microsoft.com/office/drawing/2014/main" id="{ED4E26BD-C8BA-F427-FD12-414281E6075A}"/>
                </a:ext>
              </a:extLst>
            </p:cNvPr>
            <p:cNvSpPr txBox="1"/>
            <p:nvPr/>
          </p:nvSpPr>
          <p:spPr>
            <a:xfrm>
              <a:off x="8146945" y="4933890"/>
              <a:ext cx="43703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_tradnl" sz="1800" noProof="0" dirty="0">
                  <a:solidFill>
                    <a:schemeClr val="tx1"/>
                  </a:solidFill>
                </a:rPr>
                <a:t>A</a:t>
              </a:r>
              <a:r>
                <a:rPr lang="es-ES_tradnl" sz="1800" b="1" baseline="-25000" noProof="0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12358" name="CuadroTexto 12357">
              <a:extLst>
                <a:ext uri="{FF2B5EF4-FFF2-40B4-BE49-F238E27FC236}">
                  <a16:creationId xmlns:a16="http://schemas.microsoft.com/office/drawing/2014/main" id="{516DB1F4-3980-ED4E-33CD-5FD758661082}"/>
                </a:ext>
              </a:extLst>
            </p:cNvPr>
            <p:cNvSpPr txBox="1"/>
            <p:nvPr/>
          </p:nvSpPr>
          <p:spPr>
            <a:xfrm>
              <a:off x="8464569" y="4933890"/>
              <a:ext cx="42421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_tradnl" sz="1800" noProof="0" dirty="0">
                  <a:solidFill>
                    <a:schemeClr val="tx1"/>
                  </a:solidFill>
                </a:rPr>
                <a:t>B</a:t>
              </a:r>
              <a:r>
                <a:rPr lang="es-ES_tradnl" sz="1800" b="1" baseline="-25000" noProof="0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12359" name="CuadroTexto 12358">
              <a:extLst>
                <a:ext uri="{FF2B5EF4-FFF2-40B4-BE49-F238E27FC236}">
                  <a16:creationId xmlns:a16="http://schemas.microsoft.com/office/drawing/2014/main" id="{BFBC1F42-11B6-03CA-C206-07BB6E8A5AEE}"/>
                </a:ext>
              </a:extLst>
            </p:cNvPr>
            <p:cNvSpPr txBox="1"/>
            <p:nvPr/>
          </p:nvSpPr>
          <p:spPr>
            <a:xfrm>
              <a:off x="5638800" y="6229290"/>
              <a:ext cx="52253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_tradnl" sz="1800" noProof="0" dirty="0">
                  <a:solidFill>
                    <a:schemeClr val="tx1"/>
                  </a:solidFill>
                </a:rPr>
                <a:t>R</a:t>
              </a:r>
              <a:r>
                <a:rPr lang="es-ES_tradnl" sz="1800" b="1" baseline="-25000" noProof="0" dirty="0">
                  <a:solidFill>
                    <a:schemeClr val="tx1"/>
                  </a:solidFill>
                </a:rPr>
                <a:t>31</a:t>
              </a:r>
            </a:p>
          </p:txBody>
        </p:sp>
        <p:sp>
          <p:nvSpPr>
            <p:cNvPr id="12360" name="CuadroTexto 12359">
              <a:extLst>
                <a:ext uri="{FF2B5EF4-FFF2-40B4-BE49-F238E27FC236}">
                  <a16:creationId xmlns:a16="http://schemas.microsoft.com/office/drawing/2014/main" id="{CE77453B-0A98-1FDA-8678-F11DAA7A6B87}"/>
                </a:ext>
              </a:extLst>
            </p:cNvPr>
            <p:cNvSpPr txBox="1"/>
            <p:nvPr/>
          </p:nvSpPr>
          <p:spPr>
            <a:xfrm>
              <a:off x="6934200" y="6229290"/>
              <a:ext cx="43695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_tradnl" sz="1800" noProof="0" dirty="0">
                  <a:solidFill>
                    <a:schemeClr val="tx1"/>
                  </a:solidFill>
                </a:rPr>
                <a:t>R</a:t>
              </a:r>
              <a:r>
                <a:rPr lang="es-ES_tradnl" sz="1800" b="1" baseline="-25000" noProof="0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12361" name="CuadroTexto 12360">
              <a:extLst>
                <a:ext uri="{FF2B5EF4-FFF2-40B4-BE49-F238E27FC236}">
                  <a16:creationId xmlns:a16="http://schemas.microsoft.com/office/drawing/2014/main" id="{5C8830A9-FDEC-3420-C05E-75FA25AE0BF6}"/>
                </a:ext>
              </a:extLst>
            </p:cNvPr>
            <p:cNvSpPr txBox="1"/>
            <p:nvPr/>
          </p:nvSpPr>
          <p:spPr>
            <a:xfrm>
              <a:off x="7620000" y="6229290"/>
              <a:ext cx="43695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_tradnl" sz="1800" noProof="0" dirty="0">
                  <a:solidFill>
                    <a:schemeClr val="tx1"/>
                  </a:solidFill>
                </a:rPr>
                <a:t>R</a:t>
              </a:r>
              <a:r>
                <a:rPr lang="es-ES_tradnl" sz="1800" b="1" baseline="-25000" noProof="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12362" name="CuadroTexto 12361">
              <a:extLst>
                <a:ext uri="{FF2B5EF4-FFF2-40B4-BE49-F238E27FC236}">
                  <a16:creationId xmlns:a16="http://schemas.microsoft.com/office/drawing/2014/main" id="{FB03BF69-9A12-C5A7-9E81-3C1FC44F07F3}"/>
                </a:ext>
              </a:extLst>
            </p:cNvPr>
            <p:cNvSpPr txBox="1"/>
            <p:nvPr/>
          </p:nvSpPr>
          <p:spPr>
            <a:xfrm>
              <a:off x="8375545" y="6229290"/>
              <a:ext cx="43695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_tradnl" sz="1800" noProof="0" dirty="0">
                  <a:solidFill>
                    <a:schemeClr val="tx1"/>
                  </a:solidFill>
                </a:rPr>
                <a:t>R</a:t>
              </a:r>
              <a:r>
                <a:rPr lang="es-ES_tradnl" sz="1800" b="1" baseline="-25000" noProof="0" dirty="0">
                  <a:solidFill>
                    <a:schemeClr val="tx1"/>
                  </a:solidFill>
                </a:rPr>
                <a:t>0</a:t>
              </a:r>
            </a:p>
          </p:txBody>
        </p:sp>
        <p:grpSp>
          <p:nvGrpSpPr>
            <p:cNvPr id="12363" name="Group 35">
              <a:extLst>
                <a:ext uri="{FF2B5EF4-FFF2-40B4-BE49-F238E27FC236}">
                  <a16:creationId xmlns:a16="http://schemas.microsoft.com/office/drawing/2014/main" id="{8903F198-DB60-C715-6892-1ABEF2C5A7D1}"/>
                </a:ext>
              </a:extLst>
            </p:cNvPr>
            <p:cNvGrpSpPr>
              <a:grpSpLocks/>
            </p:cNvGrpSpPr>
            <p:nvPr/>
          </p:nvGrpSpPr>
          <p:grpSpPr bwMode="auto">
            <a:xfrm rot="16200000" flipH="1" flipV="1">
              <a:off x="5571067" y="5554133"/>
              <a:ext cx="609600" cy="474133"/>
              <a:chOff x="3264" y="3312"/>
              <a:chExt cx="678" cy="900"/>
            </a:xfrm>
          </p:grpSpPr>
          <p:sp>
            <p:nvSpPr>
              <p:cNvPr id="12391" name="Freeform 36">
                <a:extLst>
                  <a:ext uri="{FF2B5EF4-FFF2-40B4-BE49-F238E27FC236}">
                    <a16:creationId xmlns:a16="http://schemas.microsoft.com/office/drawing/2014/main" id="{35A70478-0272-92A6-053A-E8F6FB5131C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76" y="3749"/>
                <a:ext cx="366" cy="463"/>
              </a:xfrm>
              <a:custGeom>
                <a:avLst/>
                <a:gdLst/>
                <a:ahLst/>
                <a:cxnLst>
                  <a:cxn ang="0">
                    <a:pos x="0" y="199"/>
                  </a:cxn>
                  <a:cxn ang="0">
                    <a:pos x="0" y="199"/>
                  </a:cxn>
                  <a:cxn ang="0">
                    <a:pos x="0" y="199"/>
                  </a:cxn>
                  <a:cxn ang="0">
                    <a:pos x="0" y="199"/>
                  </a:cxn>
                  <a:cxn ang="0">
                    <a:pos x="0" y="199"/>
                  </a:cxn>
                  <a:cxn ang="0">
                    <a:pos x="0" y="199"/>
                  </a:cxn>
                  <a:cxn ang="0">
                    <a:pos x="0" y="199"/>
                  </a:cxn>
                  <a:cxn ang="0">
                    <a:pos x="27" y="199"/>
                  </a:cxn>
                  <a:cxn ang="0">
                    <a:pos x="53" y="196"/>
                  </a:cxn>
                  <a:cxn ang="0">
                    <a:pos x="79" y="192"/>
                  </a:cxn>
                  <a:cxn ang="0">
                    <a:pos x="105" y="186"/>
                  </a:cxn>
                  <a:cxn ang="0">
                    <a:pos x="130" y="178"/>
                  </a:cxn>
                  <a:cxn ang="0">
                    <a:pos x="155" y="168"/>
                  </a:cxn>
                  <a:cxn ang="0">
                    <a:pos x="179" y="158"/>
                  </a:cxn>
                  <a:cxn ang="0">
                    <a:pos x="202" y="145"/>
                  </a:cxn>
                  <a:cxn ang="0">
                    <a:pos x="223" y="132"/>
                  </a:cxn>
                  <a:cxn ang="0">
                    <a:pos x="245" y="117"/>
                  </a:cxn>
                  <a:cxn ang="0">
                    <a:pos x="265" y="101"/>
                  </a:cxn>
                  <a:cxn ang="0">
                    <a:pos x="284" y="82"/>
                  </a:cxn>
                  <a:cxn ang="0">
                    <a:pos x="302" y="64"/>
                  </a:cxn>
                  <a:cxn ang="0">
                    <a:pos x="319" y="43"/>
                  </a:cxn>
                  <a:cxn ang="0">
                    <a:pos x="334" y="22"/>
                  </a:cxn>
                  <a:cxn ang="0">
                    <a:pos x="348" y="0"/>
                  </a:cxn>
                </a:cxnLst>
                <a:rect l="0" t="0" r="r" b="b"/>
                <a:pathLst>
                  <a:path w="349" h="200">
                    <a:moveTo>
                      <a:pt x="0" y="199"/>
                    </a:moveTo>
                    <a:lnTo>
                      <a:pt x="0" y="199"/>
                    </a:lnTo>
                    <a:lnTo>
                      <a:pt x="0" y="199"/>
                    </a:lnTo>
                    <a:lnTo>
                      <a:pt x="0" y="199"/>
                    </a:lnTo>
                    <a:lnTo>
                      <a:pt x="0" y="199"/>
                    </a:lnTo>
                    <a:lnTo>
                      <a:pt x="0" y="199"/>
                    </a:lnTo>
                    <a:lnTo>
                      <a:pt x="0" y="199"/>
                    </a:lnTo>
                    <a:lnTo>
                      <a:pt x="27" y="199"/>
                    </a:lnTo>
                    <a:lnTo>
                      <a:pt x="53" y="196"/>
                    </a:lnTo>
                    <a:lnTo>
                      <a:pt x="79" y="192"/>
                    </a:lnTo>
                    <a:lnTo>
                      <a:pt x="105" y="186"/>
                    </a:lnTo>
                    <a:lnTo>
                      <a:pt x="130" y="178"/>
                    </a:lnTo>
                    <a:lnTo>
                      <a:pt x="155" y="168"/>
                    </a:lnTo>
                    <a:lnTo>
                      <a:pt x="179" y="158"/>
                    </a:lnTo>
                    <a:lnTo>
                      <a:pt x="202" y="145"/>
                    </a:lnTo>
                    <a:lnTo>
                      <a:pt x="223" y="132"/>
                    </a:lnTo>
                    <a:lnTo>
                      <a:pt x="245" y="117"/>
                    </a:lnTo>
                    <a:lnTo>
                      <a:pt x="265" y="101"/>
                    </a:lnTo>
                    <a:lnTo>
                      <a:pt x="284" y="82"/>
                    </a:lnTo>
                    <a:lnTo>
                      <a:pt x="302" y="64"/>
                    </a:lnTo>
                    <a:lnTo>
                      <a:pt x="319" y="43"/>
                    </a:lnTo>
                    <a:lnTo>
                      <a:pt x="334" y="22"/>
                    </a:lnTo>
                    <a:lnTo>
                      <a:pt x="348" y="0"/>
                    </a:lnTo>
                  </a:path>
                </a:pathLst>
              </a:custGeom>
              <a:noFill/>
              <a:ln w="25400" cap="rnd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endParaRPr lang="es-ES_tradnl" sz="1800" noProof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2392" name="Line 37">
                <a:extLst>
                  <a:ext uri="{FF2B5EF4-FFF2-40B4-BE49-F238E27FC236}">
                    <a16:creationId xmlns:a16="http://schemas.microsoft.com/office/drawing/2014/main" id="{88E7CA6E-B545-CCA7-F805-E357363B88C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313" y="4210"/>
                <a:ext cx="262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es-ES_tradnl" sz="1800" noProof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2393" name="Freeform 38">
                <a:extLst>
                  <a:ext uri="{FF2B5EF4-FFF2-40B4-BE49-F238E27FC236}">
                    <a16:creationId xmlns:a16="http://schemas.microsoft.com/office/drawing/2014/main" id="{E22F4942-D598-F492-14DD-6D5FFCECB1C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12" y="3762"/>
                <a:ext cx="87" cy="448"/>
              </a:xfrm>
              <a:custGeom>
                <a:avLst/>
                <a:gdLst/>
                <a:ahLst/>
                <a:cxnLst>
                  <a:cxn ang="0">
                    <a:pos x="0" y="192"/>
                  </a:cxn>
                  <a:cxn ang="0">
                    <a:pos x="0" y="192"/>
                  </a:cxn>
                  <a:cxn ang="0">
                    <a:pos x="9" y="182"/>
                  </a:cxn>
                  <a:cxn ang="0">
                    <a:pos x="18" y="172"/>
                  </a:cxn>
                  <a:cxn ang="0">
                    <a:pos x="27" y="161"/>
                  </a:cxn>
                  <a:cxn ang="0">
                    <a:pos x="34" y="151"/>
                  </a:cxn>
                  <a:cxn ang="0">
                    <a:pos x="42" y="139"/>
                  </a:cxn>
                  <a:cxn ang="0">
                    <a:pos x="48" y="128"/>
                  </a:cxn>
                  <a:cxn ang="0">
                    <a:pos x="55" y="116"/>
                  </a:cxn>
                  <a:cxn ang="0">
                    <a:pos x="60" y="103"/>
                  </a:cxn>
                  <a:cxn ang="0">
                    <a:pos x="65" y="91"/>
                  </a:cxn>
                  <a:cxn ang="0">
                    <a:pos x="70" y="78"/>
                  </a:cxn>
                  <a:cxn ang="0">
                    <a:pos x="73" y="65"/>
                  </a:cxn>
                  <a:cxn ang="0">
                    <a:pos x="76" y="53"/>
                  </a:cxn>
                  <a:cxn ang="0">
                    <a:pos x="79" y="39"/>
                  </a:cxn>
                  <a:cxn ang="0">
                    <a:pos x="81" y="26"/>
                  </a:cxn>
                  <a:cxn ang="0">
                    <a:pos x="82" y="13"/>
                  </a:cxn>
                  <a:cxn ang="0">
                    <a:pos x="82" y="0"/>
                  </a:cxn>
                </a:cxnLst>
                <a:rect l="0" t="0" r="r" b="b"/>
                <a:pathLst>
                  <a:path w="83" h="193">
                    <a:moveTo>
                      <a:pt x="0" y="192"/>
                    </a:moveTo>
                    <a:lnTo>
                      <a:pt x="0" y="192"/>
                    </a:lnTo>
                    <a:lnTo>
                      <a:pt x="9" y="182"/>
                    </a:lnTo>
                    <a:lnTo>
                      <a:pt x="18" y="172"/>
                    </a:lnTo>
                    <a:lnTo>
                      <a:pt x="27" y="161"/>
                    </a:lnTo>
                    <a:lnTo>
                      <a:pt x="34" y="151"/>
                    </a:lnTo>
                    <a:lnTo>
                      <a:pt x="42" y="139"/>
                    </a:lnTo>
                    <a:lnTo>
                      <a:pt x="48" y="128"/>
                    </a:lnTo>
                    <a:lnTo>
                      <a:pt x="55" y="116"/>
                    </a:lnTo>
                    <a:lnTo>
                      <a:pt x="60" y="103"/>
                    </a:lnTo>
                    <a:lnTo>
                      <a:pt x="65" y="91"/>
                    </a:lnTo>
                    <a:lnTo>
                      <a:pt x="70" y="78"/>
                    </a:lnTo>
                    <a:lnTo>
                      <a:pt x="73" y="65"/>
                    </a:lnTo>
                    <a:lnTo>
                      <a:pt x="76" y="53"/>
                    </a:lnTo>
                    <a:lnTo>
                      <a:pt x="79" y="39"/>
                    </a:lnTo>
                    <a:lnTo>
                      <a:pt x="81" y="26"/>
                    </a:lnTo>
                    <a:lnTo>
                      <a:pt x="82" y="13"/>
                    </a:lnTo>
                    <a:lnTo>
                      <a:pt x="82" y="0"/>
                    </a:lnTo>
                  </a:path>
                </a:pathLst>
              </a:custGeom>
              <a:noFill/>
              <a:ln w="25400" cap="rnd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endParaRPr lang="es-ES_tradnl" sz="1800" noProof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2394" name="Freeform 39">
                <a:extLst>
                  <a:ext uri="{FF2B5EF4-FFF2-40B4-BE49-F238E27FC236}">
                    <a16:creationId xmlns:a16="http://schemas.microsoft.com/office/drawing/2014/main" id="{5CE9C994-B6AC-DFFE-7AEA-CDBA50B035E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12" y="3314"/>
                <a:ext cx="87" cy="450"/>
              </a:xfrm>
              <a:custGeom>
                <a:avLst/>
                <a:gdLst/>
                <a:ahLst/>
                <a:cxnLst>
                  <a:cxn ang="0">
                    <a:pos x="82" y="193"/>
                  </a:cxn>
                  <a:cxn ang="0">
                    <a:pos x="82" y="193"/>
                  </a:cxn>
                  <a:cxn ang="0">
                    <a:pos x="82" y="179"/>
                  </a:cxn>
                  <a:cxn ang="0">
                    <a:pos x="81" y="166"/>
                  </a:cxn>
                  <a:cxn ang="0">
                    <a:pos x="79" y="153"/>
                  </a:cxn>
                  <a:cxn ang="0">
                    <a:pos x="76" y="139"/>
                  </a:cxn>
                  <a:cxn ang="0">
                    <a:pos x="73" y="127"/>
                  </a:cxn>
                  <a:cxn ang="0">
                    <a:pos x="70" y="114"/>
                  </a:cxn>
                  <a:cxn ang="0">
                    <a:pos x="65" y="101"/>
                  </a:cxn>
                  <a:cxn ang="0">
                    <a:pos x="60" y="89"/>
                  </a:cxn>
                  <a:cxn ang="0">
                    <a:pos x="55" y="76"/>
                  </a:cxn>
                  <a:cxn ang="0">
                    <a:pos x="48" y="64"/>
                  </a:cxn>
                  <a:cxn ang="0">
                    <a:pos x="42" y="53"/>
                  </a:cxn>
                  <a:cxn ang="0">
                    <a:pos x="34" y="41"/>
                  </a:cxn>
                  <a:cxn ang="0">
                    <a:pos x="27" y="31"/>
                  </a:cxn>
                  <a:cxn ang="0">
                    <a:pos x="18" y="20"/>
                  </a:cxn>
                  <a:cxn ang="0">
                    <a:pos x="9" y="10"/>
                  </a:cxn>
                  <a:cxn ang="0">
                    <a:pos x="0" y="0"/>
                  </a:cxn>
                </a:cxnLst>
                <a:rect l="0" t="0" r="r" b="b"/>
                <a:pathLst>
                  <a:path w="83" h="194">
                    <a:moveTo>
                      <a:pt x="82" y="193"/>
                    </a:moveTo>
                    <a:lnTo>
                      <a:pt x="82" y="193"/>
                    </a:lnTo>
                    <a:lnTo>
                      <a:pt x="82" y="179"/>
                    </a:lnTo>
                    <a:lnTo>
                      <a:pt x="81" y="166"/>
                    </a:lnTo>
                    <a:lnTo>
                      <a:pt x="79" y="153"/>
                    </a:lnTo>
                    <a:lnTo>
                      <a:pt x="76" y="139"/>
                    </a:lnTo>
                    <a:lnTo>
                      <a:pt x="73" y="127"/>
                    </a:lnTo>
                    <a:lnTo>
                      <a:pt x="70" y="114"/>
                    </a:lnTo>
                    <a:lnTo>
                      <a:pt x="65" y="101"/>
                    </a:lnTo>
                    <a:lnTo>
                      <a:pt x="60" y="89"/>
                    </a:lnTo>
                    <a:lnTo>
                      <a:pt x="55" y="76"/>
                    </a:lnTo>
                    <a:lnTo>
                      <a:pt x="48" y="64"/>
                    </a:lnTo>
                    <a:lnTo>
                      <a:pt x="42" y="53"/>
                    </a:lnTo>
                    <a:lnTo>
                      <a:pt x="34" y="41"/>
                    </a:lnTo>
                    <a:lnTo>
                      <a:pt x="27" y="31"/>
                    </a:lnTo>
                    <a:lnTo>
                      <a:pt x="18" y="20"/>
                    </a:lnTo>
                    <a:lnTo>
                      <a:pt x="9" y="10"/>
                    </a:lnTo>
                    <a:lnTo>
                      <a:pt x="0" y="0"/>
                    </a:lnTo>
                  </a:path>
                </a:pathLst>
              </a:custGeom>
              <a:noFill/>
              <a:ln w="25400" cap="rnd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endParaRPr lang="es-ES_tradnl" sz="1800" noProof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2395" name="Line 40">
                <a:extLst>
                  <a:ext uri="{FF2B5EF4-FFF2-40B4-BE49-F238E27FC236}">
                    <a16:creationId xmlns:a16="http://schemas.microsoft.com/office/drawing/2014/main" id="{2CDC702D-4223-ECBE-2328-A55C032BCD0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13" y="3312"/>
                <a:ext cx="262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es-ES_tradnl" sz="1800" noProof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2396" name="Freeform 41">
                <a:extLst>
                  <a:ext uri="{FF2B5EF4-FFF2-40B4-BE49-F238E27FC236}">
                    <a16:creationId xmlns:a16="http://schemas.microsoft.com/office/drawing/2014/main" id="{3418DB9D-5C68-62EA-EF4C-55A6DBE8ECC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76" y="3312"/>
                <a:ext cx="366" cy="463"/>
              </a:xfrm>
              <a:custGeom>
                <a:avLst/>
                <a:gdLst/>
                <a:ahLst/>
                <a:cxnLst>
                  <a:cxn ang="0">
                    <a:pos x="348" y="199"/>
                  </a:cxn>
                  <a:cxn ang="0">
                    <a:pos x="348" y="199"/>
                  </a:cxn>
                  <a:cxn ang="0">
                    <a:pos x="334" y="177"/>
                  </a:cxn>
                  <a:cxn ang="0">
                    <a:pos x="319" y="156"/>
                  </a:cxn>
                  <a:cxn ang="0">
                    <a:pos x="302" y="135"/>
                  </a:cxn>
                  <a:cxn ang="0">
                    <a:pos x="284" y="117"/>
                  </a:cxn>
                  <a:cxn ang="0">
                    <a:pos x="265" y="98"/>
                  </a:cxn>
                  <a:cxn ang="0">
                    <a:pos x="245" y="82"/>
                  </a:cxn>
                  <a:cxn ang="0">
                    <a:pos x="223" y="67"/>
                  </a:cxn>
                  <a:cxn ang="0">
                    <a:pos x="202" y="54"/>
                  </a:cxn>
                  <a:cxn ang="0">
                    <a:pos x="179" y="41"/>
                  </a:cxn>
                  <a:cxn ang="0">
                    <a:pos x="155" y="31"/>
                  </a:cxn>
                  <a:cxn ang="0">
                    <a:pos x="130" y="21"/>
                  </a:cxn>
                  <a:cxn ang="0">
                    <a:pos x="105" y="13"/>
                  </a:cxn>
                  <a:cxn ang="0">
                    <a:pos x="79" y="7"/>
                  </a:cxn>
                  <a:cxn ang="0">
                    <a:pos x="53" y="3"/>
                  </a:cxn>
                  <a:cxn ang="0">
                    <a:pos x="27" y="0"/>
                  </a:cxn>
                  <a:cxn ang="0">
                    <a:pos x="0" y="0"/>
                  </a:cxn>
                </a:cxnLst>
                <a:rect l="0" t="0" r="r" b="b"/>
                <a:pathLst>
                  <a:path w="349" h="200">
                    <a:moveTo>
                      <a:pt x="348" y="199"/>
                    </a:moveTo>
                    <a:lnTo>
                      <a:pt x="348" y="199"/>
                    </a:lnTo>
                    <a:lnTo>
                      <a:pt x="334" y="177"/>
                    </a:lnTo>
                    <a:lnTo>
                      <a:pt x="319" y="156"/>
                    </a:lnTo>
                    <a:lnTo>
                      <a:pt x="302" y="135"/>
                    </a:lnTo>
                    <a:lnTo>
                      <a:pt x="284" y="117"/>
                    </a:lnTo>
                    <a:lnTo>
                      <a:pt x="265" y="98"/>
                    </a:lnTo>
                    <a:lnTo>
                      <a:pt x="245" y="82"/>
                    </a:lnTo>
                    <a:lnTo>
                      <a:pt x="223" y="67"/>
                    </a:lnTo>
                    <a:lnTo>
                      <a:pt x="202" y="54"/>
                    </a:lnTo>
                    <a:lnTo>
                      <a:pt x="179" y="41"/>
                    </a:lnTo>
                    <a:lnTo>
                      <a:pt x="155" y="31"/>
                    </a:lnTo>
                    <a:lnTo>
                      <a:pt x="130" y="21"/>
                    </a:lnTo>
                    <a:lnTo>
                      <a:pt x="105" y="13"/>
                    </a:lnTo>
                    <a:lnTo>
                      <a:pt x="79" y="7"/>
                    </a:lnTo>
                    <a:lnTo>
                      <a:pt x="53" y="3"/>
                    </a:lnTo>
                    <a:lnTo>
                      <a:pt x="27" y="0"/>
                    </a:lnTo>
                    <a:lnTo>
                      <a:pt x="0" y="0"/>
                    </a:lnTo>
                  </a:path>
                </a:pathLst>
              </a:custGeom>
              <a:noFill/>
              <a:ln w="25400" cap="rnd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endParaRPr lang="es-ES_tradnl" sz="1800" noProof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2397" name="Freeform 42">
                <a:extLst>
                  <a:ext uri="{FF2B5EF4-FFF2-40B4-BE49-F238E27FC236}">
                    <a16:creationId xmlns:a16="http://schemas.microsoft.com/office/drawing/2014/main" id="{E846C4A5-AFAC-F901-ACD8-2DB8C6FAB5D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64" y="3760"/>
                <a:ext cx="87" cy="448"/>
              </a:xfrm>
              <a:custGeom>
                <a:avLst/>
                <a:gdLst/>
                <a:ahLst/>
                <a:cxnLst>
                  <a:cxn ang="0">
                    <a:pos x="0" y="192"/>
                  </a:cxn>
                  <a:cxn ang="0">
                    <a:pos x="0" y="192"/>
                  </a:cxn>
                  <a:cxn ang="0">
                    <a:pos x="9" y="182"/>
                  </a:cxn>
                  <a:cxn ang="0">
                    <a:pos x="18" y="172"/>
                  </a:cxn>
                  <a:cxn ang="0">
                    <a:pos x="27" y="161"/>
                  </a:cxn>
                  <a:cxn ang="0">
                    <a:pos x="34" y="151"/>
                  </a:cxn>
                  <a:cxn ang="0">
                    <a:pos x="42" y="139"/>
                  </a:cxn>
                  <a:cxn ang="0">
                    <a:pos x="48" y="128"/>
                  </a:cxn>
                  <a:cxn ang="0">
                    <a:pos x="55" y="116"/>
                  </a:cxn>
                  <a:cxn ang="0">
                    <a:pos x="60" y="103"/>
                  </a:cxn>
                  <a:cxn ang="0">
                    <a:pos x="65" y="91"/>
                  </a:cxn>
                  <a:cxn ang="0">
                    <a:pos x="70" y="78"/>
                  </a:cxn>
                  <a:cxn ang="0">
                    <a:pos x="73" y="65"/>
                  </a:cxn>
                  <a:cxn ang="0">
                    <a:pos x="76" y="53"/>
                  </a:cxn>
                  <a:cxn ang="0">
                    <a:pos x="79" y="39"/>
                  </a:cxn>
                  <a:cxn ang="0">
                    <a:pos x="81" y="26"/>
                  </a:cxn>
                  <a:cxn ang="0">
                    <a:pos x="82" y="13"/>
                  </a:cxn>
                  <a:cxn ang="0">
                    <a:pos x="82" y="0"/>
                  </a:cxn>
                </a:cxnLst>
                <a:rect l="0" t="0" r="r" b="b"/>
                <a:pathLst>
                  <a:path w="83" h="193">
                    <a:moveTo>
                      <a:pt x="0" y="192"/>
                    </a:moveTo>
                    <a:lnTo>
                      <a:pt x="0" y="192"/>
                    </a:lnTo>
                    <a:lnTo>
                      <a:pt x="9" y="182"/>
                    </a:lnTo>
                    <a:lnTo>
                      <a:pt x="18" y="172"/>
                    </a:lnTo>
                    <a:lnTo>
                      <a:pt x="27" y="161"/>
                    </a:lnTo>
                    <a:lnTo>
                      <a:pt x="34" y="151"/>
                    </a:lnTo>
                    <a:lnTo>
                      <a:pt x="42" y="139"/>
                    </a:lnTo>
                    <a:lnTo>
                      <a:pt x="48" y="128"/>
                    </a:lnTo>
                    <a:lnTo>
                      <a:pt x="55" y="116"/>
                    </a:lnTo>
                    <a:lnTo>
                      <a:pt x="60" y="103"/>
                    </a:lnTo>
                    <a:lnTo>
                      <a:pt x="65" y="91"/>
                    </a:lnTo>
                    <a:lnTo>
                      <a:pt x="70" y="78"/>
                    </a:lnTo>
                    <a:lnTo>
                      <a:pt x="73" y="65"/>
                    </a:lnTo>
                    <a:lnTo>
                      <a:pt x="76" y="53"/>
                    </a:lnTo>
                    <a:lnTo>
                      <a:pt x="79" y="39"/>
                    </a:lnTo>
                    <a:lnTo>
                      <a:pt x="81" y="26"/>
                    </a:lnTo>
                    <a:lnTo>
                      <a:pt x="82" y="13"/>
                    </a:lnTo>
                    <a:lnTo>
                      <a:pt x="82" y="0"/>
                    </a:lnTo>
                  </a:path>
                </a:pathLst>
              </a:custGeom>
              <a:noFill/>
              <a:ln w="25400" cap="rnd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endParaRPr lang="es-ES_tradnl" sz="1800" noProof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2398" name="Freeform 43">
                <a:extLst>
                  <a:ext uri="{FF2B5EF4-FFF2-40B4-BE49-F238E27FC236}">
                    <a16:creationId xmlns:a16="http://schemas.microsoft.com/office/drawing/2014/main" id="{922DC401-E167-0E46-54DF-EA5A515C53F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64" y="3312"/>
                <a:ext cx="87" cy="450"/>
              </a:xfrm>
              <a:custGeom>
                <a:avLst/>
                <a:gdLst/>
                <a:ahLst/>
                <a:cxnLst>
                  <a:cxn ang="0">
                    <a:pos x="82" y="193"/>
                  </a:cxn>
                  <a:cxn ang="0">
                    <a:pos x="82" y="193"/>
                  </a:cxn>
                  <a:cxn ang="0">
                    <a:pos x="82" y="179"/>
                  </a:cxn>
                  <a:cxn ang="0">
                    <a:pos x="81" y="166"/>
                  </a:cxn>
                  <a:cxn ang="0">
                    <a:pos x="79" y="153"/>
                  </a:cxn>
                  <a:cxn ang="0">
                    <a:pos x="76" y="139"/>
                  </a:cxn>
                  <a:cxn ang="0">
                    <a:pos x="73" y="127"/>
                  </a:cxn>
                  <a:cxn ang="0">
                    <a:pos x="70" y="114"/>
                  </a:cxn>
                  <a:cxn ang="0">
                    <a:pos x="65" y="101"/>
                  </a:cxn>
                  <a:cxn ang="0">
                    <a:pos x="60" y="89"/>
                  </a:cxn>
                  <a:cxn ang="0">
                    <a:pos x="55" y="76"/>
                  </a:cxn>
                  <a:cxn ang="0">
                    <a:pos x="48" y="64"/>
                  </a:cxn>
                  <a:cxn ang="0">
                    <a:pos x="42" y="53"/>
                  </a:cxn>
                  <a:cxn ang="0">
                    <a:pos x="34" y="41"/>
                  </a:cxn>
                  <a:cxn ang="0">
                    <a:pos x="27" y="31"/>
                  </a:cxn>
                  <a:cxn ang="0">
                    <a:pos x="18" y="20"/>
                  </a:cxn>
                  <a:cxn ang="0">
                    <a:pos x="9" y="10"/>
                  </a:cxn>
                  <a:cxn ang="0">
                    <a:pos x="0" y="0"/>
                  </a:cxn>
                </a:cxnLst>
                <a:rect l="0" t="0" r="r" b="b"/>
                <a:pathLst>
                  <a:path w="83" h="194">
                    <a:moveTo>
                      <a:pt x="82" y="193"/>
                    </a:moveTo>
                    <a:lnTo>
                      <a:pt x="82" y="193"/>
                    </a:lnTo>
                    <a:lnTo>
                      <a:pt x="82" y="179"/>
                    </a:lnTo>
                    <a:lnTo>
                      <a:pt x="81" y="166"/>
                    </a:lnTo>
                    <a:lnTo>
                      <a:pt x="79" y="153"/>
                    </a:lnTo>
                    <a:lnTo>
                      <a:pt x="76" y="139"/>
                    </a:lnTo>
                    <a:lnTo>
                      <a:pt x="73" y="127"/>
                    </a:lnTo>
                    <a:lnTo>
                      <a:pt x="70" y="114"/>
                    </a:lnTo>
                    <a:lnTo>
                      <a:pt x="65" y="101"/>
                    </a:lnTo>
                    <a:lnTo>
                      <a:pt x="60" y="89"/>
                    </a:lnTo>
                    <a:lnTo>
                      <a:pt x="55" y="76"/>
                    </a:lnTo>
                    <a:lnTo>
                      <a:pt x="48" y="64"/>
                    </a:lnTo>
                    <a:lnTo>
                      <a:pt x="42" y="53"/>
                    </a:lnTo>
                    <a:lnTo>
                      <a:pt x="34" y="41"/>
                    </a:lnTo>
                    <a:lnTo>
                      <a:pt x="27" y="31"/>
                    </a:lnTo>
                    <a:lnTo>
                      <a:pt x="18" y="20"/>
                    </a:lnTo>
                    <a:lnTo>
                      <a:pt x="9" y="10"/>
                    </a:lnTo>
                    <a:lnTo>
                      <a:pt x="0" y="0"/>
                    </a:lnTo>
                  </a:path>
                </a:pathLst>
              </a:custGeom>
              <a:noFill/>
              <a:ln w="25400" cap="rnd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endParaRPr lang="es-ES_tradnl" sz="1800" noProof="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2364" name="Group 35">
              <a:extLst>
                <a:ext uri="{FF2B5EF4-FFF2-40B4-BE49-F238E27FC236}">
                  <a16:creationId xmlns:a16="http://schemas.microsoft.com/office/drawing/2014/main" id="{BFC1D131-9401-4FEE-B9D4-BCD47E7E83F1}"/>
                </a:ext>
              </a:extLst>
            </p:cNvPr>
            <p:cNvGrpSpPr>
              <a:grpSpLocks/>
            </p:cNvGrpSpPr>
            <p:nvPr/>
          </p:nvGrpSpPr>
          <p:grpSpPr bwMode="auto">
            <a:xfrm rot="16200000" flipH="1" flipV="1">
              <a:off x="6790267" y="5554134"/>
              <a:ext cx="609600" cy="474133"/>
              <a:chOff x="3264" y="3312"/>
              <a:chExt cx="678" cy="900"/>
            </a:xfrm>
          </p:grpSpPr>
          <p:sp>
            <p:nvSpPr>
              <p:cNvPr id="12383" name="Freeform 36">
                <a:extLst>
                  <a:ext uri="{FF2B5EF4-FFF2-40B4-BE49-F238E27FC236}">
                    <a16:creationId xmlns:a16="http://schemas.microsoft.com/office/drawing/2014/main" id="{3C043504-2AC2-29CF-1EE8-E9CB222981F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76" y="3749"/>
                <a:ext cx="366" cy="463"/>
              </a:xfrm>
              <a:custGeom>
                <a:avLst/>
                <a:gdLst/>
                <a:ahLst/>
                <a:cxnLst>
                  <a:cxn ang="0">
                    <a:pos x="0" y="199"/>
                  </a:cxn>
                  <a:cxn ang="0">
                    <a:pos x="0" y="199"/>
                  </a:cxn>
                  <a:cxn ang="0">
                    <a:pos x="0" y="199"/>
                  </a:cxn>
                  <a:cxn ang="0">
                    <a:pos x="0" y="199"/>
                  </a:cxn>
                  <a:cxn ang="0">
                    <a:pos x="0" y="199"/>
                  </a:cxn>
                  <a:cxn ang="0">
                    <a:pos x="0" y="199"/>
                  </a:cxn>
                  <a:cxn ang="0">
                    <a:pos x="0" y="199"/>
                  </a:cxn>
                  <a:cxn ang="0">
                    <a:pos x="27" y="199"/>
                  </a:cxn>
                  <a:cxn ang="0">
                    <a:pos x="53" y="196"/>
                  </a:cxn>
                  <a:cxn ang="0">
                    <a:pos x="79" y="192"/>
                  </a:cxn>
                  <a:cxn ang="0">
                    <a:pos x="105" y="186"/>
                  </a:cxn>
                  <a:cxn ang="0">
                    <a:pos x="130" y="178"/>
                  </a:cxn>
                  <a:cxn ang="0">
                    <a:pos x="155" y="168"/>
                  </a:cxn>
                  <a:cxn ang="0">
                    <a:pos x="179" y="158"/>
                  </a:cxn>
                  <a:cxn ang="0">
                    <a:pos x="202" y="145"/>
                  </a:cxn>
                  <a:cxn ang="0">
                    <a:pos x="223" y="132"/>
                  </a:cxn>
                  <a:cxn ang="0">
                    <a:pos x="245" y="117"/>
                  </a:cxn>
                  <a:cxn ang="0">
                    <a:pos x="265" y="101"/>
                  </a:cxn>
                  <a:cxn ang="0">
                    <a:pos x="284" y="82"/>
                  </a:cxn>
                  <a:cxn ang="0">
                    <a:pos x="302" y="64"/>
                  </a:cxn>
                  <a:cxn ang="0">
                    <a:pos x="319" y="43"/>
                  </a:cxn>
                  <a:cxn ang="0">
                    <a:pos x="334" y="22"/>
                  </a:cxn>
                  <a:cxn ang="0">
                    <a:pos x="348" y="0"/>
                  </a:cxn>
                </a:cxnLst>
                <a:rect l="0" t="0" r="r" b="b"/>
                <a:pathLst>
                  <a:path w="349" h="200">
                    <a:moveTo>
                      <a:pt x="0" y="199"/>
                    </a:moveTo>
                    <a:lnTo>
                      <a:pt x="0" y="199"/>
                    </a:lnTo>
                    <a:lnTo>
                      <a:pt x="0" y="199"/>
                    </a:lnTo>
                    <a:lnTo>
                      <a:pt x="0" y="199"/>
                    </a:lnTo>
                    <a:lnTo>
                      <a:pt x="0" y="199"/>
                    </a:lnTo>
                    <a:lnTo>
                      <a:pt x="0" y="199"/>
                    </a:lnTo>
                    <a:lnTo>
                      <a:pt x="0" y="199"/>
                    </a:lnTo>
                    <a:lnTo>
                      <a:pt x="27" y="199"/>
                    </a:lnTo>
                    <a:lnTo>
                      <a:pt x="53" y="196"/>
                    </a:lnTo>
                    <a:lnTo>
                      <a:pt x="79" y="192"/>
                    </a:lnTo>
                    <a:lnTo>
                      <a:pt x="105" y="186"/>
                    </a:lnTo>
                    <a:lnTo>
                      <a:pt x="130" y="178"/>
                    </a:lnTo>
                    <a:lnTo>
                      <a:pt x="155" y="168"/>
                    </a:lnTo>
                    <a:lnTo>
                      <a:pt x="179" y="158"/>
                    </a:lnTo>
                    <a:lnTo>
                      <a:pt x="202" y="145"/>
                    </a:lnTo>
                    <a:lnTo>
                      <a:pt x="223" y="132"/>
                    </a:lnTo>
                    <a:lnTo>
                      <a:pt x="245" y="117"/>
                    </a:lnTo>
                    <a:lnTo>
                      <a:pt x="265" y="101"/>
                    </a:lnTo>
                    <a:lnTo>
                      <a:pt x="284" y="82"/>
                    </a:lnTo>
                    <a:lnTo>
                      <a:pt x="302" y="64"/>
                    </a:lnTo>
                    <a:lnTo>
                      <a:pt x="319" y="43"/>
                    </a:lnTo>
                    <a:lnTo>
                      <a:pt x="334" y="22"/>
                    </a:lnTo>
                    <a:lnTo>
                      <a:pt x="348" y="0"/>
                    </a:lnTo>
                  </a:path>
                </a:pathLst>
              </a:custGeom>
              <a:noFill/>
              <a:ln w="25400" cap="rnd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endParaRPr lang="es-ES_tradnl" sz="1800" noProof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2384" name="Line 37">
                <a:extLst>
                  <a:ext uri="{FF2B5EF4-FFF2-40B4-BE49-F238E27FC236}">
                    <a16:creationId xmlns:a16="http://schemas.microsoft.com/office/drawing/2014/main" id="{3B2E5146-D159-A57F-053F-DF1901AE891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313" y="4210"/>
                <a:ext cx="262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es-ES_tradnl" sz="1800" noProof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2385" name="Freeform 38">
                <a:extLst>
                  <a:ext uri="{FF2B5EF4-FFF2-40B4-BE49-F238E27FC236}">
                    <a16:creationId xmlns:a16="http://schemas.microsoft.com/office/drawing/2014/main" id="{517061DA-7625-4D90-9612-3F29F42EE79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12" y="3762"/>
                <a:ext cx="87" cy="448"/>
              </a:xfrm>
              <a:custGeom>
                <a:avLst/>
                <a:gdLst/>
                <a:ahLst/>
                <a:cxnLst>
                  <a:cxn ang="0">
                    <a:pos x="0" y="192"/>
                  </a:cxn>
                  <a:cxn ang="0">
                    <a:pos x="0" y="192"/>
                  </a:cxn>
                  <a:cxn ang="0">
                    <a:pos x="9" y="182"/>
                  </a:cxn>
                  <a:cxn ang="0">
                    <a:pos x="18" y="172"/>
                  </a:cxn>
                  <a:cxn ang="0">
                    <a:pos x="27" y="161"/>
                  </a:cxn>
                  <a:cxn ang="0">
                    <a:pos x="34" y="151"/>
                  </a:cxn>
                  <a:cxn ang="0">
                    <a:pos x="42" y="139"/>
                  </a:cxn>
                  <a:cxn ang="0">
                    <a:pos x="48" y="128"/>
                  </a:cxn>
                  <a:cxn ang="0">
                    <a:pos x="55" y="116"/>
                  </a:cxn>
                  <a:cxn ang="0">
                    <a:pos x="60" y="103"/>
                  </a:cxn>
                  <a:cxn ang="0">
                    <a:pos x="65" y="91"/>
                  </a:cxn>
                  <a:cxn ang="0">
                    <a:pos x="70" y="78"/>
                  </a:cxn>
                  <a:cxn ang="0">
                    <a:pos x="73" y="65"/>
                  </a:cxn>
                  <a:cxn ang="0">
                    <a:pos x="76" y="53"/>
                  </a:cxn>
                  <a:cxn ang="0">
                    <a:pos x="79" y="39"/>
                  </a:cxn>
                  <a:cxn ang="0">
                    <a:pos x="81" y="26"/>
                  </a:cxn>
                  <a:cxn ang="0">
                    <a:pos x="82" y="13"/>
                  </a:cxn>
                  <a:cxn ang="0">
                    <a:pos x="82" y="0"/>
                  </a:cxn>
                </a:cxnLst>
                <a:rect l="0" t="0" r="r" b="b"/>
                <a:pathLst>
                  <a:path w="83" h="193">
                    <a:moveTo>
                      <a:pt x="0" y="192"/>
                    </a:moveTo>
                    <a:lnTo>
                      <a:pt x="0" y="192"/>
                    </a:lnTo>
                    <a:lnTo>
                      <a:pt x="9" y="182"/>
                    </a:lnTo>
                    <a:lnTo>
                      <a:pt x="18" y="172"/>
                    </a:lnTo>
                    <a:lnTo>
                      <a:pt x="27" y="161"/>
                    </a:lnTo>
                    <a:lnTo>
                      <a:pt x="34" y="151"/>
                    </a:lnTo>
                    <a:lnTo>
                      <a:pt x="42" y="139"/>
                    </a:lnTo>
                    <a:lnTo>
                      <a:pt x="48" y="128"/>
                    </a:lnTo>
                    <a:lnTo>
                      <a:pt x="55" y="116"/>
                    </a:lnTo>
                    <a:lnTo>
                      <a:pt x="60" y="103"/>
                    </a:lnTo>
                    <a:lnTo>
                      <a:pt x="65" y="91"/>
                    </a:lnTo>
                    <a:lnTo>
                      <a:pt x="70" y="78"/>
                    </a:lnTo>
                    <a:lnTo>
                      <a:pt x="73" y="65"/>
                    </a:lnTo>
                    <a:lnTo>
                      <a:pt x="76" y="53"/>
                    </a:lnTo>
                    <a:lnTo>
                      <a:pt x="79" y="39"/>
                    </a:lnTo>
                    <a:lnTo>
                      <a:pt x="81" y="26"/>
                    </a:lnTo>
                    <a:lnTo>
                      <a:pt x="82" y="13"/>
                    </a:lnTo>
                    <a:lnTo>
                      <a:pt x="82" y="0"/>
                    </a:lnTo>
                  </a:path>
                </a:pathLst>
              </a:custGeom>
              <a:noFill/>
              <a:ln w="25400" cap="rnd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endParaRPr lang="es-ES_tradnl" sz="1800" noProof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2386" name="Freeform 39">
                <a:extLst>
                  <a:ext uri="{FF2B5EF4-FFF2-40B4-BE49-F238E27FC236}">
                    <a16:creationId xmlns:a16="http://schemas.microsoft.com/office/drawing/2014/main" id="{3D51F794-2592-9895-10F5-6E144377704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12" y="3314"/>
                <a:ext cx="87" cy="450"/>
              </a:xfrm>
              <a:custGeom>
                <a:avLst/>
                <a:gdLst/>
                <a:ahLst/>
                <a:cxnLst>
                  <a:cxn ang="0">
                    <a:pos x="82" y="193"/>
                  </a:cxn>
                  <a:cxn ang="0">
                    <a:pos x="82" y="193"/>
                  </a:cxn>
                  <a:cxn ang="0">
                    <a:pos x="82" y="179"/>
                  </a:cxn>
                  <a:cxn ang="0">
                    <a:pos x="81" y="166"/>
                  </a:cxn>
                  <a:cxn ang="0">
                    <a:pos x="79" y="153"/>
                  </a:cxn>
                  <a:cxn ang="0">
                    <a:pos x="76" y="139"/>
                  </a:cxn>
                  <a:cxn ang="0">
                    <a:pos x="73" y="127"/>
                  </a:cxn>
                  <a:cxn ang="0">
                    <a:pos x="70" y="114"/>
                  </a:cxn>
                  <a:cxn ang="0">
                    <a:pos x="65" y="101"/>
                  </a:cxn>
                  <a:cxn ang="0">
                    <a:pos x="60" y="89"/>
                  </a:cxn>
                  <a:cxn ang="0">
                    <a:pos x="55" y="76"/>
                  </a:cxn>
                  <a:cxn ang="0">
                    <a:pos x="48" y="64"/>
                  </a:cxn>
                  <a:cxn ang="0">
                    <a:pos x="42" y="53"/>
                  </a:cxn>
                  <a:cxn ang="0">
                    <a:pos x="34" y="41"/>
                  </a:cxn>
                  <a:cxn ang="0">
                    <a:pos x="27" y="31"/>
                  </a:cxn>
                  <a:cxn ang="0">
                    <a:pos x="18" y="20"/>
                  </a:cxn>
                  <a:cxn ang="0">
                    <a:pos x="9" y="10"/>
                  </a:cxn>
                  <a:cxn ang="0">
                    <a:pos x="0" y="0"/>
                  </a:cxn>
                </a:cxnLst>
                <a:rect l="0" t="0" r="r" b="b"/>
                <a:pathLst>
                  <a:path w="83" h="194">
                    <a:moveTo>
                      <a:pt x="82" y="193"/>
                    </a:moveTo>
                    <a:lnTo>
                      <a:pt x="82" y="193"/>
                    </a:lnTo>
                    <a:lnTo>
                      <a:pt x="82" y="179"/>
                    </a:lnTo>
                    <a:lnTo>
                      <a:pt x="81" y="166"/>
                    </a:lnTo>
                    <a:lnTo>
                      <a:pt x="79" y="153"/>
                    </a:lnTo>
                    <a:lnTo>
                      <a:pt x="76" y="139"/>
                    </a:lnTo>
                    <a:lnTo>
                      <a:pt x="73" y="127"/>
                    </a:lnTo>
                    <a:lnTo>
                      <a:pt x="70" y="114"/>
                    </a:lnTo>
                    <a:lnTo>
                      <a:pt x="65" y="101"/>
                    </a:lnTo>
                    <a:lnTo>
                      <a:pt x="60" y="89"/>
                    </a:lnTo>
                    <a:lnTo>
                      <a:pt x="55" y="76"/>
                    </a:lnTo>
                    <a:lnTo>
                      <a:pt x="48" y="64"/>
                    </a:lnTo>
                    <a:lnTo>
                      <a:pt x="42" y="53"/>
                    </a:lnTo>
                    <a:lnTo>
                      <a:pt x="34" y="41"/>
                    </a:lnTo>
                    <a:lnTo>
                      <a:pt x="27" y="31"/>
                    </a:lnTo>
                    <a:lnTo>
                      <a:pt x="18" y="20"/>
                    </a:lnTo>
                    <a:lnTo>
                      <a:pt x="9" y="10"/>
                    </a:lnTo>
                    <a:lnTo>
                      <a:pt x="0" y="0"/>
                    </a:lnTo>
                  </a:path>
                </a:pathLst>
              </a:custGeom>
              <a:noFill/>
              <a:ln w="25400" cap="rnd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endParaRPr lang="es-ES_tradnl" sz="1800" noProof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2387" name="Line 40">
                <a:extLst>
                  <a:ext uri="{FF2B5EF4-FFF2-40B4-BE49-F238E27FC236}">
                    <a16:creationId xmlns:a16="http://schemas.microsoft.com/office/drawing/2014/main" id="{917FFB52-A7E1-3E81-9D04-3FFEF9798B5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13" y="3312"/>
                <a:ext cx="262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es-ES_tradnl" sz="1800" noProof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2388" name="Freeform 41">
                <a:extLst>
                  <a:ext uri="{FF2B5EF4-FFF2-40B4-BE49-F238E27FC236}">
                    <a16:creationId xmlns:a16="http://schemas.microsoft.com/office/drawing/2014/main" id="{2E1FABAC-F310-85C4-DC9B-AF6B1B6253A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76" y="3312"/>
                <a:ext cx="366" cy="463"/>
              </a:xfrm>
              <a:custGeom>
                <a:avLst/>
                <a:gdLst/>
                <a:ahLst/>
                <a:cxnLst>
                  <a:cxn ang="0">
                    <a:pos x="348" y="199"/>
                  </a:cxn>
                  <a:cxn ang="0">
                    <a:pos x="348" y="199"/>
                  </a:cxn>
                  <a:cxn ang="0">
                    <a:pos x="334" y="177"/>
                  </a:cxn>
                  <a:cxn ang="0">
                    <a:pos x="319" y="156"/>
                  </a:cxn>
                  <a:cxn ang="0">
                    <a:pos x="302" y="135"/>
                  </a:cxn>
                  <a:cxn ang="0">
                    <a:pos x="284" y="117"/>
                  </a:cxn>
                  <a:cxn ang="0">
                    <a:pos x="265" y="98"/>
                  </a:cxn>
                  <a:cxn ang="0">
                    <a:pos x="245" y="82"/>
                  </a:cxn>
                  <a:cxn ang="0">
                    <a:pos x="223" y="67"/>
                  </a:cxn>
                  <a:cxn ang="0">
                    <a:pos x="202" y="54"/>
                  </a:cxn>
                  <a:cxn ang="0">
                    <a:pos x="179" y="41"/>
                  </a:cxn>
                  <a:cxn ang="0">
                    <a:pos x="155" y="31"/>
                  </a:cxn>
                  <a:cxn ang="0">
                    <a:pos x="130" y="21"/>
                  </a:cxn>
                  <a:cxn ang="0">
                    <a:pos x="105" y="13"/>
                  </a:cxn>
                  <a:cxn ang="0">
                    <a:pos x="79" y="7"/>
                  </a:cxn>
                  <a:cxn ang="0">
                    <a:pos x="53" y="3"/>
                  </a:cxn>
                  <a:cxn ang="0">
                    <a:pos x="27" y="0"/>
                  </a:cxn>
                  <a:cxn ang="0">
                    <a:pos x="0" y="0"/>
                  </a:cxn>
                </a:cxnLst>
                <a:rect l="0" t="0" r="r" b="b"/>
                <a:pathLst>
                  <a:path w="349" h="200">
                    <a:moveTo>
                      <a:pt x="348" y="199"/>
                    </a:moveTo>
                    <a:lnTo>
                      <a:pt x="348" y="199"/>
                    </a:lnTo>
                    <a:lnTo>
                      <a:pt x="334" y="177"/>
                    </a:lnTo>
                    <a:lnTo>
                      <a:pt x="319" y="156"/>
                    </a:lnTo>
                    <a:lnTo>
                      <a:pt x="302" y="135"/>
                    </a:lnTo>
                    <a:lnTo>
                      <a:pt x="284" y="117"/>
                    </a:lnTo>
                    <a:lnTo>
                      <a:pt x="265" y="98"/>
                    </a:lnTo>
                    <a:lnTo>
                      <a:pt x="245" y="82"/>
                    </a:lnTo>
                    <a:lnTo>
                      <a:pt x="223" y="67"/>
                    </a:lnTo>
                    <a:lnTo>
                      <a:pt x="202" y="54"/>
                    </a:lnTo>
                    <a:lnTo>
                      <a:pt x="179" y="41"/>
                    </a:lnTo>
                    <a:lnTo>
                      <a:pt x="155" y="31"/>
                    </a:lnTo>
                    <a:lnTo>
                      <a:pt x="130" y="21"/>
                    </a:lnTo>
                    <a:lnTo>
                      <a:pt x="105" y="13"/>
                    </a:lnTo>
                    <a:lnTo>
                      <a:pt x="79" y="7"/>
                    </a:lnTo>
                    <a:lnTo>
                      <a:pt x="53" y="3"/>
                    </a:lnTo>
                    <a:lnTo>
                      <a:pt x="27" y="0"/>
                    </a:lnTo>
                    <a:lnTo>
                      <a:pt x="0" y="0"/>
                    </a:lnTo>
                  </a:path>
                </a:pathLst>
              </a:custGeom>
              <a:noFill/>
              <a:ln w="25400" cap="rnd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endParaRPr lang="es-ES_tradnl" sz="1800" noProof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2389" name="Freeform 42">
                <a:extLst>
                  <a:ext uri="{FF2B5EF4-FFF2-40B4-BE49-F238E27FC236}">
                    <a16:creationId xmlns:a16="http://schemas.microsoft.com/office/drawing/2014/main" id="{18D978DB-53A7-1073-429D-1316E37E8A5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64" y="3760"/>
                <a:ext cx="87" cy="448"/>
              </a:xfrm>
              <a:custGeom>
                <a:avLst/>
                <a:gdLst/>
                <a:ahLst/>
                <a:cxnLst>
                  <a:cxn ang="0">
                    <a:pos x="0" y="192"/>
                  </a:cxn>
                  <a:cxn ang="0">
                    <a:pos x="0" y="192"/>
                  </a:cxn>
                  <a:cxn ang="0">
                    <a:pos x="9" y="182"/>
                  </a:cxn>
                  <a:cxn ang="0">
                    <a:pos x="18" y="172"/>
                  </a:cxn>
                  <a:cxn ang="0">
                    <a:pos x="27" y="161"/>
                  </a:cxn>
                  <a:cxn ang="0">
                    <a:pos x="34" y="151"/>
                  </a:cxn>
                  <a:cxn ang="0">
                    <a:pos x="42" y="139"/>
                  </a:cxn>
                  <a:cxn ang="0">
                    <a:pos x="48" y="128"/>
                  </a:cxn>
                  <a:cxn ang="0">
                    <a:pos x="55" y="116"/>
                  </a:cxn>
                  <a:cxn ang="0">
                    <a:pos x="60" y="103"/>
                  </a:cxn>
                  <a:cxn ang="0">
                    <a:pos x="65" y="91"/>
                  </a:cxn>
                  <a:cxn ang="0">
                    <a:pos x="70" y="78"/>
                  </a:cxn>
                  <a:cxn ang="0">
                    <a:pos x="73" y="65"/>
                  </a:cxn>
                  <a:cxn ang="0">
                    <a:pos x="76" y="53"/>
                  </a:cxn>
                  <a:cxn ang="0">
                    <a:pos x="79" y="39"/>
                  </a:cxn>
                  <a:cxn ang="0">
                    <a:pos x="81" y="26"/>
                  </a:cxn>
                  <a:cxn ang="0">
                    <a:pos x="82" y="13"/>
                  </a:cxn>
                  <a:cxn ang="0">
                    <a:pos x="82" y="0"/>
                  </a:cxn>
                </a:cxnLst>
                <a:rect l="0" t="0" r="r" b="b"/>
                <a:pathLst>
                  <a:path w="83" h="193">
                    <a:moveTo>
                      <a:pt x="0" y="192"/>
                    </a:moveTo>
                    <a:lnTo>
                      <a:pt x="0" y="192"/>
                    </a:lnTo>
                    <a:lnTo>
                      <a:pt x="9" y="182"/>
                    </a:lnTo>
                    <a:lnTo>
                      <a:pt x="18" y="172"/>
                    </a:lnTo>
                    <a:lnTo>
                      <a:pt x="27" y="161"/>
                    </a:lnTo>
                    <a:lnTo>
                      <a:pt x="34" y="151"/>
                    </a:lnTo>
                    <a:lnTo>
                      <a:pt x="42" y="139"/>
                    </a:lnTo>
                    <a:lnTo>
                      <a:pt x="48" y="128"/>
                    </a:lnTo>
                    <a:lnTo>
                      <a:pt x="55" y="116"/>
                    </a:lnTo>
                    <a:lnTo>
                      <a:pt x="60" y="103"/>
                    </a:lnTo>
                    <a:lnTo>
                      <a:pt x="65" y="91"/>
                    </a:lnTo>
                    <a:lnTo>
                      <a:pt x="70" y="78"/>
                    </a:lnTo>
                    <a:lnTo>
                      <a:pt x="73" y="65"/>
                    </a:lnTo>
                    <a:lnTo>
                      <a:pt x="76" y="53"/>
                    </a:lnTo>
                    <a:lnTo>
                      <a:pt x="79" y="39"/>
                    </a:lnTo>
                    <a:lnTo>
                      <a:pt x="81" y="26"/>
                    </a:lnTo>
                    <a:lnTo>
                      <a:pt x="82" y="13"/>
                    </a:lnTo>
                    <a:lnTo>
                      <a:pt x="82" y="0"/>
                    </a:lnTo>
                  </a:path>
                </a:pathLst>
              </a:custGeom>
              <a:noFill/>
              <a:ln w="25400" cap="rnd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endParaRPr lang="es-ES_tradnl" sz="1800" noProof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2390" name="Freeform 43">
                <a:extLst>
                  <a:ext uri="{FF2B5EF4-FFF2-40B4-BE49-F238E27FC236}">
                    <a16:creationId xmlns:a16="http://schemas.microsoft.com/office/drawing/2014/main" id="{C075A225-EE06-42A7-28DE-A06751D0EF5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64" y="3312"/>
                <a:ext cx="87" cy="450"/>
              </a:xfrm>
              <a:custGeom>
                <a:avLst/>
                <a:gdLst/>
                <a:ahLst/>
                <a:cxnLst>
                  <a:cxn ang="0">
                    <a:pos x="82" y="193"/>
                  </a:cxn>
                  <a:cxn ang="0">
                    <a:pos x="82" y="193"/>
                  </a:cxn>
                  <a:cxn ang="0">
                    <a:pos x="82" y="179"/>
                  </a:cxn>
                  <a:cxn ang="0">
                    <a:pos x="81" y="166"/>
                  </a:cxn>
                  <a:cxn ang="0">
                    <a:pos x="79" y="153"/>
                  </a:cxn>
                  <a:cxn ang="0">
                    <a:pos x="76" y="139"/>
                  </a:cxn>
                  <a:cxn ang="0">
                    <a:pos x="73" y="127"/>
                  </a:cxn>
                  <a:cxn ang="0">
                    <a:pos x="70" y="114"/>
                  </a:cxn>
                  <a:cxn ang="0">
                    <a:pos x="65" y="101"/>
                  </a:cxn>
                  <a:cxn ang="0">
                    <a:pos x="60" y="89"/>
                  </a:cxn>
                  <a:cxn ang="0">
                    <a:pos x="55" y="76"/>
                  </a:cxn>
                  <a:cxn ang="0">
                    <a:pos x="48" y="64"/>
                  </a:cxn>
                  <a:cxn ang="0">
                    <a:pos x="42" y="53"/>
                  </a:cxn>
                  <a:cxn ang="0">
                    <a:pos x="34" y="41"/>
                  </a:cxn>
                  <a:cxn ang="0">
                    <a:pos x="27" y="31"/>
                  </a:cxn>
                  <a:cxn ang="0">
                    <a:pos x="18" y="20"/>
                  </a:cxn>
                  <a:cxn ang="0">
                    <a:pos x="9" y="10"/>
                  </a:cxn>
                  <a:cxn ang="0">
                    <a:pos x="0" y="0"/>
                  </a:cxn>
                </a:cxnLst>
                <a:rect l="0" t="0" r="r" b="b"/>
                <a:pathLst>
                  <a:path w="83" h="194">
                    <a:moveTo>
                      <a:pt x="82" y="193"/>
                    </a:moveTo>
                    <a:lnTo>
                      <a:pt x="82" y="193"/>
                    </a:lnTo>
                    <a:lnTo>
                      <a:pt x="82" y="179"/>
                    </a:lnTo>
                    <a:lnTo>
                      <a:pt x="81" y="166"/>
                    </a:lnTo>
                    <a:lnTo>
                      <a:pt x="79" y="153"/>
                    </a:lnTo>
                    <a:lnTo>
                      <a:pt x="76" y="139"/>
                    </a:lnTo>
                    <a:lnTo>
                      <a:pt x="73" y="127"/>
                    </a:lnTo>
                    <a:lnTo>
                      <a:pt x="70" y="114"/>
                    </a:lnTo>
                    <a:lnTo>
                      <a:pt x="65" y="101"/>
                    </a:lnTo>
                    <a:lnTo>
                      <a:pt x="60" y="89"/>
                    </a:lnTo>
                    <a:lnTo>
                      <a:pt x="55" y="76"/>
                    </a:lnTo>
                    <a:lnTo>
                      <a:pt x="48" y="64"/>
                    </a:lnTo>
                    <a:lnTo>
                      <a:pt x="42" y="53"/>
                    </a:lnTo>
                    <a:lnTo>
                      <a:pt x="34" y="41"/>
                    </a:lnTo>
                    <a:lnTo>
                      <a:pt x="27" y="31"/>
                    </a:lnTo>
                    <a:lnTo>
                      <a:pt x="18" y="20"/>
                    </a:lnTo>
                    <a:lnTo>
                      <a:pt x="9" y="10"/>
                    </a:lnTo>
                    <a:lnTo>
                      <a:pt x="0" y="0"/>
                    </a:lnTo>
                  </a:path>
                </a:pathLst>
              </a:custGeom>
              <a:noFill/>
              <a:ln w="25400" cap="rnd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endParaRPr lang="es-ES_tradnl" sz="1800" noProof="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2365" name="Group 35">
              <a:extLst>
                <a:ext uri="{FF2B5EF4-FFF2-40B4-BE49-F238E27FC236}">
                  <a16:creationId xmlns:a16="http://schemas.microsoft.com/office/drawing/2014/main" id="{5DC48F8A-4675-6B68-8A96-8ED7F7F8C873}"/>
                </a:ext>
              </a:extLst>
            </p:cNvPr>
            <p:cNvGrpSpPr>
              <a:grpSpLocks/>
            </p:cNvGrpSpPr>
            <p:nvPr/>
          </p:nvGrpSpPr>
          <p:grpSpPr bwMode="auto">
            <a:xfrm rot="16200000" flipH="1" flipV="1">
              <a:off x="7476067" y="5554134"/>
              <a:ext cx="609600" cy="474133"/>
              <a:chOff x="3264" y="3312"/>
              <a:chExt cx="678" cy="900"/>
            </a:xfrm>
          </p:grpSpPr>
          <p:sp>
            <p:nvSpPr>
              <p:cNvPr id="12375" name="Freeform 36">
                <a:extLst>
                  <a:ext uri="{FF2B5EF4-FFF2-40B4-BE49-F238E27FC236}">
                    <a16:creationId xmlns:a16="http://schemas.microsoft.com/office/drawing/2014/main" id="{475B70EF-27AA-2613-E5EE-2F821B7AF4D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76" y="3749"/>
                <a:ext cx="366" cy="463"/>
              </a:xfrm>
              <a:custGeom>
                <a:avLst/>
                <a:gdLst/>
                <a:ahLst/>
                <a:cxnLst>
                  <a:cxn ang="0">
                    <a:pos x="0" y="199"/>
                  </a:cxn>
                  <a:cxn ang="0">
                    <a:pos x="0" y="199"/>
                  </a:cxn>
                  <a:cxn ang="0">
                    <a:pos x="0" y="199"/>
                  </a:cxn>
                  <a:cxn ang="0">
                    <a:pos x="0" y="199"/>
                  </a:cxn>
                  <a:cxn ang="0">
                    <a:pos x="0" y="199"/>
                  </a:cxn>
                  <a:cxn ang="0">
                    <a:pos x="0" y="199"/>
                  </a:cxn>
                  <a:cxn ang="0">
                    <a:pos x="0" y="199"/>
                  </a:cxn>
                  <a:cxn ang="0">
                    <a:pos x="27" y="199"/>
                  </a:cxn>
                  <a:cxn ang="0">
                    <a:pos x="53" y="196"/>
                  </a:cxn>
                  <a:cxn ang="0">
                    <a:pos x="79" y="192"/>
                  </a:cxn>
                  <a:cxn ang="0">
                    <a:pos x="105" y="186"/>
                  </a:cxn>
                  <a:cxn ang="0">
                    <a:pos x="130" y="178"/>
                  </a:cxn>
                  <a:cxn ang="0">
                    <a:pos x="155" y="168"/>
                  </a:cxn>
                  <a:cxn ang="0">
                    <a:pos x="179" y="158"/>
                  </a:cxn>
                  <a:cxn ang="0">
                    <a:pos x="202" y="145"/>
                  </a:cxn>
                  <a:cxn ang="0">
                    <a:pos x="223" y="132"/>
                  </a:cxn>
                  <a:cxn ang="0">
                    <a:pos x="245" y="117"/>
                  </a:cxn>
                  <a:cxn ang="0">
                    <a:pos x="265" y="101"/>
                  </a:cxn>
                  <a:cxn ang="0">
                    <a:pos x="284" y="82"/>
                  </a:cxn>
                  <a:cxn ang="0">
                    <a:pos x="302" y="64"/>
                  </a:cxn>
                  <a:cxn ang="0">
                    <a:pos x="319" y="43"/>
                  </a:cxn>
                  <a:cxn ang="0">
                    <a:pos x="334" y="22"/>
                  </a:cxn>
                  <a:cxn ang="0">
                    <a:pos x="348" y="0"/>
                  </a:cxn>
                </a:cxnLst>
                <a:rect l="0" t="0" r="r" b="b"/>
                <a:pathLst>
                  <a:path w="349" h="200">
                    <a:moveTo>
                      <a:pt x="0" y="199"/>
                    </a:moveTo>
                    <a:lnTo>
                      <a:pt x="0" y="199"/>
                    </a:lnTo>
                    <a:lnTo>
                      <a:pt x="0" y="199"/>
                    </a:lnTo>
                    <a:lnTo>
                      <a:pt x="0" y="199"/>
                    </a:lnTo>
                    <a:lnTo>
                      <a:pt x="0" y="199"/>
                    </a:lnTo>
                    <a:lnTo>
                      <a:pt x="0" y="199"/>
                    </a:lnTo>
                    <a:lnTo>
                      <a:pt x="0" y="199"/>
                    </a:lnTo>
                    <a:lnTo>
                      <a:pt x="27" y="199"/>
                    </a:lnTo>
                    <a:lnTo>
                      <a:pt x="53" y="196"/>
                    </a:lnTo>
                    <a:lnTo>
                      <a:pt x="79" y="192"/>
                    </a:lnTo>
                    <a:lnTo>
                      <a:pt x="105" y="186"/>
                    </a:lnTo>
                    <a:lnTo>
                      <a:pt x="130" y="178"/>
                    </a:lnTo>
                    <a:lnTo>
                      <a:pt x="155" y="168"/>
                    </a:lnTo>
                    <a:lnTo>
                      <a:pt x="179" y="158"/>
                    </a:lnTo>
                    <a:lnTo>
                      <a:pt x="202" y="145"/>
                    </a:lnTo>
                    <a:lnTo>
                      <a:pt x="223" y="132"/>
                    </a:lnTo>
                    <a:lnTo>
                      <a:pt x="245" y="117"/>
                    </a:lnTo>
                    <a:lnTo>
                      <a:pt x="265" y="101"/>
                    </a:lnTo>
                    <a:lnTo>
                      <a:pt x="284" y="82"/>
                    </a:lnTo>
                    <a:lnTo>
                      <a:pt x="302" y="64"/>
                    </a:lnTo>
                    <a:lnTo>
                      <a:pt x="319" y="43"/>
                    </a:lnTo>
                    <a:lnTo>
                      <a:pt x="334" y="22"/>
                    </a:lnTo>
                    <a:lnTo>
                      <a:pt x="348" y="0"/>
                    </a:lnTo>
                  </a:path>
                </a:pathLst>
              </a:custGeom>
              <a:noFill/>
              <a:ln w="25400" cap="rnd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endParaRPr lang="es-ES_tradnl" sz="1800" noProof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2376" name="Line 37">
                <a:extLst>
                  <a:ext uri="{FF2B5EF4-FFF2-40B4-BE49-F238E27FC236}">
                    <a16:creationId xmlns:a16="http://schemas.microsoft.com/office/drawing/2014/main" id="{5BF0A1C2-6E2C-7FB9-C054-582EA812353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313" y="4210"/>
                <a:ext cx="262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es-ES_tradnl" sz="1800" noProof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2377" name="Freeform 38">
                <a:extLst>
                  <a:ext uri="{FF2B5EF4-FFF2-40B4-BE49-F238E27FC236}">
                    <a16:creationId xmlns:a16="http://schemas.microsoft.com/office/drawing/2014/main" id="{518BE478-9395-62FF-2427-64CCD02CB5D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12" y="3762"/>
                <a:ext cx="87" cy="448"/>
              </a:xfrm>
              <a:custGeom>
                <a:avLst/>
                <a:gdLst/>
                <a:ahLst/>
                <a:cxnLst>
                  <a:cxn ang="0">
                    <a:pos x="0" y="192"/>
                  </a:cxn>
                  <a:cxn ang="0">
                    <a:pos x="0" y="192"/>
                  </a:cxn>
                  <a:cxn ang="0">
                    <a:pos x="9" y="182"/>
                  </a:cxn>
                  <a:cxn ang="0">
                    <a:pos x="18" y="172"/>
                  </a:cxn>
                  <a:cxn ang="0">
                    <a:pos x="27" y="161"/>
                  </a:cxn>
                  <a:cxn ang="0">
                    <a:pos x="34" y="151"/>
                  </a:cxn>
                  <a:cxn ang="0">
                    <a:pos x="42" y="139"/>
                  </a:cxn>
                  <a:cxn ang="0">
                    <a:pos x="48" y="128"/>
                  </a:cxn>
                  <a:cxn ang="0">
                    <a:pos x="55" y="116"/>
                  </a:cxn>
                  <a:cxn ang="0">
                    <a:pos x="60" y="103"/>
                  </a:cxn>
                  <a:cxn ang="0">
                    <a:pos x="65" y="91"/>
                  </a:cxn>
                  <a:cxn ang="0">
                    <a:pos x="70" y="78"/>
                  </a:cxn>
                  <a:cxn ang="0">
                    <a:pos x="73" y="65"/>
                  </a:cxn>
                  <a:cxn ang="0">
                    <a:pos x="76" y="53"/>
                  </a:cxn>
                  <a:cxn ang="0">
                    <a:pos x="79" y="39"/>
                  </a:cxn>
                  <a:cxn ang="0">
                    <a:pos x="81" y="26"/>
                  </a:cxn>
                  <a:cxn ang="0">
                    <a:pos x="82" y="13"/>
                  </a:cxn>
                  <a:cxn ang="0">
                    <a:pos x="82" y="0"/>
                  </a:cxn>
                </a:cxnLst>
                <a:rect l="0" t="0" r="r" b="b"/>
                <a:pathLst>
                  <a:path w="83" h="193">
                    <a:moveTo>
                      <a:pt x="0" y="192"/>
                    </a:moveTo>
                    <a:lnTo>
                      <a:pt x="0" y="192"/>
                    </a:lnTo>
                    <a:lnTo>
                      <a:pt x="9" y="182"/>
                    </a:lnTo>
                    <a:lnTo>
                      <a:pt x="18" y="172"/>
                    </a:lnTo>
                    <a:lnTo>
                      <a:pt x="27" y="161"/>
                    </a:lnTo>
                    <a:lnTo>
                      <a:pt x="34" y="151"/>
                    </a:lnTo>
                    <a:lnTo>
                      <a:pt x="42" y="139"/>
                    </a:lnTo>
                    <a:lnTo>
                      <a:pt x="48" y="128"/>
                    </a:lnTo>
                    <a:lnTo>
                      <a:pt x="55" y="116"/>
                    </a:lnTo>
                    <a:lnTo>
                      <a:pt x="60" y="103"/>
                    </a:lnTo>
                    <a:lnTo>
                      <a:pt x="65" y="91"/>
                    </a:lnTo>
                    <a:lnTo>
                      <a:pt x="70" y="78"/>
                    </a:lnTo>
                    <a:lnTo>
                      <a:pt x="73" y="65"/>
                    </a:lnTo>
                    <a:lnTo>
                      <a:pt x="76" y="53"/>
                    </a:lnTo>
                    <a:lnTo>
                      <a:pt x="79" y="39"/>
                    </a:lnTo>
                    <a:lnTo>
                      <a:pt x="81" y="26"/>
                    </a:lnTo>
                    <a:lnTo>
                      <a:pt x="82" y="13"/>
                    </a:lnTo>
                    <a:lnTo>
                      <a:pt x="82" y="0"/>
                    </a:lnTo>
                  </a:path>
                </a:pathLst>
              </a:custGeom>
              <a:noFill/>
              <a:ln w="25400" cap="rnd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endParaRPr lang="es-ES_tradnl" sz="1800" noProof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2378" name="Freeform 39">
                <a:extLst>
                  <a:ext uri="{FF2B5EF4-FFF2-40B4-BE49-F238E27FC236}">
                    <a16:creationId xmlns:a16="http://schemas.microsoft.com/office/drawing/2014/main" id="{CC133CE7-66A3-86FC-EB6E-85E5C56312B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12" y="3314"/>
                <a:ext cx="87" cy="450"/>
              </a:xfrm>
              <a:custGeom>
                <a:avLst/>
                <a:gdLst/>
                <a:ahLst/>
                <a:cxnLst>
                  <a:cxn ang="0">
                    <a:pos x="82" y="193"/>
                  </a:cxn>
                  <a:cxn ang="0">
                    <a:pos x="82" y="193"/>
                  </a:cxn>
                  <a:cxn ang="0">
                    <a:pos x="82" y="179"/>
                  </a:cxn>
                  <a:cxn ang="0">
                    <a:pos x="81" y="166"/>
                  </a:cxn>
                  <a:cxn ang="0">
                    <a:pos x="79" y="153"/>
                  </a:cxn>
                  <a:cxn ang="0">
                    <a:pos x="76" y="139"/>
                  </a:cxn>
                  <a:cxn ang="0">
                    <a:pos x="73" y="127"/>
                  </a:cxn>
                  <a:cxn ang="0">
                    <a:pos x="70" y="114"/>
                  </a:cxn>
                  <a:cxn ang="0">
                    <a:pos x="65" y="101"/>
                  </a:cxn>
                  <a:cxn ang="0">
                    <a:pos x="60" y="89"/>
                  </a:cxn>
                  <a:cxn ang="0">
                    <a:pos x="55" y="76"/>
                  </a:cxn>
                  <a:cxn ang="0">
                    <a:pos x="48" y="64"/>
                  </a:cxn>
                  <a:cxn ang="0">
                    <a:pos x="42" y="53"/>
                  </a:cxn>
                  <a:cxn ang="0">
                    <a:pos x="34" y="41"/>
                  </a:cxn>
                  <a:cxn ang="0">
                    <a:pos x="27" y="31"/>
                  </a:cxn>
                  <a:cxn ang="0">
                    <a:pos x="18" y="20"/>
                  </a:cxn>
                  <a:cxn ang="0">
                    <a:pos x="9" y="10"/>
                  </a:cxn>
                  <a:cxn ang="0">
                    <a:pos x="0" y="0"/>
                  </a:cxn>
                </a:cxnLst>
                <a:rect l="0" t="0" r="r" b="b"/>
                <a:pathLst>
                  <a:path w="83" h="194">
                    <a:moveTo>
                      <a:pt x="82" y="193"/>
                    </a:moveTo>
                    <a:lnTo>
                      <a:pt x="82" y="193"/>
                    </a:lnTo>
                    <a:lnTo>
                      <a:pt x="82" y="179"/>
                    </a:lnTo>
                    <a:lnTo>
                      <a:pt x="81" y="166"/>
                    </a:lnTo>
                    <a:lnTo>
                      <a:pt x="79" y="153"/>
                    </a:lnTo>
                    <a:lnTo>
                      <a:pt x="76" y="139"/>
                    </a:lnTo>
                    <a:lnTo>
                      <a:pt x="73" y="127"/>
                    </a:lnTo>
                    <a:lnTo>
                      <a:pt x="70" y="114"/>
                    </a:lnTo>
                    <a:lnTo>
                      <a:pt x="65" y="101"/>
                    </a:lnTo>
                    <a:lnTo>
                      <a:pt x="60" y="89"/>
                    </a:lnTo>
                    <a:lnTo>
                      <a:pt x="55" y="76"/>
                    </a:lnTo>
                    <a:lnTo>
                      <a:pt x="48" y="64"/>
                    </a:lnTo>
                    <a:lnTo>
                      <a:pt x="42" y="53"/>
                    </a:lnTo>
                    <a:lnTo>
                      <a:pt x="34" y="41"/>
                    </a:lnTo>
                    <a:lnTo>
                      <a:pt x="27" y="31"/>
                    </a:lnTo>
                    <a:lnTo>
                      <a:pt x="18" y="20"/>
                    </a:lnTo>
                    <a:lnTo>
                      <a:pt x="9" y="10"/>
                    </a:lnTo>
                    <a:lnTo>
                      <a:pt x="0" y="0"/>
                    </a:lnTo>
                  </a:path>
                </a:pathLst>
              </a:custGeom>
              <a:noFill/>
              <a:ln w="25400" cap="rnd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endParaRPr lang="es-ES_tradnl" sz="1800" noProof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2379" name="Line 40">
                <a:extLst>
                  <a:ext uri="{FF2B5EF4-FFF2-40B4-BE49-F238E27FC236}">
                    <a16:creationId xmlns:a16="http://schemas.microsoft.com/office/drawing/2014/main" id="{8422746B-014D-F336-2833-B39ACDA3D53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13" y="3312"/>
                <a:ext cx="262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es-ES_tradnl" sz="1800" noProof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2380" name="Freeform 41">
                <a:extLst>
                  <a:ext uri="{FF2B5EF4-FFF2-40B4-BE49-F238E27FC236}">
                    <a16:creationId xmlns:a16="http://schemas.microsoft.com/office/drawing/2014/main" id="{465E02A3-AAF8-B6C8-C0AD-92D30448C06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76" y="3312"/>
                <a:ext cx="366" cy="463"/>
              </a:xfrm>
              <a:custGeom>
                <a:avLst/>
                <a:gdLst/>
                <a:ahLst/>
                <a:cxnLst>
                  <a:cxn ang="0">
                    <a:pos x="348" y="199"/>
                  </a:cxn>
                  <a:cxn ang="0">
                    <a:pos x="348" y="199"/>
                  </a:cxn>
                  <a:cxn ang="0">
                    <a:pos x="334" y="177"/>
                  </a:cxn>
                  <a:cxn ang="0">
                    <a:pos x="319" y="156"/>
                  </a:cxn>
                  <a:cxn ang="0">
                    <a:pos x="302" y="135"/>
                  </a:cxn>
                  <a:cxn ang="0">
                    <a:pos x="284" y="117"/>
                  </a:cxn>
                  <a:cxn ang="0">
                    <a:pos x="265" y="98"/>
                  </a:cxn>
                  <a:cxn ang="0">
                    <a:pos x="245" y="82"/>
                  </a:cxn>
                  <a:cxn ang="0">
                    <a:pos x="223" y="67"/>
                  </a:cxn>
                  <a:cxn ang="0">
                    <a:pos x="202" y="54"/>
                  </a:cxn>
                  <a:cxn ang="0">
                    <a:pos x="179" y="41"/>
                  </a:cxn>
                  <a:cxn ang="0">
                    <a:pos x="155" y="31"/>
                  </a:cxn>
                  <a:cxn ang="0">
                    <a:pos x="130" y="21"/>
                  </a:cxn>
                  <a:cxn ang="0">
                    <a:pos x="105" y="13"/>
                  </a:cxn>
                  <a:cxn ang="0">
                    <a:pos x="79" y="7"/>
                  </a:cxn>
                  <a:cxn ang="0">
                    <a:pos x="53" y="3"/>
                  </a:cxn>
                  <a:cxn ang="0">
                    <a:pos x="27" y="0"/>
                  </a:cxn>
                  <a:cxn ang="0">
                    <a:pos x="0" y="0"/>
                  </a:cxn>
                </a:cxnLst>
                <a:rect l="0" t="0" r="r" b="b"/>
                <a:pathLst>
                  <a:path w="349" h="200">
                    <a:moveTo>
                      <a:pt x="348" y="199"/>
                    </a:moveTo>
                    <a:lnTo>
                      <a:pt x="348" y="199"/>
                    </a:lnTo>
                    <a:lnTo>
                      <a:pt x="334" y="177"/>
                    </a:lnTo>
                    <a:lnTo>
                      <a:pt x="319" y="156"/>
                    </a:lnTo>
                    <a:lnTo>
                      <a:pt x="302" y="135"/>
                    </a:lnTo>
                    <a:lnTo>
                      <a:pt x="284" y="117"/>
                    </a:lnTo>
                    <a:lnTo>
                      <a:pt x="265" y="98"/>
                    </a:lnTo>
                    <a:lnTo>
                      <a:pt x="245" y="82"/>
                    </a:lnTo>
                    <a:lnTo>
                      <a:pt x="223" y="67"/>
                    </a:lnTo>
                    <a:lnTo>
                      <a:pt x="202" y="54"/>
                    </a:lnTo>
                    <a:lnTo>
                      <a:pt x="179" y="41"/>
                    </a:lnTo>
                    <a:lnTo>
                      <a:pt x="155" y="31"/>
                    </a:lnTo>
                    <a:lnTo>
                      <a:pt x="130" y="21"/>
                    </a:lnTo>
                    <a:lnTo>
                      <a:pt x="105" y="13"/>
                    </a:lnTo>
                    <a:lnTo>
                      <a:pt x="79" y="7"/>
                    </a:lnTo>
                    <a:lnTo>
                      <a:pt x="53" y="3"/>
                    </a:lnTo>
                    <a:lnTo>
                      <a:pt x="27" y="0"/>
                    </a:lnTo>
                    <a:lnTo>
                      <a:pt x="0" y="0"/>
                    </a:lnTo>
                  </a:path>
                </a:pathLst>
              </a:custGeom>
              <a:noFill/>
              <a:ln w="25400" cap="rnd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endParaRPr lang="es-ES_tradnl" sz="1800" noProof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2381" name="Freeform 42">
                <a:extLst>
                  <a:ext uri="{FF2B5EF4-FFF2-40B4-BE49-F238E27FC236}">
                    <a16:creationId xmlns:a16="http://schemas.microsoft.com/office/drawing/2014/main" id="{11324B05-09C0-43E7-CFAE-0559BACEC9D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64" y="3760"/>
                <a:ext cx="87" cy="448"/>
              </a:xfrm>
              <a:custGeom>
                <a:avLst/>
                <a:gdLst/>
                <a:ahLst/>
                <a:cxnLst>
                  <a:cxn ang="0">
                    <a:pos x="0" y="192"/>
                  </a:cxn>
                  <a:cxn ang="0">
                    <a:pos x="0" y="192"/>
                  </a:cxn>
                  <a:cxn ang="0">
                    <a:pos x="9" y="182"/>
                  </a:cxn>
                  <a:cxn ang="0">
                    <a:pos x="18" y="172"/>
                  </a:cxn>
                  <a:cxn ang="0">
                    <a:pos x="27" y="161"/>
                  </a:cxn>
                  <a:cxn ang="0">
                    <a:pos x="34" y="151"/>
                  </a:cxn>
                  <a:cxn ang="0">
                    <a:pos x="42" y="139"/>
                  </a:cxn>
                  <a:cxn ang="0">
                    <a:pos x="48" y="128"/>
                  </a:cxn>
                  <a:cxn ang="0">
                    <a:pos x="55" y="116"/>
                  </a:cxn>
                  <a:cxn ang="0">
                    <a:pos x="60" y="103"/>
                  </a:cxn>
                  <a:cxn ang="0">
                    <a:pos x="65" y="91"/>
                  </a:cxn>
                  <a:cxn ang="0">
                    <a:pos x="70" y="78"/>
                  </a:cxn>
                  <a:cxn ang="0">
                    <a:pos x="73" y="65"/>
                  </a:cxn>
                  <a:cxn ang="0">
                    <a:pos x="76" y="53"/>
                  </a:cxn>
                  <a:cxn ang="0">
                    <a:pos x="79" y="39"/>
                  </a:cxn>
                  <a:cxn ang="0">
                    <a:pos x="81" y="26"/>
                  </a:cxn>
                  <a:cxn ang="0">
                    <a:pos x="82" y="13"/>
                  </a:cxn>
                  <a:cxn ang="0">
                    <a:pos x="82" y="0"/>
                  </a:cxn>
                </a:cxnLst>
                <a:rect l="0" t="0" r="r" b="b"/>
                <a:pathLst>
                  <a:path w="83" h="193">
                    <a:moveTo>
                      <a:pt x="0" y="192"/>
                    </a:moveTo>
                    <a:lnTo>
                      <a:pt x="0" y="192"/>
                    </a:lnTo>
                    <a:lnTo>
                      <a:pt x="9" y="182"/>
                    </a:lnTo>
                    <a:lnTo>
                      <a:pt x="18" y="172"/>
                    </a:lnTo>
                    <a:lnTo>
                      <a:pt x="27" y="161"/>
                    </a:lnTo>
                    <a:lnTo>
                      <a:pt x="34" y="151"/>
                    </a:lnTo>
                    <a:lnTo>
                      <a:pt x="42" y="139"/>
                    </a:lnTo>
                    <a:lnTo>
                      <a:pt x="48" y="128"/>
                    </a:lnTo>
                    <a:lnTo>
                      <a:pt x="55" y="116"/>
                    </a:lnTo>
                    <a:lnTo>
                      <a:pt x="60" y="103"/>
                    </a:lnTo>
                    <a:lnTo>
                      <a:pt x="65" y="91"/>
                    </a:lnTo>
                    <a:lnTo>
                      <a:pt x="70" y="78"/>
                    </a:lnTo>
                    <a:lnTo>
                      <a:pt x="73" y="65"/>
                    </a:lnTo>
                    <a:lnTo>
                      <a:pt x="76" y="53"/>
                    </a:lnTo>
                    <a:lnTo>
                      <a:pt x="79" y="39"/>
                    </a:lnTo>
                    <a:lnTo>
                      <a:pt x="81" y="26"/>
                    </a:lnTo>
                    <a:lnTo>
                      <a:pt x="82" y="13"/>
                    </a:lnTo>
                    <a:lnTo>
                      <a:pt x="82" y="0"/>
                    </a:lnTo>
                  </a:path>
                </a:pathLst>
              </a:custGeom>
              <a:noFill/>
              <a:ln w="25400" cap="rnd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endParaRPr lang="es-ES_tradnl" sz="1800" noProof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2382" name="Freeform 43">
                <a:extLst>
                  <a:ext uri="{FF2B5EF4-FFF2-40B4-BE49-F238E27FC236}">
                    <a16:creationId xmlns:a16="http://schemas.microsoft.com/office/drawing/2014/main" id="{0661C242-94BB-B538-01A4-6CD784470D7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64" y="3312"/>
                <a:ext cx="87" cy="450"/>
              </a:xfrm>
              <a:custGeom>
                <a:avLst/>
                <a:gdLst/>
                <a:ahLst/>
                <a:cxnLst>
                  <a:cxn ang="0">
                    <a:pos x="82" y="193"/>
                  </a:cxn>
                  <a:cxn ang="0">
                    <a:pos x="82" y="193"/>
                  </a:cxn>
                  <a:cxn ang="0">
                    <a:pos x="82" y="179"/>
                  </a:cxn>
                  <a:cxn ang="0">
                    <a:pos x="81" y="166"/>
                  </a:cxn>
                  <a:cxn ang="0">
                    <a:pos x="79" y="153"/>
                  </a:cxn>
                  <a:cxn ang="0">
                    <a:pos x="76" y="139"/>
                  </a:cxn>
                  <a:cxn ang="0">
                    <a:pos x="73" y="127"/>
                  </a:cxn>
                  <a:cxn ang="0">
                    <a:pos x="70" y="114"/>
                  </a:cxn>
                  <a:cxn ang="0">
                    <a:pos x="65" y="101"/>
                  </a:cxn>
                  <a:cxn ang="0">
                    <a:pos x="60" y="89"/>
                  </a:cxn>
                  <a:cxn ang="0">
                    <a:pos x="55" y="76"/>
                  </a:cxn>
                  <a:cxn ang="0">
                    <a:pos x="48" y="64"/>
                  </a:cxn>
                  <a:cxn ang="0">
                    <a:pos x="42" y="53"/>
                  </a:cxn>
                  <a:cxn ang="0">
                    <a:pos x="34" y="41"/>
                  </a:cxn>
                  <a:cxn ang="0">
                    <a:pos x="27" y="31"/>
                  </a:cxn>
                  <a:cxn ang="0">
                    <a:pos x="18" y="20"/>
                  </a:cxn>
                  <a:cxn ang="0">
                    <a:pos x="9" y="10"/>
                  </a:cxn>
                  <a:cxn ang="0">
                    <a:pos x="0" y="0"/>
                  </a:cxn>
                </a:cxnLst>
                <a:rect l="0" t="0" r="r" b="b"/>
                <a:pathLst>
                  <a:path w="83" h="194">
                    <a:moveTo>
                      <a:pt x="82" y="193"/>
                    </a:moveTo>
                    <a:lnTo>
                      <a:pt x="82" y="193"/>
                    </a:lnTo>
                    <a:lnTo>
                      <a:pt x="82" y="179"/>
                    </a:lnTo>
                    <a:lnTo>
                      <a:pt x="81" y="166"/>
                    </a:lnTo>
                    <a:lnTo>
                      <a:pt x="79" y="153"/>
                    </a:lnTo>
                    <a:lnTo>
                      <a:pt x="76" y="139"/>
                    </a:lnTo>
                    <a:lnTo>
                      <a:pt x="73" y="127"/>
                    </a:lnTo>
                    <a:lnTo>
                      <a:pt x="70" y="114"/>
                    </a:lnTo>
                    <a:lnTo>
                      <a:pt x="65" y="101"/>
                    </a:lnTo>
                    <a:lnTo>
                      <a:pt x="60" y="89"/>
                    </a:lnTo>
                    <a:lnTo>
                      <a:pt x="55" y="76"/>
                    </a:lnTo>
                    <a:lnTo>
                      <a:pt x="48" y="64"/>
                    </a:lnTo>
                    <a:lnTo>
                      <a:pt x="42" y="53"/>
                    </a:lnTo>
                    <a:lnTo>
                      <a:pt x="34" y="41"/>
                    </a:lnTo>
                    <a:lnTo>
                      <a:pt x="27" y="31"/>
                    </a:lnTo>
                    <a:lnTo>
                      <a:pt x="18" y="20"/>
                    </a:lnTo>
                    <a:lnTo>
                      <a:pt x="9" y="10"/>
                    </a:lnTo>
                    <a:lnTo>
                      <a:pt x="0" y="0"/>
                    </a:lnTo>
                  </a:path>
                </a:pathLst>
              </a:custGeom>
              <a:noFill/>
              <a:ln w="25400" cap="rnd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endParaRPr lang="es-ES_tradnl" sz="1800" noProof="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2366" name="Group 35">
              <a:extLst>
                <a:ext uri="{FF2B5EF4-FFF2-40B4-BE49-F238E27FC236}">
                  <a16:creationId xmlns:a16="http://schemas.microsoft.com/office/drawing/2014/main" id="{873FB344-7EE6-7639-F255-1FD4217D86B5}"/>
                </a:ext>
              </a:extLst>
            </p:cNvPr>
            <p:cNvGrpSpPr>
              <a:grpSpLocks/>
            </p:cNvGrpSpPr>
            <p:nvPr/>
          </p:nvGrpSpPr>
          <p:grpSpPr bwMode="auto">
            <a:xfrm rot="16200000" flipH="1" flipV="1">
              <a:off x="8238067" y="5554134"/>
              <a:ext cx="609600" cy="474133"/>
              <a:chOff x="3264" y="3312"/>
              <a:chExt cx="678" cy="900"/>
            </a:xfrm>
          </p:grpSpPr>
          <p:sp>
            <p:nvSpPr>
              <p:cNvPr id="12367" name="Freeform 36">
                <a:extLst>
                  <a:ext uri="{FF2B5EF4-FFF2-40B4-BE49-F238E27FC236}">
                    <a16:creationId xmlns:a16="http://schemas.microsoft.com/office/drawing/2014/main" id="{F541D1D0-F77B-BDB9-3BE7-42DB3C629FA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76" y="3749"/>
                <a:ext cx="366" cy="463"/>
              </a:xfrm>
              <a:custGeom>
                <a:avLst/>
                <a:gdLst/>
                <a:ahLst/>
                <a:cxnLst>
                  <a:cxn ang="0">
                    <a:pos x="0" y="199"/>
                  </a:cxn>
                  <a:cxn ang="0">
                    <a:pos x="0" y="199"/>
                  </a:cxn>
                  <a:cxn ang="0">
                    <a:pos x="0" y="199"/>
                  </a:cxn>
                  <a:cxn ang="0">
                    <a:pos x="0" y="199"/>
                  </a:cxn>
                  <a:cxn ang="0">
                    <a:pos x="0" y="199"/>
                  </a:cxn>
                  <a:cxn ang="0">
                    <a:pos x="0" y="199"/>
                  </a:cxn>
                  <a:cxn ang="0">
                    <a:pos x="0" y="199"/>
                  </a:cxn>
                  <a:cxn ang="0">
                    <a:pos x="27" y="199"/>
                  </a:cxn>
                  <a:cxn ang="0">
                    <a:pos x="53" y="196"/>
                  </a:cxn>
                  <a:cxn ang="0">
                    <a:pos x="79" y="192"/>
                  </a:cxn>
                  <a:cxn ang="0">
                    <a:pos x="105" y="186"/>
                  </a:cxn>
                  <a:cxn ang="0">
                    <a:pos x="130" y="178"/>
                  </a:cxn>
                  <a:cxn ang="0">
                    <a:pos x="155" y="168"/>
                  </a:cxn>
                  <a:cxn ang="0">
                    <a:pos x="179" y="158"/>
                  </a:cxn>
                  <a:cxn ang="0">
                    <a:pos x="202" y="145"/>
                  </a:cxn>
                  <a:cxn ang="0">
                    <a:pos x="223" y="132"/>
                  </a:cxn>
                  <a:cxn ang="0">
                    <a:pos x="245" y="117"/>
                  </a:cxn>
                  <a:cxn ang="0">
                    <a:pos x="265" y="101"/>
                  </a:cxn>
                  <a:cxn ang="0">
                    <a:pos x="284" y="82"/>
                  </a:cxn>
                  <a:cxn ang="0">
                    <a:pos x="302" y="64"/>
                  </a:cxn>
                  <a:cxn ang="0">
                    <a:pos x="319" y="43"/>
                  </a:cxn>
                  <a:cxn ang="0">
                    <a:pos x="334" y="22"/>
                  </a:cxn>
                  <a:cxn ang="0">
                    <a:pos x="348" y="0"/>
                  </a:cxn>
                </a:cxnLst>
                <a:rect l="0" t="0" r="r" b="b"/>
                <a:pathLst>
                  <a:path w="349" h="200">
                    <a:moveTo>
                      <a:pt x="0" y="199"/>
                    </a:moveTo>
                    <a:lnTo>
                      <a:pt x="0" y="199"/>
                    </a:lnTo>
                    <a:lnTo>
                      <a:pt x="0" y="199"/>
                    </a:lnTo>
                    <a:lnTo>
                      <a:pt x="0" y="199"/>
                    </a:lnTo>
                    <a:lnTo>
                      <a:pt x="0" y="199"/>
                    </a:lnTo>
                    <a:lnTo>
                      <a:pt x="0" y="199"/>
                    </a:lnTo>
                    <a:lnTo>
                      <a:pt x="0" y="199"/>
                    </a:lnTo>
                    <a:lnTo>
                      <a:pt x="27" y="199"/>
                    </a:lnTo>
                    <a:lnTo>
                      <a:pt x="53" y="196"/>
                    </a:lnTo>
                    <a:lnTo>
                      <a:pt x="79" y="192"/>
                    </a:lnTo>
                    <a:lnTo>
                      <a:pt x="105" y="186"/>
                    </a:lnTo>
                    <a:lnTo>
                      <a:pt x="130" y="178"/>
                    </a:lnTo>
                    <a:lnTo>
                      <a:pt x="155" y="168"/>
                    </a:lnTo>
                    <a:lnTo>
                      <a:pt x="179" y="158"/>
                    </a:lnTo>
                    <a:lnTo>
                      <a:pt x="202" y="145"/>
                    </a:lnTo>
                    <a:lnTo>
                      <a:pt x="223" y="132"/>
                    </a:lnTo>
                    <a:lnTo>
                      <a:pt x="245" y="117"/>
                    </a:lnTo>
                    <a:lnTo>
                      <a:pt x="265" y="101"/>
                    </a:lnTo>
                    <a:lnTo>
                      <a:pt x="284" y="82"/>
                    </a:lnTo>
                    <a:lnTo>
                      <a:pt x="302" y="64"/>
                    </a:lnTo>
                    <a:lnTo>
                      <a:pt x="319" y="43"/>
                    </a:lnTo>
                    <a:lnTo>
                      <a:pt x="334" y="22"/>
                    </a:lnTo>
                    <a:lnTo>
                      <a:pt x="348" y="0"/>
                    </a:lnTo>
                  </a:path>
                </a:pathLst>
              </a:custGeom>
              <a:noFill/>
              <a:ln w="25400" cap="rnd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endParaRPr lang="es-ES_tradnl" sz="1800" noProof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2368" name="Line 37">
                <a:extLst>
                  <a:ext uri="{FF2B5EF4-FFF2-40B4-BE49-F238E27FC236}">
                    <a16:creationId xmlns:a16="http://schemas.microsoft.com/office/drawing/2014/main" id="{34889D3C-5CC6-F4D5-8C35-1E0CE3D7DDA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313" y="4210"/>
                <a:ext cx="262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es-ES_tradnl" sz="1800" noProof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2369" name="Freeform 38">
                <a:extLst>
                  <a:ext uri="{FF2B5EF4-FFF2-40B4-BE49-F238E27FC236}">
                    <a16:creationId xmlns:a16="http://schemas.microsoft.com/office/drawing/2014/main" id="{CD6B03EA-1623-4205-58A5-3F727A557A1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12" y="3762"/>
                <a:ext cx="87" cy="448"/>
              </a:xfrm>
              <a:custGeom>
                <a:avLst/>
                <a:gdLst/>
                <a:ahLst/>
                <a:cxnLst>
                  <a:cxn ang="0">
                    <a:pos x="0" y="192"/>
                  </a:cxn>
                  <a:cxn ang="0">
                    <a:pos x="0" y="192"/>
                  </a:cxn>
                  <a:cxn ang="0">
                    <a:pos x="9" y="182"/>
                  </a:cxn>
                  <a:cxn ang="0">
                    <a:pos x="18" y="172"/>
                  </a:cxn>
                  <a:cxn ang="0">
                    <a:pos x="27" y="161"/>
                  </a:cxn>
                  <a:cxn ang="0">
                    <a:pos x="34" y="151"/>
                  </a:cxn>
                  <a:cxn ang="0">
                    <a:pos x="42" y="139"/>
                  </a:cxn>
                  <a:cxn ang="0">
                    <a:pos x="48" y="128"/>
                  </a:cxn>
                  <a:cxn ang="0">
                    <a:pos x="55" y="116"/>
                  </a:cxn>
                  <a:cxn ang="0">
                    <a:pos x="60" y="103"/>
                  </a:cxn>
                  <a:cxn ang="0">
                    <a:pos x="65" y="91"/>
                  </a:cxn>
                  <a:cxn ang="0">
                    <a:pos x="70" y="78"/>
                  </a:cxn>
                  <a:cxn ang="0">
                    <a:pos x="73" y="65"/>
                  </a:cxn>
                  <a:cxn ang="0">
                    <a:pos x="76" y="53"/>
                  </a:cxn>
                  <a:cxn ang="0">
                    <a:pos x="79" y="39"/>
                  </a:cxn>
                  <a:cxn ang="0">
                    <a:pos x="81" y="26"/>
                  </a:cxn>
                  <a:cxn ang="0">
                    <a:pos x="82" y="13"/>
                  </a:cxn>
                  <a:cxn ang="0">
                    <a:pos x="82" y="0"/>
                  </a:cxn>
                </a:cxnLst>
                <a:rect l="0" t="0" r="r" b="b"/>
                <a:pathLst>
                  <a:path w="83" h="193">
                    <a:moveTo>
                      <a:pt x="0" y="192"/>
                    </a:moveTo>
                    <a:lnTo>
                      <a:pt x="0" y="192"/>
                    </a:lnTo>
                    <a:lnTo>
                      <a:pt x="9" y="182"/>
                    </a:lnTo>
                    <a:lnTo>
                      <a:pt x="18" y="172"/>
                    </a:lnTo>
                    <a:lnTo>
                      <a:pt x="27" y="161"/>
                    </a:lnTo>
                    <a:lnTo>
                      <a:pt x="34" y="151"/>
                    </a:lnTo>
                    <a:lnTo>
                      <a:pt x="42" y="139"/>
                    </a:lnTo>
                    <a:lnTo>
                      <a:pt x="48" y="128"/>
                    </a:lnTo>
                    <a:lnTo>
                      <a:pt x="55" y="116"/>
                    </a:lnTo>
                    <a:lnTo>
                      <a:pt x="60" y="103"/>
                    </a:lnTo>
                    <a:lnTo>
                      <a:pt x="65" y="91"/>
                    </a:lnTo>
                    <a:lnTo>
                      <a:pt x="70" y="78"/>
                    </a:lnTo>
                    <a:lnTo>
                      <a:pt x="73" y="65"/>
                    </a:lnTo>
                    <a:lnTo>
                      <a:pt x="76" y="53"/>
                    </a:lnTo>
                    <a:lnTo>
                      <a:pt x="79" y="39"/>
                    </a:lnTo>
                    <a:lnTo>
                      <a:pt x="81" y="26"/>
                    </a:lnTo>
                    <a:lnTo>
                      <a:pt x="82" y="13"/>
                    </a:lnTo>
                    <a:lnTo>
                      <a:pt x="82" y="0"/>
                    </a:lnTo>
                  </a:path>
                </a:pathLst>
              </a:custGeom>
              <a:noFill/>
              <a:ln w="25400" cap="rnd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endParaRPr lang="es-ES_tradnl" sz="1800" noProof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2370" name="Freeform 39">
                <a:extLst>
                  <a:ext uri="{FF2B5EF4-FFF2-40B4-BE49-F238E27FC236}">
                    <a16:creationId xmlns:a16="http://schemas.microsoft.com/office/drawing/2014/main" id="{52EC9A80-C3A9-3556-38EC-8A44D79DCF6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12" y="3314"/>
                <a:ext cx="87" cy="450"/>
              </a:xfrm>
              <a:custGeom>
                <a:avLst/>
                <a:gdLst/>
                <a:ahLst/>
                <a:cxnLst>
                  <a:cxn ang="0">
                    <a:pos x="82" y="193"/>
                  </a:cxn>
                  <a:cxn ang="0">
                    <a:pos x="82" y="193"/>
                  </a:cxn>
                  <a:cxn ang="0">
                    <a:pos x="82" y="179"/>
                  </a:cxn>
                  <a:cxn ang="0">
                    <a:pos x="81" y="166"/>
                  </a:cxn>
                  <a:cxn ang="0">
                    <a:pos x="79" y="153"/>
                  </a:cxn>
                  <a:cxn ang="0">
                    <a:pos x="76" y="139"/>
                  </a:cxn>
                  <a:cxn ang="0">
                    <a:pos x="73" y="127"/>
                  </a:cxn>
                  <a:cxn ang="0">
                    <a:pos x="70" y="114"/>
                  </a:cxn>
                  <a:cxn ang="0">
                    <a:pos x="65" y="101"/>
                  </a:cxn>
                  <a:cxn ang="0">
                    <a:pos x="60" y="89"/>
                  </a:cxn>
                  <a:cxn ang="0">
                    <a:pos x="55" y="76"/>
                  </a:cxn>
                  <a:cxn ang="0">
                    <a:pos x="48" y="64"/>
                  </a:cxn>
                  <a:cxn ang="0">
                    <a:pos x="42" y="53"/>
                  </a:cxn>
                  <a:cxn ang="0">
                    <a:pos x="34" y="41"/>
                  </a:cxn>
                  <a:cxn ang="0">
                    <a:pos x="27" y="31"/>
                  </a:cxn>
                  <a:cxn ang="0">
                    <a:pos x="18" y="20"/>
                  </a:cxn>
                  <a:cxn ang="0">
                    <a:pos x="9" y="10"/>
                  </a:cxn>
                  <a:cxn ang="0">
                    <a:pos x="0" y="0"/>
                  </a:cxn>
                </a:cxnLst>
                <a:rect l="0" t="0" r="r" b="b"/>
                <a:pathLst>
                  <a:path w="83" h="194">
                    <a:moveTo>
                      <a:pt x="82" y="193"/>
                    </a:moveTo>
                    <a:lnTo>
                      <a:pt x="82" y="193"/>
                    </a:lnTo>
                    <a:lnTo>
                      <a:pt x="82" y="179"/>
                    </a:lnTo>
                    <a:lnTo>
                      <a:pt x="81" y="166"/>
                    </a:lnTo>
                    <a:lnTo>
                      <a:pt x="79" y="153"/>
                    </a:lnTo>
                    <a:lnTo>
                      <a:pt x="76" y="139"/>
                    </a:lnTo>
                    <a:lnTo>
                      <a:pt x="73" y="127"/>
                    </a:lnTo>
                    <a:lnTo>
                      <a:pt x="70" y="114"/>
                    </a:lnTo>
                    <a:lnTo>
                      <a:pt x="65" y="101"/>
                    </a:lnTo>
                    <a:lnTo>
                      <a:pt x="60" y="89"/>
                    </a:lnTo>
                    <a:lnTo>
                      <a:pt x="55" y="76"/>
                    </a:lnTo>
                    <a:lnTo>
                      <a:pt x="48" y="64"/>
                    </a:lnTo>
                    <a:lnTo>
                      <a:pt x="42" y="53"/>
                    </a:lnTo>
                    <a:lnTo>
                      <a:pt x="34" y="41"/>
                    </a:lnTo>
                    <a:lnTo>
                      <a:pt x="27" y="31"/>
                    </a:lnTo>
                    <a:lnTo>
                      <a:pt x="18" y="20"/>
                    </a:lnTo>
                    <a:lnTo>
                      <a:pt x="9" y="10"/>
                    </a:lnTo>
                    <a:lnTo>
                      <a:pt x="0" y="0"/>
                    </a:lnTo>
                  </a:path>
                </a:pathLst>
              </a:custGeom>
              <a:noFill/>
              <a:ln w="25400" cap="rnd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endParaRPr lang="es-ES_tradnl" sz="1800" noProof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2371" name="Line 40">
                <a:extLst>
                  <a:ext uri="{FF2B5EF4-FFF2-40B4-BE49-F238E27FC236}">
                    <a16:creationId xmlns:a16="http://schemas.microsoft.com/office/drawing/2014/main" id="{8A8140E2-A884-A3C9-150C-815D5DA489F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13" y="3312"/>
                <a:ext cx="262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es-ES_tradnl" sz="1800" noProof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2372" name="Freeform 41">
                <a:extLst>
                  <a:ext uri="{FF2B5EF4-FFF2-40B4-BE49-F238E27FC236}">
                    <a16:creationId xmlns:a16="http://schemas.microsoft.com/office/drawing/2014/main" id="{AE5D99FA-5C39-D0E4-8D16-D096BBEF54E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76" y="3312"/>
                <a:ext cx="366" cy="463"/>
              </a:xfrm>
              <a:custGeom>
                <a:avLst/>
                <a:gdLst/>
                <a:ahLst/>
                <a:cxnLst>
                  <a:cxn ang="0">
                    <a:pos x="348" y="199"/>
                  </a:cxn>
                  <a:cxn ang="0">
                    <a:pos x="348" y="199"/>
                  </a:cxn>
                  <a:cxn ang="0">
                    <a:pos x="334" y="177"/>
                  </a:cxn>
                  <a:cxn ang="0">
                    <a:pos x="319" y="156"/>
                  </a:cxn>
                  <a:cxn ang="0">
                    <a:pos x="302" y="135"/>
                  </a:cxn>
                  <a:cxn ang="0">
                    <a:pos x="284" y="117"/>
                  </a:cxn>
                  <a:cxn ang="0">
                    <a:pos x="265" y="98"/>
                  </a:cxn>
                  <a:cxn ang="0">
                    <a:pos x="245" y="82"/>
                  </a:cxn>
                  <a:cxn ang="0">
                    <a:pos x="223" y="67"/>
                  </a:cxn>
                  <a:cxn ang="0">
                    <a:pos x="202" y="54"/>
                  </a:cxn>
                  <a:cxn ang="0">
                    <a:pos x="179" y="41"/>
                  </a:cxn>
                  <a:cxn ang="0">
                    <a:pos x="155" y="31"/>
                  </a:cxn>
                  <a:cxn ang="0">
                    <a:pos x="130" y="21"/>
                  </a:cxn>
                  <a:cxn ang="0">
                    <a:pos x="105" y="13"/>
                  </a:cxn>
                  <a:cxn ang="0">
                    <a:pos x="79" y="7"/>
                  </a:cxn>
                  <a:cxn ang="0">
                    <a:pos x="53" y="3"/>
                  </a:cxn>
                  <a:cxn ang="0">
                    <a:pos x="27" y="0"/>
                  </a:cxn>
                  <a:cxn ang="0">
                    <a:pos x="0" y="0"/>
                  </a:cxn>
                </a:cxnLst>
                <a:rect l="0" t="0" r="r" b="b"/>
                <a:pathLst>
                  <a:path w="349" h="200">
                    <a:moveTo>
                      <a:pt x="348" y="199"/>
                    </a:moveTo>
                    <a:lnTo>
                      <a:pt x="348" y="199"/>
                    </a:lnTo>
                    <a:lnTo>
                      <a:pt x="334" y="177"/>
                    </a:lnTo>
                    <a:lnTo>
                      <a:pt x="319" y="156"/>
                    </a:lnTo>
                    <a:lnTo>
                      <a:pt x="302" y="135"/>
                    </a:lnTo>
                    <a:lnTo>
                      <a:pt x="284" y="117"/>
                    </a:lnTo>
                    <a:lnTo>
                      <a:pt x="265" y="98"/>
                    </a:lnTo>
                    <a:lnTo>
                      <a:pt x="245" y="82"/>
                    </a:lnTo>
                    <a:lnTo>
                      <a:pt x="223" y="67"/>
                    </a:lnTo>
                    <a:lnTo>
                      <a:pt x="202" y="54"/>
                    </a:lnTo>
                    <a:lnTo>
                      <a:pt x="179" y="41"/>
                    </a:lnTo>
                    <a:lnTo>
                      <a:pt x="155" y="31"/>
                    </a:lnTo>
                    <a:lnTo>
                      <a:pt x="130" y="21"/>
                    </a:lnTo>
                    <a:lnTo>
                      <a:pt x="105" y="13"/>
                    </a:lnTo>
                    <a:lnTo>
                      <a:pt x="79" y="7"/>
                    </a:lnTo>
                    <a:lnTo>
                      <a:pt x="53" y="3"/>
                    </a:lnTo>
                    <a:lnTo>
                      <a:pt x="27" y="0"/>
                    </a:lnTo>
                    <a:lnTo>
                      <a:pt x="0" y="0"/>
                    </a:lnTo>
                  </a:path>
                </a:pathLst>
              </a:custGeom>
              <a:noFill/>
              <a:ln w="25400" cap="rnd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endParaRPr lang="es-ES_tradnl" sz="1800" noProof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2373" name="Freeform 42">
                <a:extLst>
                  <a:ext uri="{FF2B5EF4-FFF2-40B4-BE49-F238E27FC236}">
                    <a16:creationId xmlns:a16="http://schemas.microsoft.com/office/drawing/2014/main" id="{C031DB69-402C-38BA-404F-7C576CAAB53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64" y="3760"/>
                <a:ext cx="87" cy="448"/>
              </a:xfrm>
              <a:custGeom>
                <a:avLst/>
                <a:gdLst/>
                <a:ahLst/>
                <a:cxnLst>
                  <a:cxn ang="0">
                    <a:pos x="0" y="192"/>
                  </a:cxn>
                  <a:cxn ang="0">
                    <a:pos x="0" y="192"/>
                  </a:cxn>
                  <a:cxn ang="0">
                    <a:pos x="9" y="182"/>
                  </a:cxn>
                  <a:cxn ang="0">
                    <a:pos x="18" y="172"/>
                  </a:cxn>
                  <a:cxn ang="0">
                    <a:pos x="27" y="161"/>
                  </a:cxn>
                  <a:cxn ang="0">
                    <a:pos x="34" y="151"/>
                  </a:cxn>
                  <a:cxn ang="0">
                    <a:pos x="42" y="139"/>
                  </a:cxn>
                  <a:cxn ang="0">
                    <a:pos x="48" y="128"/>
                  </a:cxn>
                  <a:cxn ang="0">
                    <a:pos x="55" y="116"/>
                  </a:cxn>
                  <a:cxn ang="0">
                    <a:pos x="60" y="103"/>
                  </a:cxn>
                  <a:cxn ang="0">
                    <a:pos x="65" y="91"/>
                  </a:cxn>
                  <a:cxn ang="0">
                    <a:pos x="70" y="78"/>
                  </a:cxn>
                  <a:cxn ang="0">
                    <a:pos x="73" y="65"/>
                  </a:cxn>
                  <a:cxn ang="0">
                    <a:pos x="76" y="53"/>
                  </a:cxn>
                  <a:cxn ang="0">
                    <a:pos x="79" y="39"/>
                  </a:cxn>
                  <a:cxn ang="0">
                    <a:pos x="81" y="26"/>
                  </a:cxn>
                  <a:cxn ang="0">
                    <a:pos x="82" y="13"/>
                  </a:cxn>
                  <a:cxn ang="0">
                    <a:pos x="82" y="0"/>
                  </a:cxn>
                </a:cxnLst>
                <a:rect l="0" t="0" r="r" b="b"/>
                <a:pathLst>
                  <a:path w="83" h="193">
                    <a:moveTo>
                      <a:pt x="0" y="192"/>
                    </a:moveTo>
                    <a:lnTo>
                      <a:pt x="0" y="192"/>
                    </a:lnTo>
                    <a:lnTo>
                      <a:pt x="9" y="182"/>
                    </a:lnTo>
                    <a:lnTo>
                      <a:pt x="18" y="172"/>
                    </a:lnTo>
                    <a:lnTo>
                      <a:pt x="27" y="161"/>
                    </a:lnTo>
                    <a:lnTo>
                      <a:pt x="34" y="151"/>
                    </a:lnTo>
                    <a:lnTo>
                      <a:pt x="42" y="139"/>
                    </a:lnTo>
                    <a:lnTo>
                      <a:pt x="48" y="128"/>
                    </a:lnTo>
                    <a:lnTo>
                      <a:pt x="55" y="116"/>
                    </a:lnTo>
                    <a:lnTo>
                      <a:pt x="60" y="103"/>
                    </a:lnTo>
                    <a:lnTo>
                      <a:pt x="65" y="91"/>
                    </a:lnTo>
                    <a:lnTo>
                      <a:pt x="70" y="78"/>
                    </a:lnTo>
                    <a:lnTo>
                      <a:pt x="73" y="65"/>
                    </a:lnTo>
                    <a:lnTo>
                      <a:pt x="76" y="53"/>
                    </a:lnTo>
                    <a:lnTo>
                      <a:pt x="79" y="39"/>
                    </a:lnTo>
                    <a:lnTo>
                      <a:pt x="81" y="26"/>
                    </a:lnTo>
                    <a:lnTo>
                      <a:pt x="82" y="13"/>
                    </a:lnTo>
                    <a:lnTo>
                      <a:pt x="82" y="0"/>
                    </a:lnTo>
                  </a:path>
                </a:pathLst>
              </a:custGeom>
              <a:noFill/>
              <a:ln w="25400" cap="rnd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endParaRPr lang="es-ES_tradnl" sz="1800" noProof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2374" name="Freeform 43">
                <a:extLst>
                  <a:ext uri="{FF2B5EF4-FFF2-40B4-BE49-F238E27FC236}">
                    <a16:creationId xmlns:a16="http://schemas.microsoft.com/office/drawing/2014/main" id="{5BE91FDB-64CB-ADBD-5F6F-14EC897A621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64" y="3312"/>
                <a:ext cx="87" cy="450"/>
              </a:xfrm>
              <a:custGeom>
                <a:avLst/>
                <a:gdLst/>
                <a:ahLst/>
                <a:cxnLst>
                  <a:cxn ang="0">
                    <a:pos x="82" y="193"/>
                  </a:cxn>
                  <a:cxn ang="0">
                    <a:pos x="82" y="193"/>
                  </a:cxn>
                  <a:cxn ang="0">
                    <a:pos x="82" y="179"/>
                  </a:cxn>
                  <a:cxn ang="0">
                    <a:pos x="81" y="166"/>
                  </a:cxn>
                  <a:cxn ang="0">
                    <a:pos x="79" y="153"/>
                  </a:cxn>
                  <a:cxn ang="0">
                    <a:pos x="76" y="139"/>
                  </a:cxn>
                  <a:cxn ang="0">
                    <a:pos x="73" y="127"/>
                  </a:cxn>
                  <a:cxn ang="0">
                    <a:pos x="70" y="114"/>
                  </a:cxn>
                  <a:cxn ang="0">
                    <a:pos x="65" y="101"/>
                  </a:cxn>
                  <a:cxn ang="0">
                    <a:pos x="60" y="89"/>
                  </a:cxn>
                  <a:cxn ang="0">
                    <a:pos x="55" y="76"/>
                  </a:cxn>
                  <a:cxn ang="0">
                    <a:pos x="48" y="64"/>
                  </a:cxn>
                  <a:cxn ang="0">
                    <a:pos x="42" y="53"/>
                  </a:cxn>
                  <a:cxn ang="0">
                    <a:pos x="34" y="41"/>
                  </a:cxn>
                  <a:cxn ang="0">
                    <a:pos x="27" y="31"/>
                  </a:cxn>
                  <a:cxn ang="0">
                    <a:pos x="18" y="20"/>
                  </a:cxn>
                  <a:cxn ang="0">
                    <a:pos x="9" y="10"/>
                  </a:cxn>
                  <a:cxn ang="0">
                    <a:pos x="0" y="0"/>
                  </a:cxn>
                </a:cxnLst>
                <a:rect l="0" t="0" r="r" b="b"/>
                <a:pathLst>
                  <a:path w="83" h="194">
                    <a:moveTo>
                      <a:pt x="82" y="193"/>
                    </a:moveTo>
                    <a:lnTo>
                      <a:pt x="82" y="193"/>
                    </a:lnTo>
                    <a:lnTo>
                      <a:pt x="82" y="179"/>
                    </a:lnTo>
                    <a:lnTo>
                      <a:pt x="81" y="166"/>
                    </a:lnTo>
                    <a:lnTo>
                      <a:pt x="79" y="153"/>
                    </a:lnTo>
                    <a:lnTo>
                      <a:pt x="76" y="139"/>
                    </a:lnTo>
                    <a:lnTo>
                      <a:pt x="73" y="127"/>
                    </a:lnTo>
                    <a:lnTo>
                      <a:pt x="70" y="114"/>
                    </a:lnTo>
                    <a:lnTo>
                      <a:pt x="65" y="101"/>
                    </a:lnTo>
                    <a:lnTo>
                      <a:pt x="60" y="89"/>
                    </a:lnTo>
                    <a:lnTo>
                      <a:pt x="55" y="76"/>
                    </a:lnTo>
                    <a:lnTo>
                      <a:pt x="48" y="64"/>
                    </a:lnTo>
                    <a:lnTo>
                      <a:pt x="42" y="53"/>
                    </a:lnTo>
                    <a:lnTo>
                      <a:pt x="34" y="41"/>
                    </a:lnTo>
                    <a:lnTo>
                      <a:pt x="27" y="31"/>
                    </a:lnTo>
                    <a:lnTo>
                      <a:pt x="18" y="20"/>
                    </a:lnTo>
                    <a:lnTo>
                      <a:pt x="9" y="10"/>
                    </a:lnTo>
                    <a:lnTo>
                      <a:pt x="0" y="0"/>
                    </a:lnTo>
                  </a:path>
                </a:pathLst>
              </a:custGeom>
              <a:noFill/>
              <a:ln w="25400" cap="rnd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endParaRPr lang="es-ES_tradnl" sz="1800" noProof="0" dirty="0">
                  <a:solidFill>
                    <a:schemeClr val="tx1"/>
                  </a:solidFill>
                </a:endParaRPr>
              </a:p>
            </p:txBody>
          </p:sp>
        </p:grpSp>
      </p:grpSp>
      <p:sp>
        <p:nvSpPr>
          <p:cNvPr id="12399" name="Rectángulo 12398">
            <a:extLst>
              <a:ext uri="{FF2B5EF4-FFF2-40B4-BE49-F238E27FC236}">
                <a16:creationId xmlns:a16="http://schemas.microsoft.com/office/drawing/2014/main" id="{420CCB8A-DD7F-9587-95BC-627331B60C7C}"/>
              </a:ext>
            </a:extLst>
          </p:cNvPr>
          <p:cNvSpPr/>
          <p:nvPr/>
        </p:nvSpPr>
        <p:spPr bwMode="auto">
          <a:xfrm>
            <a:off x="5410200" y="3616035"/>
            <a:ext cx="3581400" cy="762000"/>
          </a:xfrm>
          <a:prstGeom prst="rect">
            <a:avLst/>
          </a:prstGeom>
          <a:noFill/>
          <a:ln w="25400" cap="flat" cmpd="sng" algn="ctr">
            <a:solidFill>
              <a:schemeClr val="tx1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_tradnl" sz="2000" b="0" i="0" u="none" strike="noStrike" cap="none" normalizeH="0" baseline="0" noProof="0" dirty="0">
              <a:ln>
                <a:noFill/>
              </a:ln>
              <a:solidFill>
                <a:srgbClr val="FFFFFF"/>
              </a:solidFill>
              <a:effectLst/>
              <a:latin typeface="Arial" charset="0"/>
            </a:endParaRPr>
          </a:p>
        </p:txBody>
      </p:sp>
      <p:sp>
        <p:nvSpPr>
          <p:cNvPr id="12400" name="Rectángulo 12399">
            <a:extLst>
              <a:ext uri="{FF2B5EF4-FFF2-40B4-BE49-F238E27FC236}">
                <a16:creationId xmlns:a16="http://schemas.microsoft.com/office/drawing/2014/main" id="{71F490D8-360A-CD8A-C800-70F760096188}"/>
              </a:ext>
            </a:extLst>
          </p:cNvPr>
          <p:cNvSpPr/>
          <p:nvPr/>
        </p:nvSpPr>
        <p:spPr bwMode="auto">
          <a:xfrm>
            <a:off x="5410200" y="5410200"/>
            <a:ext cx="3581400" cy="762000"/>
          </a:xfrm>
          <a:prstGeom prst="rect">
            <a:avLst/>
          </a:prstGeom>
          <a:noFill/>
          <a:ln w="25400" cap="flat" cmpd="sng" algn="ctr">
            <a:solidFill>
              <a:schemeClr val="tx1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_tradnl" sz="2000" b="0" i="0" u="none" strike="noStrike" cap="none" normalizeH="0" baseline="0" noProof="0" dirty="0">
              <a:ln>
                <a:noFill/>
              </a:ln>
              <a:solidFill>
                <a:srgbClr val="FFFFFF"/>
              </a:solidFill>
              <a:effectLst/>
              <a:latin typeface="Arial" charset="0"/>
            </a:endParaRPr>
          </a:p>
        </p:txBody>
      </p:sp>
      <p:sp>
        <p:nvSpPr>
          <p:cNvPr id="12401" name="Rectángulo 12400">
            <a:extLst>
              <a:ext uri="{FF2B5EF4-FFF2-40B4-BE49-F238E27FC236}">
                <a16:creationId xmlns:a16="http://schemas.microsoft.com/office/drawing/2014/main" id="{08D59DE6-D4F1-9360-9BF4-0F52D0A36893}"/>
              </a:ext>
            </a:extLst>
          </p:cNvPr>
          <p:cNvSpPr/>
          <p:nvPr/>
        </p:nvSpPr>
        <p:spPr bwMode="auto">
          <a:xfrm>
            <a:off x="5334000" y="1928090"/>
            <a:ext cx="3581400" cy="762000"/>
          </a:xfrm>
          <a:prstGeom prst="rect">
            <a:avLst/>
          </a:prstGeom>
          <a:noFill/>
          <a:ln w="25400" cap="flat" cmpd="sng" algn="ctr">
            <a:solidFill>
              <a:schemeClr val="tx1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_tradnl" sz="2000" b="0" i="0" u="none" strike="noStrike" cap="none" normalizeH="0" baseline="0" noProof="0" dirty="0">
              <a:ln>
                <a:noFill/>
              </a:ln>
              <a:solidFill>
                <a:srgbClr val="FFFFFF"/>
              </a:solidFill>
              <a:effectLst/>
              <a:latin typeface="Arial" charset="0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7BD5261B-A35B-6447-7039-1FA3E634B5B3}"/>
              </a:ext>
            </a:extLst>
          </p:cNvPr>
          <p:cNvSpPr txBox="1"/>
          <p:nvPr/>
        </p:nvSpPr>
        <p:spPr>
          <a:xfrm>
            <a:off x="1475655" y="5410200"/>
            <a:ext cx="32960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1800" noProof="0" dirty="0">
                <a:solidFill>
                  <a:srgbClr val="FF0000"/>
                </a:solidFill>
              </a:rPr>
              <a:t>¡Un único retardo de puerta!</a:t>
            </a:r>
          </a:p>
        </p:txBody>
      </p:sp>
    </p:spTree>
    <p:extLst>
      <p:ext uri="{BB962C8B-B14F-4D97-AF65-F5344CB8AC3E}">
        <p14:creationId xmlns:p14="http://schemas.microsoft.com/office/powerpoint/2010/main" val="9391842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695F82-C070-EF9E-EFD2-1F811EE8A1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3 Marcador de número de diapositiva">
            <a:extLst>
              <a:ext uri="{FF2B5EF4-FFF2-40B4-BE49-F238E27FC236}">
                <a16:creationId xmlns:a16="http://schemas.microsoft.com/office/drawing/2014/main" id="{2B83DF3A-F30C-6F6D-E979-F13D843893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4E7847B6-FB90-4985-BDAD-0FC52C69182E}" type="slidenum">
              <a:rPr lang="es-ES_tradnl" noProof="0" smtClean="0"/>
              <a:pPr/>
              <a:t>12</a:t>
            </a:fld>
            <a:endParaRPr lang="es-ES_tradnl" noProof="0" dirty="0"/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B6BE91E6-9107-6F38-9DC7-BDB1300C29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Representación de enteros</a:t>
            </a:r>
            <a:endParaRPr lang="en-US" dirty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61BF144-DF10-6CC0-7D15-E212E3BA38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_tradnl" sz="2000" dirty="0"/>
              <a:t>Notas sobre la representación de enteros</a:t>
            </a:r>
          </a:p>
          <a:p>
            <a:pPr lvl="1"/>
            <a:r>
              <a:rPr lang="es-ES_tradnl" dirty="0"/>
              <a:t>Los conjuntos matemáticos N y Z son infinitos, pero los tipos de datos básicos de un computador tienen una capacidad de representación finita, exacta pero limitada</a:t>
            </a:r>
          </a:p>
          <a:p>
            <a:pPr lvl="2"/>
            <a:r>
              <a:rPr lang="es-ES_tradnl" sz="2000" dirty="0"/>
              <a:t>Con </a:t>
            </a:r>
            <a:r>
              <a:rPr lang="es-ES_tradnl" sz="2000" i="1" dirty="0"/>
              <a:t>n </a:t>
            </a:r>
            <a:r>
              <a:rPr lang="es-ES_tradnl" sz="2000" dirty="0"/>
              <a:t>bits sólo se pueden representar 2</a:t>
            </a:r>
            <a:r>
              <a:rPr lang="es-ES_tradnl" sz="2000" b="1" baseline="30000" dirty="0"/>
              <a:t>n</a:t>
            </a:r>
            <a:r>
              <a:rPr lang="es-ES_tradnl" sz="2000" dirty="0"/>
              <a:t> palabras diferentes</a:t>
            </a:r>
          </a:p>
          <a:p>
            <a:pPr lvl="2"/>
            <a:r>
              <a:rPr lang="es-ES_tradnl" sz="2000" dirty="0"/>
              <a:t>Conjunto N : números naturales, se codifican en código binario natural CBN</a:t>
            </a:r>
          </a:p>
          <a:p>
            <a:pPr lvl="2"/>
            <a:r>
              <a:rPr lang="es-ES_tradnl" sz="2000" dirty="0"/>
              <a:t>Conjunto Z: números enteros con signo, se codifican en complemento a dos (Ca2)</a:t>
            </a:r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17088584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94CA4C-5300-901F-15E4-B707E55CAC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3 Marcador de número de diapositiva">
            <a:extLst>
              <a:ext uri="{FF2B5EF4-FFF2-40B4-BE49-F238E27FC236}">
                <a16:creationId xmlns:a16="http://schemas.microsoft.com/office/drawing/2014/main" id="{8EBF9D46-6198-DF02-7C4A-7DECF7029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4E7847B6-FB90-4985-BDAD-0FC52C69182E}" type="slidenum">
              <a:rPr lang="es-ES_tradnl" noProof="0" smtClean="0"/>
              <a:pPr/>
              <a:t>13</a:t>
            </a:fld>
            <a:endParaRPr lang="es-ES_tradnl" noProof="0" dirty="0"/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326AFB96-4147-0014-507D-296FD5B471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Representación de enteros</a:t>
            </a:r>
            <a:endParaRPr lang="en-US" dirty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7E671559-8CB8-5992-7FB9-C4AF821F59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_tradnl" sz="2200" dirty="0"/>
              <a:t>Rangos de representación con </a:t>
            </a:r>
            <a:r>
              <a:rPr lang="es-ES_tradnl" sz="2200" i="1" dirty="0"/>
              <a:t>n </a:t>
            </a:r>
            <a:r>
              <a:rPr lang="es-ES_tradnl" sz="2200" dirty="0"/>
              <a:t>bits</a:t>
            </a:r>
          </a:p>
          <a:p>
            <a:pPr lvl="1"/>
            <a:r>
              <a:rPr lang="es-ES_tradnl" dirty="0"/>
              <a:t>Para N:  CBN, rango  [0 … +2</a:t>
            </a:r>
            <a:r>
              <a:rPr lang="es-ES_tradnl" b="1" baseline="30000" dirty="0"/>
              <a:t>n</a:t>
            </a:r>
            <a:r>
              <a:rPr lang="es-ES_tradnl" dirty="0"/>
              <a:t>–1] </a:t>
            </a:r>
          </a:p>
          <a:p>
            <a:pPr lvl="1"/>
            <a:r>
              <a:rPr lang="es-ES_tradnl" dirty="0"/>
              <a:t>Para Z: Ca2, rango 2 [–2</a:t>
            </a:r>
            <a:r>
              <a:rPr lang="es-ES_tradnl" b="1" baseline="30000" dirty="0"/>
              <a:t>n–1</a:t>
            </a:r>
            <a:r>
              <a:rPr lang="es-ES_tradnl" b="1" dirty="0"/>
              <a:t> </a:t>
            </a:r>
            <a:r>
              <a:rPr lang="es-ES_tradnl" dirty="0"/>
              <a:t>… +2</a:t>
            </a:r>
            <a:r>
              <a:rPr lang="es-ES_tradnl" b="1" baseline="30000" dirty="0"/>
              <a:t>n–1</a:t>
            </a:r>
            <a:r>
              <a:rPr lang="es-ES_tradnl" dirty="0"/>
              <a:t>–1]</a:t>
            </a:r>
          </a:p>
          <a:p>
            <a:endParaRPr lang="en-US" dirty="0"/>
          </a:p>
        </p:txBody>
      </p: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05CD432E-59FF-F026-13DF-096587C6DA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3792689"/>
              </p:ext>
            </p:extLst>
          </p:nvPr>
        </p:nvGraphicFramePr>
        <p:xfrm>
          <a:off x="1331640" y="3284984"/>
          <a:ext cx="6858001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6240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ES_tradnl" noProof="0" dirty="0"/>
                        <a:t>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_tradnl" noProof="0" dirty="0"/>
                        <a:t>Sin signo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_tradnl" noProof="0" dirty="0"/>
                        <a:t>Con signo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_tradnl" noProof="0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_tradnl" noProof="0" dirty="0"/>
                        <a:t>0 … 255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_tradnl" noProof="0" dirty="0"/>
                        <a:t>–128 … +127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_tradnl" noProof="0" dirty="0"/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_tradnl" noProof="0" dirty="0"/>
                        <a:t>0 … 65.535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_tradnl" noProof="0" dirty="0"/>
                        <a:t>–32.768 … +32.767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_tradnl" noProof="0" dirty="0"/>
                        <a:t>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_tradnl" noProof="0" dirty="0"/>
                        <a:t>0 … 4.294.967.295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_tradnl" noProof="0" dirty="0"/>
                        <a:t>–2.147.483.648 … +2.147.483.647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_tradnl" noProof="0" dirty="0"/>
                        <a:t>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_tradnl" noProof="0" dirty="0"/>
                        <a:t>0 … 1.84·10</a:t>
                      </a:r>
                      <a:r>
                        <a:rPr lang="es-ES_tradnl" b="1" baseline="30000" noProof="0" dirty="0"/>
                        <a:t>19</a:t>
                      </a:r>
                      <a:r>
                        <a:rPr lang="es-ES_tradnl" b="0" baseline="0" noProof="0" dirty="0"/>
                        <a:t> (aprox.)</a:t>
                      </a:r>
                      <a:endParaRPr lang="es-ES_tradnl" b="1" baseline="30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_tradnl" noProof="0" dirty="0"/>
                        <a:t>–9.2·10</a:t>
                      </a:r>
                      <a:r>
                        <a:rPr lang="es-ES_tradnl" b="1" baseline="30000" noProof="0" dirty="0"/>
                        <a:t>18</a:t>
                      </a:r>
                      <a:r>
                        <a:rPr lang="es-ES_tradnl" noProof="0" dirty="0"/>
                        <a:t> … +9.2·10</a:t>
                      </a:r>
                      <a:r>
                        <a:rPr lang="es-ES_tradnl" b="1" baseline="30000" noProof="0" dirty="0"/>
                        <a:t>18</a:t>
                      </a:r>
                      <a:r>
                        <a:rPr lang="es-ES_tradnl" noProof="0" dirty="0"/>
                        <a:t> (aprox.)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715038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AE2693-42DA-56BD-AAC6-5CD15D9492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3 Marcador de número de diapositiva">
            <a:extLst>
              <a:ext uri="{FF2B5EF4-FFF2-40B4-BE49-F238E27FC236}">
                <a16:creationId xmlns:a16="http://schemas.microsoft.com/office/drawing/2014/main" id="{C5B850D3-7103-4234-825F-71E98E47A9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4E7847B6-FB90-4985-BDAD-0FC52C69182E}" type="slidenum">
              <a:rPr lang="es-ES_tradnl" noProof="0" smtClean="0"/>
              <a:pPr/>
              <a:t>14</a:t>
            </a:fld>
            <a:endParaRPr lang="es-ES_tradnl" noProof="0" dirty="0"/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DC66A804-C852-65EA-F04E-384B3F083B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Representación de enteros</a:t>
            </a:r>
            <a:endParaRPr lang="en-US" dirty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4F00B4D-CC24-5446-AB43-A9CC769F64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_tradnl" dirty="0"/>
              <a:t>Por ejemplo, supongamos que n = 3</a:t>
            </a:r>
          </a:p>
          <a:p>
            <a:endParaRPr lang="en-US" dirty="0"/>
          </a:p>
        </p:txBody>
      </p:sp>
      <p:graphicFrame>
        <p:nvGraphicFramePr>
          <p:cNvPr id="2" name="6 Tabla">
            <a:extLst>
              <a:ext uri="{FF2B5EF4-FFF2-40B4-BE49-F238E27FC236}">
                <a16:creationId xmlns:a16="http://schemas.microsoft.com/office/drawing/2014/main" id="{FE7AC2AF-1444-A9D4-2126-EE158A9320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6257375"/>
              </p:ext>
            </p:extLst>
          </p:nvPr>
        </p:nvGraphicFramePr>
        <p:xfrm>
          <a:off x="1259632" y="1660738"/>
          <a:ext cx="2016224" cy="340237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61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8042">
                <a:tc>
                  <a:txBody>
                    <a:bodyPr/>
                    <a:lstStyle/>
                    <a:p>
                      <a:r>
                        <a:rPr lang="es-ES_tradnl" noProof="0" dirty="0"/>
                        <a:t>CBN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_tradnl" noProof="0" dirty="0"/>
                        <a:t>Sin Signo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8042">
                <a:tc>
                  <a:txBody>
                    <a:bodyPr/>
                    <a:lstStyle/>
                    <a:p>
                      <a:r>
                        <a:rPr lang="es-ES_tradnl" noProof="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_tradnl" noProof="0" dirty="0"/>
                        <a:t>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8042">
                <a:tc>
                  <a:txBody>
                    <a:bodyPr/>
                    <a:lstStyle/>
                    <a:p>
                      <a:r>
                        <a:rPr lang="es-ES_tradnl" noProof="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_tradnl" noProof="0" dirty="0"/>
                        <a:t>001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8042">
                <a:tc>
                  <a:txBody>
                    <a:bodyPr/>
                    <a:lstStyle/>
                    <a:p>
                      <a:r>
                        <a:rPr lang="es-ES_tradnl" noProof="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_tradnl" noProof="0" dirty="0"/>
                        <a:t>010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8042">
                <a:tc>
                  <a:txBody>
                    <a:bodyPr/>
                    <a:lstStyle/>
                    <a:p>
                      <a:r>
                        <a:rPr lang="es-ES_tradnl" noProof="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_tradnl" noProof="0" dirty="0"/>
                        <a:t>011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8042">
                <a:tc>
                  <a:txBody>
                    <a:bodyPr/>
                    <a:lstStyle/>
                    <a:p>
                      <a:r>
                        <a:rPr lang="es-ES_tradnl" noProof="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_tradnl" noProof="0" dirty="0"/>
                        <a:t>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8042">
                <a:tc>
                  <a:txBody>
                    <a:bodyPr/>
                    <a:lstStyle/>
                    <a:p>
                      <a:r>
                        <a:rPr lang="es-ES_tradnl" noProof="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_tradnl" noProof="0" dirty="0"/>
                        <a:t>101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8042">
                <a:tc>
                  <a:txBody>
                    <a:bodyPr/>
                    <a:lstStyle/>
                    <a:p>
                      <a:r>
                        <a:rPr lang="es-ES_tradnl" noProof="0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_tradnl" noProof="0" dirty="0"/>
                        <a:t>110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8042">
                <a:tc>
                  <a:txBody>
                    <a:bodyPr/>
                    <a:lstStyle/>
                    <a:p>
                      <a:r>
                        <a:rPr lang="es-ES_tradnl" noProof="0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_tradnl" noProof="0" dirty="0"/>
                        <a:t>111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5" name="7 Tabla">
            <a:extLst>
              <a:ext uri="{FF2B5EF4-FFF2-40B4-BE49-F238E27FC236}">
                <a16:creationId xmlns:a16="http://schemas.microsoft.com/office/drawing/2014/main" id="{FB20CB02-4004-CCE7-AF9D-7E26C7CB2D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8960246"/>
              </p:ext>
            </p:extLst>
          </p:nvPr>
        </p:nvGraphicFramePr>
        <p:xfrm>
          <a:off x="4283968" y="1660738"/>
          <a:ext cx="2304256" cy="340237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813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8042">
                <a:tc>
                  <a:txBody>
                    <a:bodyPr/>
                    <a:lstStyle/>
                    <a:p>
                      <a:r>
                        <a:rPr lang="es-ES_tradnl" noProof="0" dirty="0"/>
                        <a:t>Ca2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_tradnl" noProof="0" dirty="0"/>
                        <a:t>Con Signo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8042">
                <a:tc>
                  <a:txBody>
                    <a:bodyPr/>
                    <a:lstStyle/>
                    <a:p>
                      <a:r>
                        <a:rPr lang="es-ES_tradnl" noProof="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_tradnl" noProof="0" dirty="0"/>
                        <a:t>011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8042">
                <a:tc>
                  <a:txBody>
                    <a:bodyPr/>
                    <a:lstStyle/>
                    <a:p>
                      <a:r>
                        <a:rPr lang="es-ES_tradnl" noProof="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_tradnl" noProof="0" dirty="0"/>
                        <a:t>010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8042">
                <a:tc>
                  <a:txBody>
                    <a:bodyPr/>
                    <a:lstStyle/>
                    <a:p>
                      <a:r>
                        <a:rPr lang="es-ES_tradnl" noProof="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_tradnl" noProof="0" dirty="0"/>
                        <a:t>001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8042">
                <a:tc>
                  <a:txBody>
                    <a:bodyPr/>
                    <a:lstStyle/>
                    <a:p>
                      <a:r>
                        <a:rPr lang="es-ES_tradnl" noProof="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_tradnl" noProof="0" dirty="0"/>
                        <a:t>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8042">
                <a:tc>
                  <a:txBody>
                    <a:bodyPr/>
                    <a:lstStyle/>
                    <a:p>
                      <a:r>
                        <a:rPr lang="es-ES_tradnl" noProof="0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_tradnl" noProof="0" dirty="0"/>
                        <a:t>111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8042">
                <a:tc>
                  <a:txBody>
                    <a:bodyPr/>
                    <a:lstStyle/>
                    <a:p>
                      <a:r>
                        <a:rPr lang="es-ES_tradnl" noProof="0" dirty="0"/>
                        <a:t>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_tradnl" noProof="0" dirty="0"/>
                        <a:t>110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8042">
                <a:tc>
                  <a:txBody>
                    <a:bodyPr/>
                    <a:lstStyle/>
                    <a:p>
                      <a:r>
                        <a:rPr lang="es-ES_tradnl" noProof="0" dirty="0"/>
                        <a:t>-3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_tradnl" noProof="0" dirty="0"/>
                        <a:t>101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8042">
                <a:tc>
                  <a:txBody>
                    <a:bodyPr/>
                    <a:lstStyle/>
                    <a:p>
                      <a:r>
                        <a:rPr lang="es-ES_tradnl" noProof="0" dirty="0"/>
                        <a:t>-4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_tradnl" noProof="0" dirty="0"/>
                        <a:t>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" name="8 Rectángulo">
            <a:extLst>
              <a:ext uri="{FF2B5EF4-FFF2-40B4-BE49-F238E27FC236}">
                <a16:creationId xmlns:a16="http://schemas.microsoft.com/office/drawing/2014/main" id="{ADC6748D-B4CA-D358-5CDF-131D8F9DBDEF}"/>
              </a:ext>
            </a:extLst>
          </p:cNvPr>
          <p:cNvSpPr/>
          <p:nvPr/>
        </p:nvSpPr>
        <p:spPr>
          <a:xfrm>
            <a:off x="1619672" y="5333146"/>
            <a:ext cx="122822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 noProof="0" dirty="0">
                <a:solidFill>
                  <a:schemeClr val="tx1"/>
                </a:solidFill>
              </a:rPr>
              <a:t>[0 … +7] </a:t>
            </a:r>
          </a:p>
        </p:txBody>
      </p:sp>
      <p:sp>
        <p:nvSpPr>
          <p:cNvPr id="7" name="9 Rectángulo">
            <a:extLst>
              <a:ext uri="{FF2B5EF4-FFF2-40B4-BE49-F238E27FC236}">
                <a16:creationId xmlns:a16="http://schemas.microsoft.com/office/drawing/2014/main" id="{C090DD91-3C80-D461-44E8-8F44B69EBED0}"/>
              </a:ext>
            </a:extLst>
          </p:cNvPr>
          <p:cNvSpPr/>
          <p:nvPr/>
        </p:nvSpPr>
        <p:spPr>
          <a:xfrm>
            <a:off x="4644008" y="5261138"/>
            <a:ext cx="130035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 noProof="0" dirty="0">
                <a:solidFill>
                  <a:schemeClr val="tx1"/>
                </a:solidFill>
              </a:rPr>
              <a:t>[–4</a:t>
            </a:r>
            <a:r>
              <a:rPr lang="es-ES_tradnl" b="1" noProof="0" dirty="0">
                <a:solidFill>
                  <a:schemeClr val="tx1"/>
                </a:solidFill>
              </a:rPr>
              <a:t> </a:t>
            </a:r>
            <a:r>
              <a:rPr lang="es-ES_tradnl" noProof="0" dirty="0">
                <a:solidFill>
                  <a:schemeClr val="tx1"/>
                </a:solidFill>
              </a:rPr>
              <a:t>… +3]</a:t>
            </a:r>
          </a:p>
        </p:txBody>
      </p:sp>
      <p:sp>
        <p:nvSpPr>
          <p:cNvPr id="8" name="10 Rectángulo">
            <a:extLst>
              <a:ext uri="{FF2B5EF4-FFF2-40B4-BE49-F238E27FC236}">
                <a16:creationId xmlns:a16="http://schemas.microsoft.com/office/drawing/2014/main" id="{58A401CD-EB38-7E64-A834-061704BAC4FE}"/>
              </a:ext>
            </a:extLst>
          </p:cNvPr>
          <p:cNvSpPr/>
          <p:nvPr/>
        </p:nvSpPr>
        <p:spPr>
          <a:xfrm>
            <a:off x="1403648" y="5909210"/>
            <a:ext cx="161775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 noProof="0" dirty="0">
                <a:solidFill>
                  <a:schemeClr val="tx1"/>
                </a:solidFill>
              </a:rPr>
              <a:t>[0 … +2</a:t>
            </a:r>
            <a:r>
              <a:rPr lang="es-ES_tradnl" b="1" baseline="30000" noProof="0" dirty="0">
                <a:solidFill>
                  <a:schemeClr val="tx1"/>
                </a:solidFill>
              </a:rPr>
              <a:t>n</a:t>
            </a:r>
            <a:r>
              <a:rPr lang="es-ES_tradnl" noProof="0" dirty="0">
                <a:solidFill>
                  <a:schemeClr val="tx1"/>
                </a:solidFill>
              </a:rPr>
              <a:t>–1] </a:t>
            </a:r>
          </a:p>
        </p:txBody>
      </p:sp>
      <p:sp>
        <p:nvSpPr>
          <p:cNvPr id="9" name="11 Rectángulo">
            <a:extLst>
              <a:ext uri="{FF2B5EF4-FFF2-40B4-BE49-F238E27FC236}">
                <a16:creationId xmlns:a16="http://schemas.microsoft.com/office/drawing/2014/main" id="{C0081B7A-0703-5DB9-CC11-77E9508FFAE3}"/>
              </a:ext>
            </a:extLst>
          </p:cNvPr>
          <p:cNvSpPr/>
          <p:nvPr/>
        </p:nvSpPr>
        <p:spPr>
          <a:xfrm>
            <a:off x="4427984" y="5837202"/>
            <a:ext cx="21723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 noProof="0" dirty="0">
                <a:solidFill>
                  <a:schemeClr val="tx1"/>
                </a:solidFill>
              </a:rPr>
              <a:t>[–2</a:t>
            </a:r>
            <a:r>
              <a:rPr lang="es-ES_tradnl" b="1" baseline="30000" noProof="0" dirty="0">
                <a:solidFill>
                  <a:schemeClr val="tx1"/>
                </a:solidFill>
              </a:rPr>
              <a:t>n–1</a:t>
            </a:r>
            <a:r>
              <a:rPr lang="es-ES_tradnl" b="1" noProof="0" dirty="0">
                <a:solidFill>
                  <a:schemeClr val="tx1"/>
                </a:solidFill>
              </a:rPr>
              <a:t> </a:t>
            </a:r>
            <a:r>
              <a:rPr lang="es-ES_tradnl" noProof="0" dirty="0">
                <a:solidFill>
                  <a:schemeClr val="tx1"/>
                </a:solidFill>
              </a:rPr>
              <a:t>… +2</a:t>
            </a:r>
            <a:r>
              <a:rPr lang="es-ES_tradnl" b="1" baseline="30000" noProof="0" dirty="0">
                <a:solidFill>
                  <a:schemeClr val="tx1"/>
                </a:solidFill>
              </a:rPr>
              <a:t>n–1</a:t>
            </a:r>
            <a:r>
              <a:rPr lang="es-ES_tradnl" noProof="0" dirty="0">
                <a:solidFill>
                  <a:schemeClr val="tx1"/>
                </a:solidFill>
              </a:rPr>
              <a:t>–1]</a:t>
            </a:r>
          </a:p>
        </p:txBody>
      </p:sp>
    </p:spTree>
    <p:extLst>
      <p:ext uri="{BB962C8B-B14F-4D97-AF65-F5344CB8AC3E}">
        <p14:creationId xmlns:p14="http://schemas.microsoft.com/office/powerpoint/2010/main" val="14565569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EC3902-E442-0BE9-D45A-6F155C9605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2">
            <a:extLst>
              <a:ext uri="{FF2B5EF4-FFF2-40B4-BE49-F238E27FC236}">
                <a16:creationId xmlns:a16="http://schemas.microsoft.com/office/drawing/2014/main" id="{62BACEB6-421C-627C-9557-C6946C9350D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noProof="0" dirty="0"/>
              <a:t>Contenido</a:t>
            </a:r>
          </a:p>
        </p:txBody>
      </p:sp>
      <p:sp>
        <p:nvSpPr>
          <p:cNvPr id="8196" name="Rectangle 3">
            <a:extLst>
              <a:ext uri="{FF2B5EF4-FFF2-40B4-BE49-F238E27FC236}">
                <a16:creationId xmlns:a16="http://schemas.microsoft.com/office/drawing/2014/main" id="{AED70CB1-E3C7-0EBC-657A-040BD0FFB12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27584" y="838200"/>
            <a:ext cx="7632202" cy="5562600"/>
          </a:xfrm>
        </p:spPr>
        <p:txBody>
          <a:bodyPr numCol="2">
            <a:norm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s-ES_tradnl" sz="1900" noProof="0" dirty="0">
                <a:latin typeface="Arial" panose="020B0604020202020204" pitchFamily="34" charset="0"/>
                <a:cs typeface="Arial" panose="020B0604020202020204" pitchFamily="34" charset="0"/>
              </a:rPr>
              <a:t>1 - Introducción</a:t>
            </a:r>
          </a:p>
          <a:p>
            <a:pPr marL="857250" lvl="1" indent="-457200">
              <a:lnSpc>
                <a:spcPct val="120000"/>
              </a:lnSpc>
            </a:pPr>
            <a:r>
              <a:rPr lang="es-ES_tradnl" sz="1900" noProof="0" dirty="0">
                <a:latin typeface="Arial" panose="020B0604020202020204" pitchFamily="34" charset="0"/>
                <a:cs typeface="Arial" panose="020B0604020202020204" pitchFamily="34" charset="0"/>
              </a:rPr>
              <a:t>Tipos en alto y bajo nivel</a:t>
            </a:r>
          </a:p>
          <a:p>
            <a:pPr marL="857250" lvl="1" indent="-457200">
              <a:lnSpc>
                <a:spcPct val="120000"/>
              </a:lnSpc>
            </a:pPr>
            <a:r>
              <a:rPr lang="es-ES_tradnl" sz="1900" noProof="0" dirty="0">
                <a:latin typeface="Arial" panose="020B0604020202020204" pitchFamily="34" charset="0"/>
                <a:cs typeface="Arial" panose="020B0604020202020204" pitchFamily="34" charset="0"/>
              </a:rPr>
              <a:t>Operaciones y operadores</a:t>
            </a:r>
          </a:p>
          <a:p>
            <a:pPr marL="857250" lvl="1" indent="-457200">
              <a:lnSpc>
                <a:spcPct val="120000"/>
              </a:lnSpc>
            </a:pPr>
            <a:r>
              <a:rPr lang="es-ES_tradnl" sz="1900" noProof="0" dirty="0">
                <a:latin typeface="Arial" panose="020B0604020202020204" pitchFamily="34" charset="0"/>
                <a:cs typeface="Arial" panose="020B0604020202020204" pitchFamily="34" charset="0"/>
              </a:rPr>
              <a:t>Operaciones lógicas</a:t>
            </a:r>
          </a:p>
          <a:p>
            <a:pPr marL="857250" lvl="1" indent="-457200">
              <a:lnSpc>
                <a:spcPct val="120000"/>
              </a:lnSpc>
            </a:pPr>
            <a:r>
              <a:rPr lang="es-ES_tradnl" sz="1900" dirty="0" err="1">
                <a:latin typeface="Arial" panose="020B0604020202020204" pitchFamily="34" charset="0"/>
                <a:cs typeface="Arial" panose="020B0604020202020204" pitchFamily="34" charset="0"/>
              </a:rPr>
              <a:t>Repre</a:t>
            </a:r>
            <a:r>
              <a:rPr lang="es-ES_tradnl" sz="1900" noProof="0" dirty="0" err="1">
                <a:latin typeface="Arial" panose="020B0604020202020204" pitchFamily="34" charset="0"/>
                <a:cs typeface="Arial" panose="020B0604020202020204" pitchFamily="34" charset="0"/>
              </a:rPr>
              <a:t>sentación</a:t>
            </a:r>
            <a:r>
              <a:rPr lang="es-ES_tradnl" sz="1900" noProof="0" dirty="0">
                <a:latin typeface="Arial" panose="020B0604020202020204" pitchFamily="34" charset="0"/>
                <a:cs typeface="Arial" panose="020B0604020202020204" pitchFamily="34" charset="0"/>
              </a:rPr>
              <a:t> de enteros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s-ES_tradnl" sz="1900" noProof="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2 - Suma y resta de enteros</a:t>
            </a:r>
          </a:p>
          <a:p>
            <a:pPr marL="857250" lvl="1" indent="-457200">
              <a:lnSpc>
                <a:spcPct val="120000"/>
              </a:lnSpc>
            </a:pPr>
            <a:r>
              <a:rPr lang="es-ES_tradnl" sz="1900" noProof="0" dirty="0">
                <a:latin typeface="Arial" panose="020B0604020202020204" pitchFamily="34" charset="0"/>
                <a:cs typeface="Arial" panose="020B0604020202020204" pitchFamily="34" charset="0"/>
              </a:rPr>
              <a:t>Fundamentos</a:t>
            </a:r>
          </a:p>
          <a:p>
            <a:pPr marL="857250" lvl="1" indent="-457200">
              <a:lnSpc>
                <a:spcPct val="120000"/>
              </a:lnSpc>
            </a:pPr>
            <a:r>
              <a:rPr lang="es-ES_tradnl" sz="1900" noProof="0" dirty="0">
                <a:latin typeface="Arial" panose="020B0604020202020204" pitchFamily="34" charset="0"/>
                <a:cs typeface="Arial" panose="020B0604020202020204" pitchFamily="34" charset="0"/>
              </a:rPr>
              <a:t>Suma y resta en RISC-V</a:t>
            </a:r>
          </a:p>
          <a:p>
            <a:pPr marL="857250" lvl="1" indent="-457200">
              <a:lnSpc>
                <a:spcPct val="120000"/>
              </a:lnSpc>
            </a:pPr>
            <a:r>
              <a:rPr lang="es-ES_tradnl" sz="1900" noProof="0" dirty="0">
                <a:latin typeface="Arial" panose="020B0604020202020204" pitchFamily="34" charset="0"/>
                <a:cs typeface="Arial" panose="020B0604020202020204" pitchFamily="34" charset="0"/>
              </a:rPr>
              <a:t>Operadores de suma</a:t>
            </a:r>
          </a:p>
          <a:p>
            <a:pPr marL="857250" lvl="1" indent="-457200">
              <a:lnSpc>
                <a:spcPct val="120000"/>
              </a:lnSpc>
            </a:pPr>
            <a:r>
              <a:rPr lang="es-ES_tradnl" sz="1900" noProof="0" dirty="0">
                <a:latin typeface="Arial" panose="020B0604020202020204" pitchFamily="34" charset="0"/>
                <a:cs typeface="Arial" panose="020B0604020202020204" pitchFamily="34" charset="0"/>
              </a:rPr>
              <a:t>Operadores de resta</a:t>
            </a:r>
          </a:p>
          <a:p>
            <a:pPr marL="400050" lvl="1" indent="0">
              <a:lnSpc>
                <a:spcPct val="120000"/>
              </a:lnSpc>
              <a:buNone/>
            </a:pPr>
            <a:endParaRPr lang="es-ES_tradnl" sz="1900" noProof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00050" lvl="1" indent="0">
              <a:lnSpc>
                <a:spcPct val="120000"/>
              </a:lnSpc>
              <a:buNone/>
            </a:pPr>
            <a:endParaRPr lang="es-ES_tradnl" sz="1900" noProof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buNone/>
              <a:defRPr/>
            </a:pPr>
            <a:r>
              <a:rPr lang="es-ES_tradnl" sz="1900" noProof="0" dirty="0">
                <a:latin typeface="Arial" panose="020B0604020202020204" pitchFamily="34" charset="0"/>
                <a:cs typeface="Arial" panose="020B0604020202020204" pitchFamily="34" charset="0"/>
              </a:rPr>
              <a:t>    3 - Multiplicación de enteros</a:t>
            </a:r>
          </a:p>
          <a:p>
            <a:pPr marL="857250" lvl="1" indent="-457200">
              <a:lnSpc>
                <a:spcPct val="120000"/>
              </a:lnSpc>
              <a:defRPr/>
            </a:pPr>
            <a:r>
              <a:rPr lang="es-ES_tradnl" sz="1900" noProof="0" dirty="0">
                <a:latin typeface="Arial" panose="020B0604020202020204" pitchFamily="34" charset="0"/>
                <a:cs typeface="Arial" panose="020B0604020202020204" pitchFamily="34" charset="0"/>
              </a:rPr>
              <a:t>Fundamentos</a:t>
            </a:r>
          </a:p>
          <a:p>
            <a:pPr marL="857250" lvl="1" indent="-457200">
              <a:lnSpc>
                <a:spcPct val="120000"/>
              </a:lnSpc>
              <a:defRPr/>
            </a:pPr>
            <a:r>
              <a:rPr lang="es-ES_tradnl" sz="1900" noProof="0" dirty="0">
                <a:latin typeface="Arial" panose="020B0604020202020204" pitchFamily="34" charset="0"/>
                <a:cs typeface="Arial" panose="020B0604020202020204" pitchFamily="34" charset="0"/>
              </a:rPr>
              <a:t>Multiplicación y división en RISC-V</a:t>
            </a:r>
          </a:p>
          <a:p>
            <a:pPr marL="857250" lvl="1" indent="-457200">
              <a:lnSpc>
                <a:spcPct val="120000"/>
              </a:lnSpc>
              <a:defRPr/>
            </a:pPr>
            <a:r>
              <a:rPr lang="es-ES_tradnl" sz="1900" noProof="0" dirty="0">
                <a:latin typeface="Arial" panose="020B0604020202020204" pitchFamily="34" charset="0"/>
                <a:cs typeface="Arial" panose="020B0604020202020204" pitchFamily="34" charset="0"/>
              </a:rPr>
              <a:t>Operadores de desplazamiento</a:t>
            </a:r>
          </a:p>
          <a:p>
            <a:pPr marL="857250" lvl="1" indent="-457200">
              <a:lnSpc>
                <a:spcPct val="120000"/>
              </a:lnSpc>
              <a:defRPr/>
            </a:pPr>
            <a:r>
              <a:rPr lang="es-ES_tradnl" sz="1900" noProof="0" dirty="0">
                <a:latin typeface="Arial" panose="020B0604020202020204" pitchFamily="34" charset="0"/>
                <a:cs typeface="Arial" panose="020B0604020202020204" pitchFamily="34" charset="0"/>
              </a:rPr>
              <a:t>Operadores de multiplicación sin signo</a:t>
            </a:r>
          </a:p>
          <a:p>
            <a:pPr marL="857250" lvl="1" indent="-457200">
              <a:lnSpc>
                <a:spcPct val="120000"/>
              </a:lnSpc>
              <a:defRPr/>
            </a:pPr>
            <a:r>
              <a:rPr lang="es-ES_tradnl" sz="1900" noProof="0" dirty="0">
                <a:latin typeface="Arial" panose="020B0604020202020204" pitchFamily="34" charset="0"/>
                <a:cs typeface="Arial" panose="020B0604020202020204" pitchFamily="34" charset="0"/>
              </a:rPr>
              <a:t>Operadores de multiplicación con signo</a:t>
            </a:r>
          </a:p>
          <a:p>
            <a:pPr marL="582613" indent="-574675">
              <a:lnSpc>
                <a:spcPct val="120000"/>
              </a:lnSpc>
              <a:buNone/>
              <a:defRPr/>
            </a:pPr>
            <a:r>
              <a:rPr lang="es-ES_tradnl" sz="1900" noProof="0" dirty="0">
                <a:latin typeface="Arial" panose="020B0604020202020204" pitchFamily="34" charset="0"/>
                <a:cs typeface="Arial" panose="020B0604020202020204" pitchFamily="34" charset="0"/>
              </a:rPr>
              <a:t>    4 - Apéndice: Multiplicadores combinacionales y división de enteros</a:t>
            </a:r>
          </a:p>
          <a:p>
            <a:pPr marL="857250" lvl="1" indent="-457200">
              <a:buFont typeface="+mj-lt"/>
              <a:buAutoNum type="arabicPeriod"/>
            </a:pPr>
            <a:endParaRPr lang="es-ES_tradnl" sz="1600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194" name="3 Marcador de número de diapositiva">
            <a:extLst>
              <a:ext uri="{FF2B5EF4-FFF2-40B4-BE49-F238E27FC236}">
                <a16:creationId xmlns:a16="http://schemas.microsoft.com/office/drawing/2014/main" id="{B73091CB-B93A-1899-EC1A-04C6C27536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>
            <a:normAutofit/>
          </a:bodyPr>
          <a:lstStyle/>
          <a:p>
            <a:fld id="{EFAC9BB4-1D55-43DF-93CA-63C12A2BD25D}" type="slidenum">
              <a:rPr lang="es-ES_tradnl" noProof="0" smtClean="0"/>
              <a:pPr/>
              <a:t>15</a:t>
            </a:fld>
            <a:endParaRPr lang="es-ES_tradnl" noProof="0" dirty="0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E49114C6-CB5F-77FA-7526-CF14CD6DE518}"/>
              </a:ext>
            </a:extLst>
          </p:cNvPr>
          <p:cNvSpPr txBox="1">
            <a:spLocks noChangeArrowheads="1"/>
          </p:cNvSpPr>
          <p:nvPr/>
        </p:nvSpPr>
        <p:spPr>
          <a:xfrm>
            <a:off x="4355976" y="1052736"/>
            <a:ext cx="4491608" cy="55626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400050" marR="0" lvl="1" algn="l" defTabSz="914400" rtl="0" eaLnBrk="1" fontAlgn="base" latinLnBrk="0" hangingPunct="1">
              <a:lnSpc>
                <a:spcPts val="3000"/>
              </a:lnSpc>
              <a:spcBef>
                <a:spcPts val="550"/>
              </a:spcBef>
              <a:spcAft>
                <a:spcPct val="0"/>
              </a:spcAft>
              <a:buClr>
                <a:schemeClr val="bg2">
                  <a:lumMod val="50000"/>
                </a:schemeClr>
              </a:buClr>
              <a:buSzPct val="85000"/>
              <a:tabLst/>
              <a:defRPr/>
            </a:pPr>
            <a:endParaRPr kumimoji="0" lang="es-ES_tradnl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Lucida Handwriting" pitchFamily="66" charset="0"/>
            </a:endParaRPr>
          </a:p>
          <a:p>
            <a:pPr marL="400050" marR="0" lvl="1" algn="l" defTabSz="914400" rtl="0" eaLnBrk="1" fontAlgn="base" latinLnBrk="0" hangingPunct="1">
              <a:lnSpc>
                <a:spcPts val="3000"/>
              </a:lnSpc>
              <a:spcBef>
                <a:spcPts val="550"/>
              </a:spcBef>
              <a:spcAft>
                <a:spcPct val="0"/>
              </a:spcAft>
              <a:buClr>
                <a:schemeClr val="bg2">
                  <a:lumMod val="50000"/>
                </a:schemeClr>
              </a:buClr>
              <a:buSzPct val="85000"/>
              <a:tabLst/>
              <a:defRPr/>
            </a:pPr>
            <a:endParaRPr kumimoji="0" lang="es-ES_tradnl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Lucida Handwriting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31922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D13DA6-AADC-C830-145A-94F76D3E32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3 Marcador de número de diapositiva">
            <a:extLst>
              <a:ext uri="{FF2B5EF4-FFF2-40B4-BE49-F238E27FC236}">
                <a16:creationId xmlns:a16="http://schemas.microsoft.com/office/drawing/2014/main" id="{970091D1-66C8-56C8-143D-4085C3AF4E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4E7847B6-FB90-4985-BDAD-0FC52C69182E}" type="slidenum">
              <a:rPr lang="es-ES_tradnl" noProof="0" smtClean="0"/>
              <a:pPr/>
              <a:t>16</a:t>
            </a:fld>
            <a:endParaRPr lang="es-ES_tradnl" noProof="0" dirty="0"/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A4B4F584-1912-889D-BC78-75B769E5ED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Fundamentos</a:t>
            </a:r>
            <a:endParaRPr lang="en-US" dirty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9694782-8C99-F429-1747-4A000D0102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Clr>
                <a:schemeClr val="bg2">
                  <a:lumMod val="75000"/>
                </a:schemeClr>
              </a:buClr>
            </a:pPr>
            <a:r>
              <a:rPr lang="es-ES_tradnl" dirty="0"/>
              <a:t>Anatomía de la suma</a:t>
            </a:r>
          </a:p>
          <a:p>
            <a:pPr lvl="1"/>
            <a:r>
              <a:rPr lang="es-ES_tradnl" dirty="0"/>
              <a:t>El procedimiento general calcula R = A + B + c</a:t>
            </a:r>
            <a:r>
              <a:rPr lang="es-ES_tradnl" b="1" baseline="-25000" dirty="0"/>
              <a:t>0</a:t>
            </a:r>
          </a:p>
          <a:p>
            <a:pPr lvl="1"/>
            <a:endParaRPr lang="es-ES_tradnl" b="1" baseline="-25000" dirty="0"/>
          </a:p>
          <a:p>
            <a:pPr lvl="1"/>
            <a:endParaRPr lang="es-ES_tradnl" b="1" baseline="-25000" dirty="0"/>
          </a:p>
          <a:p>
            <a:pPr lvl="1"/>
            <a:endParaRPr lang="es-ES_tradnl" b="1" baseline="-25000" dirty="0"/>
          </a:p>
          <a:p>
            <a:pPr lvl="1"/>
            <a:endParaRPr lang="es-ES_tradnl" b="1" baseline="-25000" dirty="0"/>
          </a:p>
          <a:p>
            <a:pPr lvl="1"/>
            <a:endParaRPr lang="es-ES_tradnl" b="1" baseline="-25000" dirty="0"/>
          </a:p>
          <a:p>
            <a:pPr lvl="1"/>
            <a:r>
              <a:rPr lang="es-ES_tradnl" dirty="0"/>
              <a:t>El procedimiento de </a:t>
            </a:r>
            <a:r>
              <a:rPr lang="es-ES_tradnl" kern="0" dirty="0"/>
              <a:t>suma es el mismo para CBN y Ca2</a:t>
            </a:r>
          </a:p>
          <a:p>
            <a:endParaRPr lang="en-US" dirty="0"/>
          </a:p>
        </p:txBody>
      </p:sp>
      <p:sp>
        <p:nvSpPr>
          <p:cNvPr id="2" name="Line 5">
            <a:extLst>
              <a:ext uri="{FF2B5EF4-FFF2-40B4-BE49-F238E27FC236}">
                <a16:creationId xmlns:a16="http://schemas.microsoft.com/office/drawing/2014/main" id="{BFA12758-A5AD-E461-F8ED-0A408F7741A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298700" y="5921032"/>
            <a:ext cx="1552575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</p:spPr>
        <p:txBody>
          <a:bodyPr lIns="0" tIns="0" rIns="0" bIns="0" anchor="ctr">
            <a:spAutoFit/>
          </a:bodyPr>
          <a:lstStyle/>
          <a:p>
            <a:endParaRPr lang="es-ES_tradnl" noProof="0" dirty="0">
              <a:solidFill>
                <a:schemeClr val="tx1"/>
              </a:solidFill>
            </a:endParaRPr>
          </a:p>
        </p:txBody>
      </p:sp>
      <p:sp>
        <p:nvSpPr>
          <p:cNvPr id="5" name="Text Box 6">
            <a:extLst>
              <a:ext uri="{FF2B5EF4-FFF2-40B4-BE49-F238E27FC236}">
                <a16:creationId xmlns:a16="http://schemas.microsoft.com/office/drawing/2014/main" id="{820DA9A2-F533-D2C9-73E6-0434FCB196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5375" y="5273332"/>
            <a:ext cx="1384995" cy="1107996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0" tIns="0" rIns="0" bIns="0">
            <a:spAutoFit/>
          </a:bodyPr>
          <a:lstStyle/>
          <a:p>
            <a:r>
              <a:rPr lang="es-ES_tradnl" b="1" noProof="0" dirty="0">
                <a:solidFill>
                  <a:schemeClr val="tx1"/>
                </a:solidFill>
                <a:latin typeface="Courier New" pitchFamily="49" charset="0"/>
              </a:rPr>
              <a:t>  0 1 0 1</a:t>
            </a:r>
          </a:p>
          <a:p>
            <a:r>
              <a:rPr lang="es-ES_tradnl" b="1" noProof="0" dirty="0">
                <a:solidFill>
                  <a:schemeClr val="tx1"/>
                </a:solidFill>
                <a:latin typeface="Courier New" pitchFamily="49" charset="0"/>
              </a:rPr>
              <a:t>+ 1 0 0 1</a:t>
            </a:r>
          </a:p>
          <a:p>
            <a:pPr>
              <a:lnSpc>
                <a:spcPct val="160000"/>
              </a:lnSpc>
            </a:pPr>
            <a:r>
              <a:rPr lang="es-ES_tradnl" b="1" noProof="0" dirty="0">
                <a:solidFill>
                  <a:schemeClr val="tx1"/>
                </a:solidFill>
                <a:latin typeface="Courier New" pitchFamily="49" charset="0"/>
              </a:rPr>
              <a:t>  1 1 1 0</a:t>
            </a:r>
          </a:p>
        </p:txBody>
      </p:sp>
      <p:sp>
        <p:nvSpPr>
          <p:cNvPr id="6" name="Line 7">
            <a:extLst>
              <a:ext uri="{FF2B5EF4-FFF2-40B4-BE49-F238E27FC236}">
                <a16:creationId xmlns:a16="http://schemas.microsoft.com/office/drawing/2014/main" id="{6F0F5DFE-4DEB-46A4-7196-52D22AC309CA}"/>
              </a:ext>
            </a:extLst>
          </p:cNvPr>
          <p:cNvSpPr>
            <a:spLocks noChangeShapeType="1"/>
          </p:cNvSpPr>
          <p:nvPr/>
        </p:nvSpPr>
        <p:spPr bwMode="auto">
          <a:xfrm>
            <a:off x="2586038" y="5057432"/>
            <a:ext cx="0" cy="1295400"/>
          </a:xfrm>
          <a:prstGeom prst="line">
            <a:avLst/>
          </a:prstGeom>
          <a:noFill/>
          <a:ln w="3175">
            <a:solidFill>
              <a:schemeClr val="tx2"/>
            </a:solidFill>
            <a:prstDash val="sysDot"/>
            <a:round/>
            <a:headEnd/>
            <a:tailEnd/>
          </a:ln>
          <a:effectLst/>
        </p:spPr>
        <p:txBody>
          <a:bodyPr lIns="0" tIns="0" rIns="0" bIns="0" anchor="ctr">
            <a:spAutoFit/>
          </a:bodyPr>
          <a:lstStyle/>
          <a:p>
            <a:endParaRPr lang="es-ES_tradnl" noProof="0" dirty="0">
              <a:solidFill>
                <a:schemeClr val="tx1"/>
              </a:solidFill>
            </a:endParaRPr>
          </a:p>
        </p:txBody>
      </p:sp>
      <p:sp>
        <p:nvSpPr>
          <p:cNvPr id="7" name="Line 8">
            <a:extLst>
              <a:ext uri="{FF2B5EF4-FFF2-40B4-BE49-F238E27FC236}">
                <a16:creationId xmlns:a16="http://schemas.microsoft.com/office/drawing/2014/main" id="{63D5D57C-1EBF-9772-C42C-19AA4DD97FB7}"/>
              </a:ext>
            </a:extLst>
          </p:cNvPr>
          <p:cNvSpPr>
            <a:spLocks noChangeShapeType="1"/>
          </p:cNvSpPr>
          <p:nvPr/>
        </p:nvSpPr>
        <p:spPr bwMode="auto">
          <a:xfrm>
            <a:off x="3810000" y="5057432"/>
            <a:ext cx="0" cy="1295400"/>
          </a:xfrm>
          <a:prstGeom prst="line">
            <a:avLst/>
          </a:prstGeom>
          <a:noFill/>
          <a:ln w="3175">
            <a:solidFill>
              <a:schemeClr val="tx2"/>
            </a:solidFill>
            <a:prstDash val="sysDot"/>
            <a:round/>
            <a:headEnd/>
            <a:tailEnd/>
          </a:ln>
          <a:effectLst/>
        </p:spPr>
        <p:txBody>
          <a:bodyPr lIns="0" tIns="0" rIns="0" bIns="0" anchor="ctr">
            <a:spAutoFit/>
          </a:bodyPr>
          <a:lstStyle/>
          <a:p>
            <a:endParaRPr lang="es-ES_tradnl" noProof="0" dirty="0">
              <a:solidFill>
                <a:schemeClr val="tx1"/>
              </a:solidFill>
            </a:endParaRPr>
          </a:p>
        </p:txBody>
      </p:sp>
      <p:sp>
        <p:nvSpPr>
          <p:cNvPr id="8" name="Text Box 17">
            <a:extLst>
              <a:ext uri="{FF2B5EF4-FFF2-40B4-BE49-F238E27FC236}">
                <a16:creationId xmlns:a16="http://schemas.microsoft.com/office/drawing/2014/main" id="{535B6A57-881C-DE87-4FBA-D4F2E4950B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38600" y="4937814"/>
            <a:ext cx="541514" cy="30777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0" tIns="0" rIns="0" bIns="0">
            <a:spAutoFit/>
          </a:bodyPr>
          <a:lstStyle/>
          <a:p>
            <a:r>
              <a:rPr lang="es-ES_tradnl" noProof="0" dirty="0">
                <a:solidFill>
                  <a:schemeClr val="tx1"/>
                </a:solidFill>
              </a:rPr>
              <a:t>CBN</a:t>
            </a:r>
          </a:p>
        </p:txBody>
      </p:sp>
      <p:sp>
        <p:nvSpPr>
          <p:cNvPr id="9" name="Text Box 18">
            <a:extLst>
              <a:ext uri="{FF2B5EF4-FFF2-40B4-BE49-F238E27FC236}">
                <a16:creationId xmlns:a16="http://schemas.microsoft.com/office/drawing/2014/main" id="{FB7B23CC-7200-3F19-CCA1-6DA45E6CB5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33521" y="5273332"/>
            <a:ext cx="362279" cy="104644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0" tIns="0" rIns="0" bIns="0">
            <a:spAutoFit/>
          </a:bodyPr>
          <a:lstStyle/>
          <a:p>
            <a:pPr algn="r"/>
            <a:r>
              <a:rPr lang="es-ES_tradnl" noProof="0" dirty="0">
                <a:solidFill>
                  <a:schemeClr val="tx1"/>
                </a:solidFill>
              </a:rPr>
              <a:t> 5</a:t>
            </a:r>
          </a:p>
          <a:p>
            <a:pPr algn="r">
              <a:lnSpc>
                <a:spcPct val="90000"/>
              </a:lnSpc>
            </a:pPr>
            <a:r>
              <a:rPr lang="es-ES_tradnl" noProof="0" dirty="0">
                <a:solidFill>
                  <a:schemeClr val="tx1"/>
                </a:solidFill>
              </a:rPr>
              <a:t>+ 9</a:t>
            </a:r>
          </a:p>
          <a:p>
            <a:pPr algn="r">
              <a:lnSpc>
                <a:spcPct val="150000"/>
              </a:lnSpc>
            </a:pPr>
            <a:r>
              <a:rPr lang="es-ES_tradnl" noProof="0" dirty="0">
                <a:solidFill>
                  <a:schemeClr val="tx1"/>
                </a:solidFill>
              </a:rPr>
              <a:t>14</a:t>
            </a:r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31EF40C7-171C-2490-8117-156EAFD3AA8D}"/>
              </a:ext>
            </a:extLst>
          </p:cNvPr>
          <p:cNvCxnSpPr/>
          <p:nvPr/>
        </p:nvCxnSpPr>
        <p:spPr bwMode="auto">
          <a:xfrm rot="10800000">
            <a:off x="2590800" y="5068544"/>
            <a:ext cx="228600" cy="1588"/>
          </a:xfrm>
          <a:prstGeom prst="line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med"/>
          </a:ln>
          <a:effectLst/>
        </p:spPr>
      </p:cxnSp>
      <p:sp>
        <p:nvSpPr>
          <p:cNvPr id="11" name="CuadroTexto 10">
            <a:extLst>
              <a:ext uri="{FF2B5EF4-FFF2-40B4-BE49-F238E27FC236}">
                <a16:creationId xmlns:a16="http://schemas.microsoft.com/office/drawing/2014/main" id="{6754DC36-A310-B464-1A1E-A9F020E6BA6E}"/>
              </a:ext>
            </a:extLst>
          </p:cNvPr>
          <p:cNvSpPr txBox="1"/>
          <p:nvPr/>
        </p:nvSpPr>
        <p:spPr>
          <a:xfrm>
            <a:off x="2819400" y="4883362"/>
            <a:ext cx="76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_tradnl" sz="1800" noProof="0" dirty="0">
                <a:solidFill>
                  <a:schemeClr val="tx1"/>
                </a:solidFill>
              </a:rPr>
              <a:t>4 bits</a:t>
            </a:r>
          </a:p>
        </p:txBody>
      </p:sp>
      <p:cxnSp>
        <p:nvCxnSpPr>
          <p:cNvPr id="12" name="Conector recto 11">
            <a:extLst>
              <a:ext uri="{FF2B5EF4-FFF2-40B4-BE49-F238E27FC236}">
                <a16:creationId xmlns:a16="http://schemas.microsoft.com/office/drawing/2014/main" id="{0F037719-1A0C-8B18-9CB8-235D6EB09915}"/>
              </a:ext>
            </a:extLst>
          </p:cNvPr>
          <p:cNvCxnSpPr/>
          <p:nvPr/>
        </p:nvCxnSpPr>
        <p:spPr bwMode="auto">
          <a:xfrm rot="10800000" flipH="1">
            <a:off x="3581400" y="5066955"/>
            <a:ext cx="228600" cy="1588"/>
          </a:xfrm>
          <a:prstGeom prst="line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med"/>
          </a:ln>
          <a:effectLst/>
        </p:spPr>
      </p:cxnSp>
      <p:sp>
        <p:nvSpPr>
          <p:cNvPr id="13" name="Text Box 17">
            <a:extLst>
              <a:ext uri="{FF2B5EF4-FFF2-40B4-BE49-F238E27FC236}">
                <a16:creationId xmlns:a16="http://schemas.microsoft.com/office/drawing/2014/main" id="{F1342514-6550-B338-0C5E-A6357ABC39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05400" y="4937814"/>
            <a:ext cx="470506" cy="30777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0" tIns="0" rIns="0" bIns="0">
            <a:spAutoFit/>
          </a:bodyPr>
          <a:lstStyle/>
          <a:p>
            <a:r>
              <a:rPr lang="es-ES_tradnl" noProof="0" dirty="0">
                <a:solidFill>
                  <a:schemeClr val="tx1"/>
                </a:solidFill>
              </a:rPr>
              <a:t>Ca2</a:t>
            </a:r>
          </a:p>
        </p:txBody>
      </p:sp>
      <p:sp>
        <p:nvSpPr>
          <p:cNvPr id="14" name="Text Box 18">
            <a:extLst>
              <a:ext uri="{FF2B5EF4-FFF2-40B4-BE49-F238E27FC236}">
                <a16:creationId xmlns:a16="http://schemas.microsoft.com/office/drawing/2014/main" id="{6C7DF34A-B1BB-DB7D-0EB2-97D81609C0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34686" y="5288622"/>
            <a:ext cx="504945" cy="104644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0" tIns="0" rIns="0" bIns="0">
            <a:spAutoFit/>
          </a:bodyPr>
          <a:lstStyle/>
          <a:p>
            <a:pPr algn="r"/>
            <a:r>
              <a:rPr lang="es-ES_tradnl" noProof="0" dirty="0">
                <a:solidFill>
                  <a:schemeClr val="tx1"/>
                </a:solidFill>
              </a:rPr>
              <a:t>+5</a:t>
            </a:r>
          </a:p>
          <a:p>
            <a:pPr algn="r">
              <a:lnSpc>
                <a:spcPct val="90000"/>
              </a:lnSpc>
            </a:pPr>
            <a:r>
              <a:rPr lang="es-ES_tradnl" noProof="0" dirty="0">
                <a:solidFill>
                  <a:schemeClr val="tx1"/>
                </a:solidFill>
              </a:rPr>
              <a:t>+ –7</a:t>
            </a:r>
          </a:p>
          <a:p>
            <a:pPr algn="r">
              <a:lnSpc>
                <a:spcPct val="150000"/>
              </a:lnSpc>
            </a:pPr>
            <a:r>
              <a:rPr lang="es-ES_tradnl" noProof="0" dirty="0">
                <a:solidFill>
                  <a:schemeClr val="tx1"/>
                </a:solidFill>
              </a:rPr>
              <a:t>–2</a:t>
            </a:r>
          </a:p>
        </p:txBody>
      </p:sp>
      <p:grpSp>
        <p:nvGrpSpPr>
          <p:cNvPr id="15" name="Agrupar 37">
            <a:extLst>
              <a:ext uri="{FF2B5EF4-FFF2-40B4-BE49-F238E27FC236}">
                <a16:creationId xmlns:a16="http://schemas.microsoft.com/office/drawing/2014/main" id="{475CDFA7-67B4-3A5D-B0B3-4114F32F7EC3}"/>
              </a:ext>
            </a:extLst>
          </p:cNvPr>
          <p:cNvGrpSpPr/>
          <p:nvPr/>
        </p:nvGrpSpPr>
        <p:grpSpPr>
          <a:xfrm>
            <a:off x="1676400" y="2042214"/>
            <a:ext cx="3581400" cy="2037159"/>
            <a:chOff x="1676400" y="2133600"/>
            <a:chExt cx="3581400" cy="2037159"/>
          </a:xfrm>
        </p:grpSpPr>
        <p:sp>
          <p:nvSpPr>
            <p:cNvPr id="16" name="Rectángulo redondeado 15">
              <a:extLst>
                <a:ext uri="{FF2B5EF4-FFF2-40B4-BE49-F238E27FC236}">
                  <a16:creationId xmlns:a16="http://schemas.microsoft.com/office/drawing/2014/main" id="{97C7A1C2-EC04-B75B-DD17-F865CD4451B4}"/>
                </a:ext>
              </a:extLst>
            </p:cNvPr>
            <p:cNvSpPr/>
            <p:nvPr/>
          </p:nvSpPr>
          <p:spPr bwMode="blackWhite">
            <a:xfrm>
              <a:off x="2362200" y="3296840"/>
              <a:ext cx="2819400" cy="340519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srgbClr val="000000">
                  <a:alpha val="43000"/>
                </a:srgbClr>
              </a:outerShdw>
            </a:effectLst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_tradnl" sz="2000" b="0" i="0" u="none" strike="noStrike" cap="none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17" name="Rectángulo redondeado 16">
              <a:extLst>
                <a:ext uri="{FF2B5EF4-FFF2-40B4-BE49-F238E27FC236}">
                  <a16:creationId xmlns:a16="http://schemas.microsoft.com/office/drawing/2014/main" id="{F84E7FC0-C139-648F-2FF3-CC07E26789B4}"/>
                </a:ext>
              </a:extLst>
            </p:cNvPr>
            <p:cNvSpPr/>
            <p:nvPr/>
          </p:nvSpPr>
          <p:spPr bwMode="blackWhite">
            <a:xfrm>
              <a:off x="2362200" y="3830240"/>
              <a:ext cx="2819400" cy="340519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srgbClr val="000000">
                  <a:alpha val="43000"/>
                </a:srgbClr>
              </a:outerShdw>
            </a:effectLst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_tradnl" sz="2000" b="0" i="0" u="none" strike="noStrike" cap="none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18" name="Rectángulo redondeado 17">
              <a:extLst>
                <a:ext uri="{FF2B5EF4-FFF2-40B4-BE49-F238E27FC236}">
                  <a16:creationId xmlns:a16="http://schemas.microsoft.com/office/drawing/2014/main" id="{9DC43BDB-F4B7-48B6-631F-2433749BFC93}"/>
                </a:ext>
              </a:extLst>
            </p:cNvPr>
            <p:cNvSpPr/>
            <p:nvPr/>
          </p:nvSpPr>
          <p:spPr bwMode="blackWhite">
            <a:xfrm>
              <a:off x="2362200" y="2839640"/>
              <a:ext cx="2819400" cy="340519"/>
            </a:xfrm>
            <a:prstGeom prst="roundRect">
              <a:avLst/>
            </a:prstGeom>
            <a:solidFill>
              <a:schemeClr val="bg2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srgbClr val="000000">
                  <a:alpha val="43000"/>
                </a:srgbClr>
              </a:outerShdw>
            </a:effectLst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_tradnl" sz="2000" b="0" i="0" u="none" strike="noStrike" cap="none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19" name="Line 5">
              <a:extLst>
                <a:ext uri="{FF2B5EF4-FFF2-40B4-BE49-F238E27FC236}">
                  <a16:creationId xmlns:a16="http://schemas.microsoft.com/office/drawing/2014/main" id="{017FCA42-D463-7DCE-8F5B-368675CF153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209800" y="3733800"/>
              <a:ext cx="3048000" cy="0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/>
            </a:ln>
            <a:effectLst/>
          </p:spPr>
          <p:txBody>
            <a:bodyPr wrap="square" lIns="0" tIns="0" rIns="0" bIns="0" anchor="ctr">
              <a:spAutoFit/>
            </a:bodyPr>
            <a:lstStyle/>
            <a:p>
              <a:endParaRPr lang="es-ES_tradnl" noProof="0" dirty="0">
                <a:solidFill>
                  <a:schemeClr val="tx1"/>
                </a:solidFill>
              </a:endParaRPr>
            </a:p>
          </p:txBody>
        </p:sp>
        <p:sp>
          <p:nvSpPr>
            <p:cNvPr id="20" name="Text Box 6">
              <a:extLst>
                <a:ext uri="{FF2B5EF4-FFF2-40B4-BE49-F238E27FC236}">
                  <a16:creationId xmlns:a16="http://schemas.microsoft.com/office/drawing/2014/main" id="{50E4CEDD-E8AF-007E-A01E-F1EF92A4592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09800" y="2819400"/>
              <a:ext cx="2971800" cy="307777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square" lIns="0" tIns="0" rIns="0" bIns="0">
              <a:spAutoFit/>
            </a:bodyPr>
            <a:lstStyle/>
            <a:p>
              <a:pPr>
                <a:tabLst>
                  <a:tab pos="538163" algn="ctr"/>
                  <a:tab pos="1076325" algn="ctr"/>
                  <a:tab pos="1614488" algn="ctr"/>
                  <a:tab pos="2154238" algn="ctr"/>
                  <a:tab pos="2692400" algn="ctr"/>
                </a:tabLst>
              </a:pPr>
              <a:r>
                <a:rPr lang="es-ES_tradnl" b="1" noProof="0" dirty="0">
                  <a:solidFill>
                    <a:schemeClr val="tx1"/>
                  </a:solidFill>
                  <a:latin typeface="+mn-lt"/>
                </a:rPr>
                <a:t>  	</a:t>
              </a:r>
              <a:r>
                <a:rPr lang="es-ES_tradnl" noProof="0" dirty="0" err="1">
                  <a:solidFill>
                    <a:schemeClr val="tx1"/>
                  </a:solidFill>
                  <a:latin typeface="+mn-lt"/>
                </a:rPr>
                <a:t>a</a:t>
              </a:r>
              <a:r>
                <a:rPr lang="es-ES_tradnl" b="1" baseline="-25000" noProof="0" dirty="0" err="1">
                  <a:solidFill>
                    <a:schemeClr val="tx1"/>
                  </a:solidFill>
                  <a:latin typeface="+mn-lt"/>
                </a:rPr>
                <a:t>n</a:t>
              </a:r>
              <a:r>
                <a:rPr lang="es-ES_tradnl" b="1" baseline="-25000" noProof="0" dirty="0">
                  <a:solidFill>
                    <a:schemeClr val="tx1"/>
                  </a:solidFill>
                  <a:latin typeface="+mn-lt"/>
                </a:rPr>
                <a:t>–1</a:t>
              </a:r>
              <a:r>
                <a:rPr lang="es-ES_tradnl" b="1" noProof="0" dirty="0">
                  <a:solidFill>
                    <a:schemeClr val="tx1"/>
                  </a:solidFill>
                  <a:latin typeface="+mn-lt"/>
                </a:rPr>
                <a:t>	</a:t>
              </a:r>
              <a:r>
                <a:rPr lang="es-ES_tradnl" noProof="0" dirty="0" err="1">
                  <a:solidFill>
                    <a:schemeClr val="tx1"/>
                  </a:solidFill>
                  <a:latin typeface="+mn-lt"/>
                </a:rPr>
                <a:t>a</a:t>
              </a:r>
              <a:r>
                <a:rPr lang="es-ES_tradnl" b="1" baseline="-25000" noProof="0" dirty="0" err="1">
                  <a:solidFill>
                    <a:schemeClr val="tx1"/>
                  </a:solidFill>
                  <a:latin typeface="+mn-lt"/>
                </a:rPr>
                <a:t>n</a:t>
              </a:r>
              <a:r>
                <a:rPr lang="es-ES_tradnl" b="1" baseline="-25000" noProof="0" dirty="0">
                  <a:solidFill>
                    <a:schemeClr val="tx1"/>
                  </a:solidFill>
                  <a:latin typeface="+mn-lt"/>
                </a:rPr>
                <a:t>–2</a:t>
              </a:r>
              <a:r>
                <a:rPr lang="es-ES_tradnl" b="1" noProof="0" dirty="0">
                  <a:solidFill>
                    <a:schemeClr val="tx1"/>
                  </a:solidFill>
                  <a:latin typeface="+mn-lt"/>
                </a:rPr>
                <a:t>	</a:t>
              </a:r>
              <a:r>
                <a:rPr lang="es-ES_tradnl" noProof="0" dirty="0">
                  <a:solidFill>
                    <a:schemeClr val="tx1"/>
                  </a:solidFill>
                  <a:latin typeface="+mn-lt"/>
                </a:rPr>
                <a:t>…</a:t>
              </a:r>
              <a:r>
                <a:rPr lang="es-ES_tradnl" b="1" noProof="0" dirty="0">
                  <a:solidFill>
                    <a:schemeClr val="tx1"/>
                  </a:solidFill>
                  <a:latin typeface="+mn-lt"/>
                </a:rPr>
                <a:t>	</a:t>
              </a:r>
              <a:r>
                <a:rPr lang="es-ES_tradnl" noProof="0" dirty="0">
                  <a:solidFill>
                    <a:schemeClr val="tx1"/>
                  </a:solidFill>
                  <a:latin typeface="+mn-lt"/>
                </a:rPr>
                <a:t>a</a:t>
              </a:r>
              <a:r>
                <a:rPr lang="es-ES_tradnl" b="1" baseline="-25000" noProof="0" dirty="0">
                  <a:solidFill>
                    <a:schemeClr val="tx1"/>
                  </a:solidFill>
                  <a:latin typeface="+mn-lt"/>
                </a:rPr>
                <a:t>1</a:t>
              </a:r>
              <a:r>
                <a:rPr lang="es-ES_tradnl" b="1" noProof="0" dirty="0">
                  <a:solidFill>
                    <a:schemeClr val="tx1"/>
                  </a:solidFill>
                  <a:latin typeface="+mn-lt"/>
                </a:rPr>
                <a:t>	</a:t>
              </a:r>
              <a:r>
                <a:rPr lang="es-ES_tradnl" noProof="0" dirty="0">
                  <a:solidFill>
                    <a:schemeClr val="tx1"/>
                  </a:solidFill>
                  <a:latin typeface="+mn-lt"/>
                </a:rPr>
                <a:t>a</a:t>
              </a:r>
              <a:r>
                <a:rPr lang="es-ES_tradnl" b="1" baseline="-25000" noProof="0" dirty="0">
                  <a:solidFill>
                    <a:schemeClr val="tx1"/>
                  </a:solidFill>
                  <a:latin typeface="+mn-lt"/>
                </a:rPr>
                <a:t>0</a:t>
              </a:r>
            </a:p>
          </p:txBody>
        </p:sp>
        <p:sp>
          <p:nvSpPr>
            <p:cNvPr id="21" name="Line 7">
              <a:extLst>
                <a:ext uri="{FF2B5EF4-FFF2-40B4-BE49-F238E27FC236}">
                  <a16:creationId xmlns:a16="http://schemas.microsoft.com/office/drawing/2014/main" id="{0A03D197-5912-6C98-7443-256AD36BF83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38400" y="2362200"/>
              <a:ext cx="0" cy="1676400"/>
            </a:xfrm>
            <a:prstGeom prst="line">
              <a:avLst/>
            </a:prstGeom>
            <a:noFill/>
            <a:ln w="3175">
              <a:solidFill>
                <a:schemeClr val="tx2"/>
              </a:solidFill>
              <a:prstDash val="sysDot"/>
              <a:round/>
              <a:headEnd/>
              <a:tailEnd/>
            </a:ln>
            <a:effectLst/>
          </p:spPr>
          <p:txBody>
            <a:bodyPr wrap="square" lIns="0" tIns="0" rIns="0" bIns="0" anchor="ctr">
              <a:spAutoFit/>
            </a:bodyPr>
            <a:lstStyle/>
            <a:p>
              <a:endParaRPr lang="es-ES_tradnl" noProof="0" dirty="0">
                <a:solidFill>
                  <a:schemeClr val="tx1"/>
                </a:solidFill>
              </a:endParaRPr>
            </a:p>
          </p:txBody>
        </p:sp>
        <p:sp>
          <p:nvSpPr>
            <p:cNvPr id="22" name="Line 8">
              <a:extLst>
                <a:ext uri="{FF2B5EF4-FFF2-40B4-BE49-F238E27FC236}">
                  <a16:creationId xmlns:a16="http://schemas.microsoft.com/office/drawing/2014/main" id="{55305EA2-52E2-B649-09EC-D2EA5CB3C0D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05400" y="2438400"/>
              <a:ext cx="0" cy="1600200"/>
            </a:xfrm>
            <a:prstGeom prst="line">
              <a:avLst/>
            </a:prstGeom>
            <a:noFill/>
            <a:ln w="3175">
              <a:solidFill>
                <a:schemeClr val="tx2"/>
              </a:solidFill>
              <a:prstDash val="sysDot"/>
              <a:round/>
              <a:headEnd/>
              <a:tailEnd/>
            </a:ln>
            <a:effectLst/>
          </p:spPr>
          <p:txBody>
            <a:bodyPr wrap="square" lIns="0" tIns="0" rIns="0" bIns="0" anchor="ctr">
              <a:spAutoFit/>
            </a:bodyPr>
            <a:lstStyle/>
            <a:p>
              <a:endParaRPr lang="es-ES_tradnl" noProof="0" dirty="0">
                <a:solidFill>
                  <a:schemeClr val="tx1"/>
                </a:solidFill>
              </a:endParaRPr>
            </a:p>
          </p:txBody>
        </p:sp>
        <p:grpSp>
          <p:nvGrpSpPr>
            <p:cNvPr id="23" name="Agrupar 81">
              <a:extLst>
                <a:ext uri="{FF2B5EF4-FFF2-40B4-BE49-F238E27FC236}">
                  <a16:creationId xmlns:a16="http://schemas.microsoft.com/office/drawing/2014/main" id="{2F896A31-00F3-5342-49DC-6794311737B4}"/>
                </a:ext>
              </a:extLst>
            </p:cNvPr>
            <p:cNvGrpSpPr/>
            <p:nvPr/>
          </p:nvGrpSpPr>
          <p:grpSpPr>
            <a:xfrm>
              <a:off x="2514600" y="2133600"/>
              <a:ext cx="2590800" cy="338554"/>
              <a:chOff x="4648200" y="2133600"/>
              <a:chExt cx="2590800" cy="338554"/>
            </a:xfrm>
          </p:grpSpPr>
          <p:cxnSp>
            <p:nvCxnSpPr>
              <p:cNvPr id="27" name="Conector recto 26">
                <a:extLst>
                  <a:ext uri="{FF2B5EF4-FFF2-40B4-BE49-F238E27FC236}">
                    <a16:creationId xmlns:a16="http://schemas.microsoft.com/office/drawing/2014/main" id="{7A50B502-FAB3-4704-0ECD-29CB6C70EE9B}"/>
                  </a:ext>
                </a:extLst>
              </p:cNvPr>
              <p:cNvCxnSpPr/>
              <p:nvPr/>
            </p:nvCxnSpPr>
            <p:spPr bwMode="auto">
              <a:xfrm rot="10800000">
                <a:off x="4648200" y="2362200"/>
                <a:ext cx="914400" cy="1588"/>
              </a:xfrm>
              <a:prstGeom prst="line">
                <a:avLst/>
              </a:prstGeom>
              <a:noFill/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lg" len="med"/>
              </a:ln>
              <a:effectLst/>
            </p:spPr>
          </p:cxnSp>
          <p:sp>
            <p:nvSpPr>
              <p:cNvPr id="28" name="CuadroTexto 27">
                <a:extLst>
                  <a:ext uri="{FF2B5EF4-FFF2-40B4-BE49-F238E27FC236}">
                    <a16:creationId xmlns:a16="http://schemas.microsoft.com/office/drawing/2014/main" id="{3AD5907D-7B8D-CA27-C9F2-E7E719ABA2B8}"/>
                  </a:ext>
                </a:extLst>
              </p:cNvPr>
              <p:cNvSpPr txBox="1"/>
              <p:nvPr/>
            </p:nvSpPr>
            <p:spPr>
              <a:xfrm>
                <a:off x="5562600" y="2133600"/>
                <a:ext cx="7620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ES_tradnl" sz="1600" i="1" noProof="0" dirty="0">
                    <a:solidFill>
                      <a:schemeClr val="tx1"/>
                    </a:solidFill>
                  </a:rPr>
                  <a:t>n</a:t>
                </a:r>
                <a:r>
                  <a:rPr lang="es-ES_tradnl" sz="1600" noProof="0" dirty="0">
                    <a:solidFill>
                      <a:schemeClr val="tx1"/>
                    </a:solidFill>
                  </a:rPr>
                  <a:t> bits</a:t>
                </a:r>
              </a:p>
            </p:txBody>
          </p:sp>
          <p:cxnSp>
            <p:nvCxnSpPr>
              <p:cNvPr id="29" name="Conector recto 28">
                <a:extLst>
                  <a:ext uri="{FF2B5EF4-FFF2-40B4-BE49-F238E27FC236}">
                    <a16:creationId xmlns:a16="http://schemas.microsoft.com/office/drawing/2014/main" id="{7222ED97-FFE3-D080-528C-6D6EE4C6AD11}"/>
                  </a:ext>
                </a:extLst>
              </p:cNvPr>
              <p:cNvCxnSpPr/>
              <p:nvPr/>
            </p:nvCxnSpPr>
            <p:spPr bwMode="auto">
              <a:xfrm>
                <a:off x="6324600" y="2362200"/>
                <a:ext cx="914400" cy="2"/>
              </a:xfrm>
              <a:prstGeom prst="line">
                <a:avLst/>
              </a:prstGeom>
              <a:noFill/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lg" len="med"/>
              </a:ln>
              <a:effectLst/>
            </p:spPr>
          </p:cxnSp>
        </p:grpSp>
        <p:sp>
          <p:nvSpPr>
            <p:cNvPr id="24" name="Text Box 6">
              <a:extLst>
                <a:ext uri="{FF2B5EF4-FFF2-40B4-BE49-F238E27FC236}">
                  <a16:creationId xmlns:a16="http://schemas.microsoft.com/office/drawing/2014/main" id="{F0904749-D4F9-3A6E-2113-3BEFB10AB9A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09800" y="3273623"/>
              <a:ext cx="2971800" cy="307777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square" lIns="0" tIns="0" rIns="0" bIns="0">
              <a:spAutoFit/>
            </a:bodyPr>
            <a:lstStyle/>
            <a:p>
              <a:pPr>
                <a:tabLst>
                  <a:tab pos="538163" algn="ctr"/>
                  <a:tab pos="1076325" algn="ctr"/>
                  <a:tab pos="1614488" algn="ctr"/>
                  <a:tab pos="2154238" algn="ctr"/>
                  <a:tab pos="2692400" algn="ctr"/>
                </a:tabLst>
              </a:pPr>
              <a:r>
                <a:rPr lang="es-ES_tradnl" b="1" noProof="0" dirty="0">
                  <a:solidFill>
                    <a:schemeClr val="tx1"/>
                  </a:solidFill>
                  <a:latin typeface="+mn-lt"/>
                </a:rPr>
                <a:t>  	</a:t>
              </a:r>
              <a:r>
                <a:rPr lang="es-ES_tradnl" noProof="0" dirty="0" err="1">
                  <a:solidFill>
                    <a:schemeClr val="tx1"/>
                  </a:solidFill>
                  <a:latin typeface="+mn-lt"/>
                </a:rPr>
                <a:t>b</a:t>
              </a:r>
              <a:r>
                <a:rPr lang="es-ES_tradnl" b="1" baseline="-25000" noProof="0" dirty="0" err="1">
                  <a:solidFill>
                    <a:schemeClr val="tx1"/>
                  </a:solidFill>
                  <a:latin typeface="+mn-lt"/>
                </a:rPr>
                <a:t>n</a:t>
              </a:r>
              <a:r>
                <a:rPr lang="es-ES_tradnl" b="1" baseline="-25000" noProof="0" dirty="0">
                  <a:solidFill>
                    <a:schemeClr val="tx1"/>
                  </a:solidFill>
                  <a:latin typeface="+mn-lt"/>
                </a:rPr>
                <a:t>–1</a:t>
              </a:r>
              <a:r>
                <a:rPr lang="es-ES_tradnl" b="1" noProof="0" dirty="0">
                  <a:solidFill>
                    <a:schemeClr val="tx1"/>
                  </a:solidFill>
                  <a:latin typeface="+mn-lt"/>
                </a:rPr>
                <a:t>	</a:t>
              </a:r>
              <a:r>
                <a:rPr lang="es-ES_tradnl" noProof="0" dirty="0" err="1">
                  <a:solidFill>
                    <a:schemeClr val="tx1"/>
                  </a:solidFill>
                  <a:latin typeface="+mn-lt"/>
                </a:rPr>
                <a:t>b</a:t>
              </a:r>
              <a:r>
                <a:rPr lang="es-ES_tradnl" b="1" baseline="-25000" noProof="0" dirty="0" err="1">
                  <a:solidFill>
                    <a:schemeClr val="tx1"/>
                  </a:solidFill>
                  <a:latin typeface="+mn-lt"/>
                </a:rPr>
                <a:t>n</a:t>
              </a:r>
              <a:r>
                <a:rPr lang="es-ES_tradnl" b="1" baseline="-25000" noProof="0" dirty="0">
                  <a:solidFill>
                    <a:schemeClr val="tx1"/>
                  </a:solidFill>
                  <a:latin typeface="+mn-lt"/>
                </a:rPr>
                <a:t>–2</a:t>
              </a:r>
              <a:r>
                <a:rPr lang="es-ES_tradnl" b="1" noProof="0" dirty="0">
                  <a:solidFill>
                    <a:schemeClr val="tx1"/>
                  </a:solidFill>
                  <a:latin typeface="+mn-lt"/>
                </a:rPr>
                <a:t>	</a:t>
              </a:r>
              <a:r>
                <a:rPr lang="es-ES_tradnl" noProof="0" dirty="0">
                  <a:solidFill>
                    <a:schemeClr val="tx1"/>
                  </a:solidFill>
                  <a:latin typeface="+mn-lt"/>
                </a:rPr>
                <a:t>…</a:t>
              </a:r>
              <a:r>
                <a:rPr lang="es-ES_tradnl" b="1" noProof="0" dirty="0">
                  <a:solidFill>
                    <a:schemeClr val="tx1"/>
                  </a:solidFill>
                  <a:latin typeface="+mn-lt"/>
                </a:rPr>
                <a:t>	</a:t>
              </a:r>
              <a:r>
                <a:rPr lang="es-ES_tradnl" noProof="0" dirty="0">
                  <a:solidFill>
                    <a:schemeClr val="tx1"/>
                  </a:solidFill>
                  <a:latin typeface="+mn-lt"/>
                </a:rPr>
                <a:t>b</a:t>
              </a:r>
              <a:r>
                <a:rPr lang="es-ES_tradnl" b="1" baseline="-25000" noProof="0" dirty="0">
                  <a:solidFill>
                    <a:schemeClr val="tx1"/>
                  </a:solidFill>
                  <a:latin typeface="+mn-lt"/>
                </a:rPr>
                <a:t>1</a:t>
              </a:r>
              <a:r>
                <a:rPr lang="es-ES_tradnl" b="1" noProof="0" dirty="0">
                  <a:solidFill>
                    <a:schemeClr val="tx1"/>
                  </a:solidFill>
                  <a:latin typeface="+mn-lt"/>
                </a:rPr>
                <a:t>	</a:t>
              </a:r>
              <a:r>
                <a:rPr lang="es-ES_tradnl" noProof="0" dirty="0">
                  <a:solidFill>
                    <a:schemeClr val="tx1"/>
                  </a:solidFill>
                  <a:latin typeface="+mn-lt"/>
                </a:rPr>
                <a:t>b</a:t>
              </a:r>
              <a:r>
                <a:rPr lang="es-ES_tradnl" b="1" baseline="-25000" noProof="0" dirty="0">
                  <a:solidFill>
                    <a:schemeClr val="tx1"/>
                  </a:solidFill>
                  <a:latin typeface="+mn-lt"/>
                </a:rPr>
                <a:t>0</a:t>
              </a:r>
            </a:p>
          </p:txBody>
        </p:sp>
        <p:sp>
          <p:nvSpPr>
            <p:cNvPr id="25" name="Text Box 6">
              <a:extLst>
                <a:ext uri="{FF2B5EF4-FFF2-40B4-BE49-F238E27FC236}">
                  <a16:creationId xmlns:a16="http://schemas.microsoft.com/office/drawing/2014/main" id="{358BB62F-54D0-662C-20D6-3535A3508D7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09800" y="3727846"/>
              <a:ext cx="2971800" cy="307777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square" lIns="0" tIns="0" rIns="0" bIns="0">
              <a:spAutoFit/>
            </a:bodyPr>
            <a:lstStyle/>
            <a:p>
              <a:pPr>
                <a:tabLst>
                  <a:tab pos="538163" algn="ctr"/>
                  <a:tab pos="1076325" algn="ctr"/>
                  <a:tab pos="1614488" algn="ctr"/>
                  <a:tab pos="2154238" algn="ctr"/>
                  <a:tab pos="2692400" algn="ctr"/>
                </a:tabLst>
              </a:pPr>
              <a:r>
                <a:rPr lang="es-ES_tradnl" b="1" noProof="0" dirty="0">
                  <a:solidFill>
                    <a:schemeClr val="tx1"/>
                  </a:solidFill>
                  <a:latin typeface="+mn-lt"/>
                </a:rPr>
                <a:t>  	</a:t>
              </a:r>
              <a:r>
                <a:rPr lang="es-ES_tradnl" noProof="0" dirty="0" err="1">
                  <a:solidFill>
                    <a:schemeClr val="tx1"/>
                  </a:solidFill>
                  <a:latin typeface="+mn-lt"/>
                </a:rPr>
                <a:t>r</a:t>
              </a:r>
              <a:r>
                <a:rPr lang="es-ES_tradnl" b="1" baseline="-25000" noProof="0" dirty="0" err="1">
                  <a:solidFill>
                    <a:schemeClr val="tx1"/>
                  </a:solidFill>
                  <a:latin typeface="+mn-lt"/>
                </a:rPr>
                <a:t>n</a:t>
              </a:r>
              <a:r>
                <a:rPr lang="es-ES_tradnl" b="1" baseline="-25000" noProof="0" dirty="0">
                  <a:solidFill>
                    <a:schemeClr val="tx1"/>
                  </a:solidFill>
                  <a:latin typeface="+mn-lt"/>
                </a:rPr>
                <a:t>–1</a:t>
              </a:r>
              <a:r>
                <a:rPr lang="es-ES_tradnl" b="1" noProof="0" dirty="0">
                  <a:solidFill>
                    <a:schemeClr val="tx1"/>
                  </a:solidFill>
                  <a:latin typeface="+mn-lt"/>
                </a:rPr>
                <a:t>	</a:t>
              </a:r>
              <a:r>
                <a:rPr lang="es-ES_tradnl" noProof="0" dirty="0" err="1">
                  <a:solidFill>
                    <a:schemeClr val="tx1"/>
                  </a:solidFill>
                  <a:latin typeface="+mn-lt"/>
                </a:rPr>
                <a:t>r</a:t>
              </a:r>
              <a:r>
                <a:rPr lang="es-ES_tradnl" b="1" baseline="-25000" noProof="0" dirty="0" err="1">
                  <a:solidFill>
                    <a:schemeClr val="tx1"/>
                  </a:solidFill>
                  <a:latin typeface="+mn-lt"/>
                </a:rPr>
                <a:t>n</a:t>
              </a:r>
              <a:r>
                <a:rPr lang="es-ES_tradnl" b="1" baseline="-25000" noProof="0" dirty="0">
                  <a:solidFill>
                    <a:schemeClr val="tx1"/>
                  </a:solidFill>
                  <a:latin typeface="+mn-lt"/>
                </a:rPr>
                <a:t>–2</a:t>
              </a:r>
              <a:r>
                <a:rPr lang="es-ES_tradnl" b="1" noProof="0" dirty="0">
                  <a:solidFill>
                    <a:schemeClr val="tx1"/>
                  </a:solidFill>
                  <a:latin typeface="+mn-lt"/>
                </a:rPr>
                <a:t>	</a:t>
              </a:r>
              <a:r>
                <a:rPr lang="es-ES_tradnl" noProof="0" dirty="0">
                  <a:solidFill>
                    <a:schemeClr val="tx1"/>
                  </a:solidFill>
                  <a:latin typeface="+mn-lt"/>
                </a:rPr>
                <a:t>…</a:t>
              </a:r>
              <a:r>
                <a:rPr lang="es-ES_tradnl" b="1" noProof="0" dirty="0">
                  <a:solidFill>
                    <a:schemeClr val="tx1"/>
                  </a:solidFill>
                  <a:latin typeface="+mn-lt"/>
                </a:rPr>
                <a:t>	</a:t>
              </a:r>
              <a:r>
                <a:rPr lang="es-ES_tradnl" noProof="0" dirty="0">
                  <a:solidFill>
                    <a:schemeClr val="tx1"/>
                  </a:solidFill>
                  <a:latin typeface="+mn-lt"/>
                </a:rPr>
                <a:t>r</a:t>
              </a:r>
              <a:r>
                <a:rPr lang="es-ES_tradnl" b="1" baseline="-25000" noProof="0" dirty="0">
                  <a:solidFill>
                    <a:schemeClr val="tx1"/>
                  </a:solidFill>
                  <a:latin typeface="+mn-lt"/>
                </a:rPr>
                <a:t>1</a:t>
              </a:r>
              <a:r>
                <a:rPr lang="es-ES_tradnl" b="1" noProof="0" dirty="0">
                  <a:solidFill>
                    <a:schemeClr val="tx1"/>
                  </a:solidFill>
                  <a:latin typeface="+mn-lt"/>
                </a:rPr>
                <a:t>	</a:t>
              </a:r>
              <a:r>
                <a:rPr lang="es-ES_tradnl" noProof="0" dirty="0">
                  <a:solidFill>
                    <a:schemeClr val="tx1"/>
                  </a:solidFill>
                  <a:latin typeface="+mn-lt"/>
                </a:rPr>
                <a:t>r</a:t>
              </a:r>
              <a:r>
                <a:rPr lang="es-ES_tradnl" b="1" baseline="-25000" noProof="0" dirty="0">
                  <a:solidFill>
                    <a:schemeClr val="tx1"/>
                  </a:solidFill>
                  <a:latin typeface="+mn-lt"/>
                </a:rPr>
                <a:t>0</a:t>
              </a:r>
            </a:p>
          </p:txBody>
        </p:sp>
        <p:sp>
          <p:nvSpPr>
            <p:cNvPr id="26" name="Text Box 6">
              <a:extLst>
                <a:ext uri="{FF2B5EF4-FFF2-40B4-BE49-F238E27FC236}">
                  <a16:creationId xmlns:a16="http://schemas.microsoft.com/office/drawing/2014/main" id="{E311C8B8-A468-A3D4-8475-4F4CC113F24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76400" y="2362200"/>
              <a:ext cx="3505200" cy="27699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square" lIns="0" tIns="0" rIns="0" bIns="0">
              <a:spAutoFit/>
            </a:bodyPr>
            <a:lstStyle/>
            <a:p>
              <a:pPr>
                <a:tabLst>
                  <a:tab pos="538163" algn="ctr"/>
                  <a:tab pos="1076325" algn="ctr"/>
                  <a:tab pos="1614488" algn="ctr"/>
                  <a:tab pos="2154238" algn="ctr"/>
                  <a:tab pos="2692400" algn="ctr"/>
                  <a:tab pos="3230563" algn="ctr"/>
                </a:tabLst>
              </a:pPr>
              <a:r>
                <a:rPr lang="es-ES_tradnl" sz="1800" b="1" noProof="0" dirty="0">
                  <a:solidFill>
                    <a:schemeClr val="tx1"/>
                  </a:solidFill>
                  <a:latin typeface="+mn-lt"/>
                </a:rPr>
                <a:t>  	</a:t>
              </a:r>
              <a:r>
                <a:rPr lang="es-ES_tradnl" sz="1800" noProof="0" dirty="0" err="1">
                  <a:solidFill>
                    <a:schemeClr val="tx1"/>
                  </a:solidFill>
                  <a:latin typeface="+mn-lt"/>
                </a:rPr>
                <a:t>c</a:t>
              </a:r>
              <a:r>
                <a:rPr lang="es-ES_tradnl" sz="1800" b="1" baseline="-25000" noProof="0" dirty="0" err="1">
                  <a:solidFill>
                    <a:schemeClr val="tx1"/>
                  </a:solidFill>
                  <a:latin typeface="+mn-lt"/>
                </a:rPr>
                <a:t>n</a:t>
              </a:r>
              <a:r>
                <a:rPr lang="es-ES_tradnl" sz="1800" b="1" noProof="0" dirty="0">
                  <a:solidFill>
                    <a:schemeClr val="tx1"/>
                  </a:solidFill>
                  <a:latin typeface="+mn-lt"/>
                </a:rPr>
                <a:t>	</a:t>
              </a:r>
              <a:r>
                <a:rPr lang="es-ES_tradnl" sz="1800" noProof="0" dirty="0" err="1">
                  <a:solidFill>
                    <a:schemeClr val="tx1"/>
                  </a:solidFill>
                  <a:latin typeface="+mn-lt"/>
                </a:rPr>
                <a:t>c</a:t>
              </a:r>
              <a:r>
                <a:rPr lang="es-ES_tradnl" sz="1800" b="1" baseline="-25000" noProof="0" dirty="0" err="1">
                  <a:solidFill>
                    <a:schemeClr val="tx1"/>
                  </a:solidFill>
                  <a:latin typeface="+mn-lt"/>
                </a:rPr>
                <a:t>n</a:t>
              </a:r>
              <a:r>
                <a:rPr lang="es-ES_tradnl" sz="1800" b="1" baseline="-25000" noProof="0" dirty="0">
                  <a:solidFill>
                    <a:schemeClr val="tx1"/>
                  </a:solidFill>
                  <a:latin typeface="+mn-lt"/>
                </a:rPr>
                <a:t>–1</a:t>
              </a:r>
              <a:r>
                <a:rPr lang="es-ES_tradnl" sz="1800" b="1" noProof="0" dirty="0">
                  <a:solidFill>
                    <a:schemeClr val="tx1"/>
                  </a:solidFill>
                  <a:latin typeface="+mn-lt"/>
                </a:rPr>
                <a:t>	</a:t>
              </a:r>
              <a:r>
                <a:rPr lang="es-ES_tradnl" sz="1800" noProof="0" dirty="0" err="1">
                  <a:solidFill>
                    <a:schemeClr val="tx1"/>
                  </a:solidFill>
                  <a:latin typeface="+mn-lt"/>
                </a:rPr>
                <a:t>c</a:t>
              </a:r>
              <a:r>
                <a:rPr lang="es-ES_tradnl" sz="1800" b="1" baseline="-25000" noProof="0" dirty="0" err="1">
                  <a:solidFill>
                    <a:schemeClr val="tx1"/>
                  </a:solidFill>
                  <a:latin typeface="+mn-lt"/>
                </a:rPr>
                <a:t>n</a:t>
              </a:r>
              <a:r>
                <a:rPr lang="es-ES_tradnl" sz="1800" b="1" baseline="-25000" noProof="0" dirty="0">
                  <a:solidFill>
                    <a:schemeClr val="tx1"/>
                  </a:solidFill>
                  <a:latin typeface="+mn-lt"/>
                </a:rPr>
                <a:t>–2</a:t>
              </a:r>
              <a:r>
                <a:rPr lang="es-ES_tradnl" sz="1800" b="1" noProof="0" dirty="0">
                  <a:solidFill>
                    <a:schemeClr val="tx1"/>
                  </a:solidFill>
                  <a:latin typeface="+mn-lt"/>
                </a:rPr>
                <a:t>	</a:t>
              </a:r>
              <a:r>
                <a:rPr lang="es-ES_tradnl" sz="1800" noProof="0" dirty="0">
                  <a:solidFill>
                    <a:schemeClr val="tx1"/>
                  </a:solidFill>
                  <a:latin typeface="+mn-lt"/>
                </a:rPr>
                <a:t>…</a:t>
              </a:r>
              <a:r>
                <a:rPr lang="es-ES_tradnl" sz="1800" b="1" noProof="0" dirty="0">
                  <a:solidFill>
                    <a:schemeClr val="tx1"/>
                  </a:solidFill>
                  <a:latin typeface="+mn-lt"/>
                </a:rPr>
                <a:t>	</a:t>
              </a:r>
              <a:r>
                <a:rPr lang="es-ES_tradnl" sz="1800" noProof="0" dirty="0">
                  <a:solidFill>
                    <a:schemeClr val="tx1"/>
                  </a:solidFill>
                  <a:latin typeface="+mn-lt"/>
                </a:rPr>
                <a:t>c</a:t>
              </a:r>
              <a:r>
                <a:rPr lang="es-ES_tradnl" sz="1800" b="1" baseline="-25000" noProof="0" dirty="0">
                  <a:solidFill>
                    <a:schemeClr val="tx1"/>
                  </a:solidFill>
                  <a:latin typeface="+mn-lt"/>
                </a:rPr>
                <a:t>1</a:t>
              </a:r>
              <a:r>
                <a:rPr lang="es-ES_tradnl" sz="1800" b="1" noProof="0" dirty="0">
                  <a:solidFill>
                    <a:schemeClr val="tx1"/>
                  </a:solidFill>
                  <a:latin typeface="+mn-lt"/>
                </a:rPr>
                <a:t>	</a:t>
              </a:r>
              <a:r>
                <a:rPr lang="es-ES_tradnl" sz="1800" noProof="0" dirty="0">
                  <a:solidFill>
                    <a:schemeClr val="tx1"/>
                  </a:solidFill>
                  <a:latin typeface="+mn-lt"/>
                </a:rPr>
                <a:t>c</a:t>
              </a:r>
              <a:r>
                <a:rPr lang="es-ES_tradnl" sz="1800" b="1" baseline="-25000" noProof="0" dirty="0">
                  <a:solidFill>
                    <a:schemeClr val="tx1"/>
                  </a:solidFill>
                  <a:latin typeface="+mn-lt"/>
                </a:rPr>
                <a:t>0</a:t>
              </a:r>
            </a:p>
          </p:txBody>
        </p:sp>
      </p:grpSp>
      <p:sp>
        <p:nvSpPr>
          <p:cNvPr id="30" name="CuadroTexto 29">
            <a:extLst>
              <a:ext uri="{FF2B5EF4-FFF2-40B4-BE49-F238E27FC236}">
                <a16:creationId xmlns:a16="http://schemas.microsoft.com/office/drawing/2014/main" id="{0A615930-2906-2C57-7DF2-CC01E2D1C494}"/>
              </a:ext>
            </a:extLst>
          </p:cNvPr>
          <p:cNvSpPr txBox="1"/>
          <p:nvPr/>
        </p:nvSpPr>
        <p:spPr>
          <a:xfrm>
            <a:off x="539552" y="2880414"/>
            <a:ext cx="145366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noProof="0" dirty="0">
                <a:solidFill>
                  <a:schemeClr val="tx1"/>
                </a:solidFill>
              </a:rPr>
              <a:t>Operandos</a:t>
            </a:r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B43E9D7F-2003-7488-0391-4CCBA4D98EEA}"/>
              </a:ext>
            </a:extLst>
          </p:cNvPr>
          <p:cNvSpPr txBox="1"/>
          <p:nvPr/>
        </p:nvSpPr>
        <p:spPr>
          <a:xfrm>
            <a:off x="539552" y="3676962"/>
            <a:ext cx="13404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noProof="0" dirty="0">
                <a:solidFill>
                  <a:schemeClr val="tx1"/>
                </a:solidFill>
              </a:rPr>
              <a:t>Resultado</a:t>
            </a:r>
          </a:p>
        </p:txBody>
      </p:sp>
      <p:sp>
        <p:nvSpPr>
          <p:cNvPr id="32" name="Abrir llave 86">
            <a:extLst>
              <a:ext uri="{FF2B5EF4-FFF2-40B4-BE49-F238E27FC236}">
                <a16:creationId xmlns:a16="http://schemas.microsoft.com/office/drawing/2014/main" id="{CE68B3B7-00B9-6F0C-E3A5-04311CE64E22}"/>
              </a:ext>
            </a:extLst>
          </p:cNvPr>
          <p:cNvSpPr/>
          <p:nvPr/>
        </p:nvSpPr>
        <p:spPr bwMode="auto">
          <a:xfrm>
            <a:off x="1981672" y="2972390"/>
            <a:ext cx="228600" cy="349448"/>
          </a:xfrm>
          <a:prstGeom prst="leftBrace">
            <a:avLst>
              <a:gd name="adj1" fmla="val 31666"/>
              <a:gd name="adj2" fmla="val 50000"/>
            </a:avLst>
          </a:prstGeom>
          <a:noFill/>
          <a:ln w="19050" cap="flat" cmpd="sng" algn="ctr">
            <a:solidFill>
              <a:schemeClr val="accent5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_tradnl" sz="2000" b="0" i="0" u="none" strike="noStrike" cap="none" normalizeH="0" baseline="0" noProof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74CB36A6-6B21-415D-ACED-3207F610B6E1}"/>
              </a:ext>
            </a:extLst>
          </p:cNvPr>
          <p:cNvSpPr txBox="1"/>
          <p:nvPr/>
        </p:nvSpPr>
        <p:spPr>
          <a:xfrm>
            <a:off x="5791200" y="2210088"/>
            <a:ext cx="3296415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noProof="0" dirty="0">
                <a:solidFill>
                  <a:schemeClr val="tx1"/>
                </a:solidFill>
              </a:rPr>
              <a:t>Acarreos:</a:t>
            </a:r>
          </a:p>
          <a:p>
            <a:pPr marL="185738" indent="-185738">
              <a:buFont typeface="Arial"/>
              <a:buChar char="•"/>
            </a:pPr>
            <a:r>
              <a:rPr lang="es-ES_tradnl" noProof="0" dirty="0">
                <a:solidFill>
                  <a:schemeClr val="tx1"/>
                </a:solidFill>
              </a:rPr>
              <a:t>c</a:t>
            </a:r>
            <a:r>
              <a:rPr lang="es-ES_tradnl" b="1" baseline="-25000" noProof="0" dirty="0">
                <a:solidFill>
                  <a:schemeClr val="tx1"/>
                </a:solidFill>
              </a:rPr>
              <a:t>0</a:t>
            </a:r>
            <a:r>
              <a:rPr lang="es-ES_tradnl" noProof="0" dirty="0">
                <a:solidFill>
                  <a:schemeClr val="tx1"/>
                </a:solidFill>
              </a:rPr>
              <a:t> (de entrada), </a:t>
            </a:r>
            <a:br>
              <a:rPr lang="es-ES_tradnl" noProof="0" dirty="0">
                <a:solidFill>
                  <a:schemeClr val="tx1"/>
                </a:solidFill>
              </a:rPr>
            </a:br>
            <a:r>
              <a:rPr lang="es-ES_tradnl" noProof="0" dirty="0">
                <a:solidFill>
                  <a:schemeClr val="tx1"/>
                </a:solidFill>
              </a:rPr>
              <a:t>habitualmente c</a:t>
            </a:r>
            <a:r>
              <a:rPr lang="es-ES_tradnl" b="1" baseline="-25000" noProof="0" dirty="0">
                <a:solidFill>
                  <a:schemeClr val="tx1"/>
                </a:solidFill>
              </a:rPr>
              <a:t>0</a:t>
            </a:r>
            <a:r>
              <a:rPr lang="es-ES_tradnl" noProof="0" dirty="0">
                <a:solidFill>
                  <a:schemeClr val="tx1"/>
                </a:solidFill>
              </a:rPr>
              <a:t> = 0</a:t>
            </a:r>
          </a:p>
          <a:p>
            <a:pPr marL="185738" indent="-185738">
              <a:buFont typeface="Arial"/>
              <a:buChar char="•"/>
            </a:pPr>
            <a:r>
              <a:rPr lang="es-ES_tradnl" noProof="0" dirty="0" err="1">
                <a:solidFill>
                  <a:schemeClr val="tx1"/>
                </a:solidFill>
              </a:rPr>
              <a:t>c</a:t>
            </a:r>
            <a:r>
              <a:rPr lang="es-ES_tradnl" b="1" baseline="-25000" noProof="0" dirty="0" err="1">
                <a:solidFill>
                  <a:schemeClr val="tx1"/>
                </a:solidFill>
              </a:rPr>
              <a:t>n</a:t>
            </a:r>
            <a:r>
              <a:rPr lang="es-ES_tradnl" b="1" baseline="-25000" noProof="0" dirty="0">
                <a:solidFill>
                  <a:schemeClr val="tx1"/>
                </a:solidFill>
              </a:rPr>
              <a:t>–1</a:t>
            </a:r>
            <a:r>
              <a:rPr lang="es-ES_tradnl" noProof="0" dirty="0">
                <a:solidFill>
                  <a:schemeClr val="tx1"/>
                </a:solidFill>
              </a:rPr>
              <a:t>…c</a:t>
            </a:r>
            <a:r>
              <a:rPr lang="es-ES_tradnl" b="1" baseline="-25000" noProof="0" dirty="0">
                <a:solidFill>
                  <a:schemeClr val="tx1"/>
                </a:solidFill>
              </a:rPr>
              <a:t>1</a:t>
            </a:r>
            <a:r>
              <a:rPr lang="es-ES_tradnl" noProof="0" dirty="0">
                <a:solidFill>
                  <a:schemeClr val="tx1"/>
                </a:solidFill>
              </a:rPr>
              <a:t>, forman parte </a:t>
            </a:r>
            <a:br>
              <a:rPr lang="es-ES_tradnl" noProof="0" dirty="0">
                <a:solidFill>
                  <a:schemeClr val="tx1"/>
                </a:solidFill>
              </a:rPr>
            </a:br>
            <a:r>
              <a:rPr lang="es-ES_tradnl" noProof="0" dirty="0">
                <a:solidFill>
                  <a:schemeClr val="tx1"/>
                </a:solidFill>
              </a:rPr>
              <a:t>del cálculo</a:t>
            </a:r>
          </a:p>
          <a:p>
            <a:pPr marL="185738" indent="-185738">
              <a:buFont typeface="Arial"/>
              <a:buChar char="•"/>
            </a:pPr>
            <a:r>
              <a:rPr lang="es-ES_tradnl" noProof="0" dirty="0" err="1">
                <a:solidFill>
                  <a:schemeClr val="tx1"/>
                </a:solidFill>
              </a:rPr>
              <a:t>c</a:t>
            </a:r>
            <a:r>
              <a:rPr lang="es-ES_tradnl" b="1" baseline="-25000" noProof="0" dirty="0" err="1">
                <a:solidFill>
                  <a:schemeClr val="tx1"/>
                </a:solidFill>
              </a:rPr>
              <a:t>n</a:t>
            </a:r>
            <a:r>
              <a:rPr lang="es-ES_tradnl" noProof="0" dirty="0">
                <a:solidFill>
                  <a:schemeClr val="tx1"/>
                </a:solidFill>
              </a:rPr>
              <a:t> (de salida), útil a veces</a:t>
            </a:r>
          </a:p>
        </p:txBody>
      </p:sp>
      <p:cxnSp>
        <p:nvCxnSpPr>
          <p:cNvPr id="34" name="38 Conector recto">
            <a:extLst>
              <a:ext uri="{FF2B5EF4-FFF2-40B4-BE49-F238E27FC236}">
                <a16:creationId xmlns:a16="http://schemas.microsoft.com/office/drawing/2014/main" id="{C852280F-D158-40E4-AE61-6F800A28EA48}"/>
              </a:ext>
            </a:extLst>
          </p:cNvPr>
          <p:cNvCxnSpPr/>
          <p:nvPr/>
        </p:nvCxnSpPr>
        <p:spPr bwMode="auto">
          <a:xfrm>
            <a:off x="4071934" y="5928430"/>
            <a:ext cx="648072" cy="0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5" name="39 Conector recto">
            <a:extLst>
              <a:ext uri="{FF2B5EF4-FFF2-40B4-BE49-F238E27FC236}">
                <a16:creationId xmlns:a16="http://schemas.microsoft.com/office/drawing/2014/main" id="{D1550261-4D55-280C-91CC-3AE2ECA0F9FF}"/>
              </a:ext>
            </a:extLst>
          </p:cNvPr>
          <p:cNvCxnSpPr/>
          <p:nvPr/>
        </p:nvCxnSpPr>
        <p:spPr bwMode="auto">
          <a:xfrm>
            <a:off x="5000628" y="5928430"/>
            <a:ext cx="648072" cy="0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6323554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14B9A0-07EE-8321-224A-565009C82C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3 Marcador de número de diapositiva">
            <a:extLst>
              <a:ext uri="{FF2B5EF4-FFF2-40B4-BE49-F238E27FC236}">
                <a16:creationId xmlns:a16="http://schemas.microsoft.com/office/drawing/2014/main" id="{A224F551-367A-E823-9765-ED3095CBCF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4E7847B6-FB90-4985-BDAD-0FC52C69182E}" type="slidenum">
              <a:rPr lang="es-ES_tradnl" noProof="0" smtClean="0"/>
              <a:pPr/>
              <a:t>17</a:t>
            </a:fld>
            <a:endParaRPr lang="es-ES_tradnl" noProof="0" dirty="0"/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D76BA722-E56E-5721-CB10-F4365D1973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Fundamentos</a:t>
            </a:r>
            <a:endParaRPr lang="en-US" dirty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AF9AADE-D589-D69C-8F2E-8E93DAEF6A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Clr>
                <a:schemeClr val="bg2">
                  <a:lumMod val="75000"/>
                </a:schemeClr>
              </a:buClr>
            </a:pPr>
            <a:r>
              <a:rPr lang="es-ES_tradnl" dirty="0"/>
              <a:t>Desbordamiento en la suma. Detección:</a:t>
            </a:r>
          </a:p>
          <a:p>
            <a:pPr lvl="1"/>
            <a:r>
              <a:rPr lang="es-ES_tradnl" dirty="0"/>
              <a:t>En aritmética en CBN, un acarreo final </a:t>
            </a:r>
            <a:r>
              <a:rPr lang="es-ES_tradnl" i="1" dirty="0" err="1"/>
              <a:t>c</a:t>
            </a:r>
            <a:r>
              <a:rPr lang="es-ES_tradnl" b="1" i="1" baseline="-25000" dirty="0" err="1"/>
              <a:t>n</a:t>
            </a:r>
            <a:r>
              <a:rPr lang="es-ES_tradnl" i="1" dirty="0"/>
              <a:t>=1</a:t>
            </a:r>
          </a:p>
          <a:p>
            <a:pPr lvl="1"/>
            <a:r>
              <a:rPr lang="es-ES_tradnl" dirty="0"/>
              <a:t>En aritmética en Ca2, solo puede darse si los signos de los sumandos son iguales. Hay dos maneras de detectarlo:</a:t>
            </a:r>
          </a:p>
          <a:p>
            <a:pPr lvl="2"/>
            <a:r>
              <a:rPr lang="es-ES_tradnl" dirty="0"/>
              <a:t>El signo del resultado generado está invertido: </a:t>
            </a:r>
            <a:r>
              <a:rPr lang="es-ES_tradnl" i="1" dirty="0" err="1"/>
              <a:t>a</a:t>
            </a:r>
            <a:r>
              <a:rPr lang="es-ES_tradnl" sz="2000" b="1" i="1" baseline="-25000" dirty="0" err="1"/>
              <a:t>n</a:t>
            </a:r>
            <a:r>
              <a:rPr lang="es-ES_tradnl" sz="2000" b="1" i="1" baseline="-25000" dirty="0"/>
              <a:t>–1</a:t>
            </a:r>
            <a:r>
              <a:rPr lang="es-ES_tradnl" dirty="0"/>
              <a:t> = </a:t>
            </a:r>
            <a:r>
              <a:rPr lang="es-ES_tradnl" i="1" dirty="0" err="1"/>
              <a:t>b</a:t>
            </a:r>
            <a:r>
              <a:rPr lang="es-ES_tradnl" b="1" i="1" baseline="-25000" dirty="0" err="1"/>
              <a:t>n</a:t>
            </a:r>
            <a:r>
              <a:rPr lang="es-ES_tradnl" b="1" i="1" baseline="-25000" dirty="0"/>
              <a:t>–1</a:t>
            </a:r>
            <a:r>
              <a:rPr lang="es-ES_tradnl" dirty="0"/>
              <a:t> </a:t>
            </a:r>
            <a:r>
              <a:rPr lang="es-ES_tradnl" sz="2600" b="1" dirty="0">
                <a:sym typeface="Symbol" pitchFamily="18" charset="2"/>
              </a:rPr>
              <a:t></a:t>
            </a:r>
            <a:r>
              <a:rPr lang="es-ES_tradnl" dirty="0"/>
              <a:t> </a:t>
            </a:r>
            <a:r>
              <a:rPr lang="es-ES_tradnl" i="1" dirty="0" err="1"/>
              <a:t>r</a:t>
            </a:r>
            <a:r>
              <a:rPr lang="es-ES_tradnl" b="1" i="1" baseline="-25000" dirty="0" err="1"/>
              <a:t>n</a:t>
            </a:r>
            <a:r>
              <a:rPr lang="es-ES_tradnl" b="1" i="1" baseline="-25000" dirty="0"/>
              <a:t>–1</a:t>
            </a:r>
            <a:r>
              <a:rPr lang="es-ES_tradnl" dirty="0"/>
              <a:t> o</a:t>
            </a:r>
            <a:br>
              <a:rPr lang="es-ES_tradnl" dirty="0"/>
            </a:br>
            <a:r>
              <a:rPr lang="es-ES_tradnl" dirty="0"/>
              <a:t>(</a:t>
            </a:r>
            <a:r>
              <a:rPr lang="es-ES_tradnl" i="1" dirty="0" err="1"/>
              <a:t>a</a:t>
            </a:r>
            <a:r>
              <a:rPr lang="es-ES_tradnl" b="1" i="1" baseline="-25000" dirty="0" err="1"/>
              <a:t>n</a:t>
            </a:r>
            <a:r>
              <a:rPr lang="es-ES_tradnl" b="1" i="1" baseline="-25000" dirty="0"/>
              <a:t>–1</a:t>
            </a:r>
            <a:r>
              <a:rPr lang="es-ES_tradnl" dirty="0"/>
              <a:t> </a:t>
            </a:r>
            <a:r>
              <a:rPr lang="es-ES_tradnl" b="1" dirty="0">
                <a:sym typeface="Symbol" pitchFamily="18" charset="2"/>
              </a:rPr>
              <a:t></a:t>
            </a:r>
            <a:r>
              <a:rPr lang="es-ES_tradnl" dirty="0"/>
              <a:t> </a:t>
            </a:r>
            <a:r>
              <a:rPr lang="es-ES_tradnl" i="1" dirty="0" err="1"/>
              <a:t>b</a:t>
            </a:r>
            <a:r>
              <a:rPr lang="es-ES_tradnl" b="1" i="1" baseline="-25000" dirty="0" err="1"/>
              <a:t>n</a:t>
            </a:r>
            <a:r>
              <a:rPr lang="es-ES_tradnl" b="1" i="1" baseline="-25000" dirty="0"/>
              <a:t>–1</a:t>
            </a:r>
            <a:r>
              <a:rPr lang="es-ES_tradnl" dirty="0"/>
              <a:t>) *(</a:t>
            </a:r>
            <a:r>
              <a:rPr lang="es-ES_tradnl" i="1" dirty="0" err="1"/>
              <a:t>b</a:t>
            </a:r>
            <a:r>
              <a:rPr lang="es-ES_tradnl" b="1" i="1" baseline="-25000" dirty="0" err="1"/>
              <a:t>n</a:t>
            </a:r>
            <a:r>
              <a:rPr lang="es-ES_tradnl" b="1" i="1" baseline="-25000" dirty="0"/>
              <a:t>–1</a:t>
            </a:r>
            <a:r>
              <a:rPr lang="es-ES_tradnl" b="1" i="1" dirty="0"/>
              <a:t> </a:t>
            </a:r>
            <a:r>
              <a:rPr lang="es-ES_tradnl" b="1" dirty="0">
                <a:sym typeface="Symbol" pitchFamily="18" charset="2"/>
              </a:rPr>
              <a:t></a:t>
            </a:r>
            <a:r>
              <a:rPr lang="es-ES_tradnl" dirty="0"/>
              <a:t> </a:t>
            </a:r>
            <a:r>
              <a:rPr lang="es-ES_tradnl" i="1" dirty="0" err="1"/>
              <a:t>r</a:t>
            </a:r>
            <a:r>
              <a:rPr lang="es-ES_tradnl" b="1" i="1" baseline="-25000" dirty="0" err="1"/>
              <a:t>n</a:t>
            </a:r>
            <a:r>
              <a:rPr lang="es-ES_tradnl" b="1" i="1" baseline="-25000" dirty="0"/>
              <a:t>–1</a:t>
            </a:r>
            <a:r>
              <a:rPr lang="es-ES_tradnl" dirty="0"/>
              <a:t>) = 1</a:t>
            </a:r>
          </a:p>
          <a:p>
            <a:pPr lvl="2"/>
            <a:r>
              <a:rPr lang="es-ES_tradnl" dirty="0"/>
              <a:t>Los dos acarreos finales son distintos: </a:t>
            </a:r>
            <a:r>
              <a:rPr lang="es-ES_tradnl" i="1" dirty="0" err="1"/>
              <a:t>c</a:t>
            </a:r>
            <a:r>
              <a:rPr lang="es-ES_tradnl" b="1" i="1" baseline="-25000" dirty="0" err="1"/>
              <a:t>n</a:t>
            </a:r>
            <a:r>
              <a:rPr lang="es-ES_tradnl" b="1" dirty="0">
                <a:sym typeface="Symbol" pitchFamily="18" charset="2"/>
              </a:rPr>
              <a:t></a:t>
            </a:r>
            <a:r>
              <a:rPr lang="es-ES_tradnl" b="1" dirty="0"/>
              <a:t> </a:t>
            </a:r>
            <a:r>
              <a:rPr lang="es-ES_tradnl" i="1" dirty="0" err="1"/>
              <a:t>c</a:t>
            </a:r>
            <a:r>
              <a:rPr lang="es-ES_tradnl" b="1" i="1" baseline="-25000" dirty="0" err="1"/>
              <a:t>n</a:t>
            </a:r>
            <a:r>
              <a:rPr lang="es-ES_tradnl" b="1" i="1" baseline="-25000" dirty="0">
                <a:cs typeface="Arial" charset="0"/>
              </a:rPr>
              <a:t>–1</a:t>
            </a:r>
            <a:r>
              <a:rPr lang="es-ES_tradnl" i="1" dirty="0"/>
              <a:t> </a:t>
            </a:r>
            <a:r>
              <a:rPr lang="es-ES_tradnl" dirty="0"/>
              <a:t>o</a:t>
            </a:r>
            <a:r>
              <a:rPr lang="es-ES_tradnl" i="1" dirty="0"/>
              <a:t> </a:t>
            </a:r>
            <a:r>
              <a:rPr lang="es-ES_tradnl" i="1" dirty="0" err="1"/>
              <a:t>c</a:t>
            </a:r>
            <a:r>
              <a:rPr lang="es-ES_tradnl" b="1" i="1" baseline="-25000" dirty="0" err="1"/>
              <a:t>n</a:t>
            </a:r>
            <a:r>
              <a:rPr lang="es-ES_tradnl" b="1" dirty="0">
                <a:sym typeface="Symbol" pitchFamily="18" charset="2"/>
              </a:rPr>
              <a:t></a:t>
            </a:r>
            <a:r>
              <a:rPr lang="es-ES_tradnl" i="1" dirty="0"/>
              <a:t> </a:t>
            </a:r>
            <a:r>
              <a:rPr lang="es-ES_tradnl" i="1" dirty="0" err="1"/>
              <a:t>c</a:t>
            </a:r>
            <a:r>
              <a:rPr lang="es-ES_tradnl" b="1" i="1" baseline="-25000" dirty="0" err="1"/>
              <a:t>n</a:t>
            </a:r>
            <a:r>
              <a:rPr lang="es-ES_tradnl" b="1" i="1" baseline="-25000" dirty="0">
                <a:cs typeface="Arial" charset="0"/>
              </a:rPr>
              <a:t>–1</a:t>
            </a:r>
            <a:r>
              <a:rPr lang="es-ES_tradnl" i="1" dirty="0"/>
              <a:t>=1</a:t>
            </a:r>
          </a:p>
          <a:p>
            <a:endParaRPr lang="en-US" dirty="0"/>
          </a:p>
        </p:txBody>
      </p:sp>
      <p:grpSp>
        <p:nvGrpSpPr>
          <p:cNvPr id="2" name="Agrupar 40">
            <a:extLst>
              <a:ext uri="{FF2B5EF4-FFF2-40B4-BE49-F238E27FC236}">
                <a16:creationId xmlns:a16="http://schemas.microsoft.com/office/drawing/2014/main" id="{2062C06B-D0BB-0B9C-1FED-9888945DFFD9}"/>
              </a:ext>
            </a:extLst>
          </p:cNvPr>
          <p:cNvGrpSpPr/>
          <p:nvPr/>
        </p:nvGrpSpPr>
        <p:grpSpPr>
          <a:xfrm>
            <a:off x="971550" y="4714884"/>
            <a:ext cx="3529013" cy="1550900"/>
            <a:chOff x="971550" y="4714884"/>
            <a:chExt cx="3529013" cy="1550900"/>
          </a:xfrm>
        </p:grpSpPr>
        <p:sp>
          <p:nvSpPr>
            <p:cNvPr id="5" name="Line 5">
              <a:extLst>
                <a:ext uri="{FF2B5EF4-FFF2-40B4-BE49-F238E27FC236}">
                  <a16:creationId xmlns:a16="http://schemas.microsoft.com/office/drawing/2014/main" id="{3BEF62E7-DE9A-8806-B371-CDA9A0BF7F2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298700" y="5805488"/>
              <a:ext cx="1552575" cy="0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/>
            </a:ln>
            <a:effectLst/>
          </p:spPr>
          <p:txBody>
            <a:bodyPr lIns="0" tIns="0" rIns="0" bIns="0" anchor="ctr">
              <a:spAutoFit/>
            </a:bodyPr>
            <a:lstStyle/>
            <a:p>
              <a:endParaRPr lang="es-ES_tradnl" noProof="0" dirty="0">
                <a:solidFill>
                  <a:schemeClr val="tx1"/>
                </a:solidFill>
              </a:endParaRPr>
            </a:p>
          </p:txBody>
        </p:sp>
        <p:sp>
          <p:nvSpPr>
            <p:cNvPr id="6" name="Text Box 6">
              <a:extLst>
                <a:ext uri="{FF2B5EF4-FFF2-40B4-BE49-F238E27FC236}">
                  <a16:creationId xmlns:a16="http://schemas.microsoft.com/office/drawing/2014/main" id="{FBD97EC7-B7E8-4235-D9F2-AEF62D64E65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65375" y="5157788"/>
              <a:ext cx="1384995" cy="1107996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0" tIns="0" rIns="0" bIns="0">
              <a:spAutoFit/>
            </a:bodyPr>
            <a:lstStyle/>
            <a:p>
              <a:r>
                <a:rPr lang="es-ES_tradnl" b="1" noProof="0" dirty="0">
                  <a:solidFill>
                    <a:schemeClr val="tx1"/>
                  </a:solidFill>
                  <a:latin typeface="Courier New" pitchFamily="49" charset="0"/>
                </a:rPr>
                <a:t>  0 1 1 0</a:t>
              </a:r>
            </a:p>
            <a:p>
              <a:r>
                <a:rPr lang="es-ES_tradnl" b="1" noProof="0" dirty="0">
                  <a:solidFill>
                    <a:schemeClr val="tx1"/>
                  </a:solidFill>
                  <a:latin typeface="Courier New" pitchFamily="49" charset="0"/>
                </a:rPr>
                <a:t>+ 1 1 1 0</a:t>
              </a:r>
            </a:p>
            <a:p>
              <a:pPr>
                <a:lnSpc>
                  <a:spcPct val="160000"/>
                </a:lnSpc>
              </a:pPr>
              <a:r>
                <a:rPr lang="es-ES_tradnl" b="1" noProof="0" dirty="0">
                  <a:solidFill>
                    <a:schemeClr val="tx1"/>
                  </a:solidFill>
                  <a:latin typeface="Courier New" pitchFamily="49" charset="0"/>
                </a:rPr>
                <a:t>  0 1 0 0</a:t>
              </a:r>
            </a:p>
          </p:txBody>
        </p:sp>
        <p:sp>
          <p:nvSpPr>
            <p:cNvPr id="7" name="Line 7">
              <a:extLst>
                <a:ext uri="{FF2B5EF4-FFF2-40B4-BE49-F238E27FC236}">
                  <a16:creationId xmlns:a16="http://schemas.microsoft.com/office/drawing/2014/main" id="{8F39C05B-44DE-FB7A-D588-CE3FB3132DC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86038" y="4941888"/>
              <a:ext cx="0" cy="1295400"/>
            </a:xfrm>
            <a:prstGeom prst="line">
              <a:avLst/>
            </a:prstGeom>
            <a:noFill/>
            <a:ln w="3175">
              <a:solidFill>
                <a:schemeClr val="tx2"/>
              </a:solidFill>
              <a:prstDash val="sysDot"/>
              <a:round/>
              <a:headEnd/>
              <a:tailEnd/>
            </a:ln>
            <a:effectLst/>
          </p:spPr>
          <p:txBody>
            <a:bodyPr lIns="0" tIns="0" rIns="0" bIns="0" anchor="ctr">
              <a:spAutoFit/>
            </a:bodyPr>
            <a:lstStyle/>
            <a:p>
              <a:endParaRPr lang="es-ES_tradnl" noProof="0" dirty="0">
                <a:solidFill>
                  <a:schemeClr val="tx1"/>
                </a:solidFill>
              </a:endParaRPr>
            </a:p>
          </p:txBody>
        </p:sp>
        <p:sp>
          <p:nvSpPr>
            <p:cNvPr id="8" name="Line 8">
              <a:extLst>
                <a:ext uri="{FF2B5EF4-FFF2-40B4-BE49-F238E27FC236}">
                  <a16:creationId xmlns:a16="http://schemas.microsoft.com/office/drawing/2014/main" id="{47C6FD5D-C387-DA6E-E80D-1AF41F94738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10000" y="4941888"/>
              <a:ext cx="0" cy="1295400"/>
            </a:xfrm>
            <a:prstGeom prst="line">
              <a:avLst/>
            </a:prstGeom>
            <a:noFill/>
            <a:ln w="3175">
              <a:solidFill>
                <a:schemeClr val="tx2"/>
              </a:solidFill>
              <a:prstDash val="sysDot"/>
              <a:round/>
              <a:headEnd/>
              <a:tailEnd/>
            </a:ln>
            <a:effectLst/>
          </p:spPr>
          <p:txBody>
            <a:bodyPr lIns="0" tIns="0" rIns="0" bIns="0" anchor="ctr">
              <a:spAutoFit/>
            </a:bodyPr>
            <a:lstStyle/>
            <a:p>
              <a:endParaRPr lang="es-ES_tradnl" noProof="0" dirty="0">
                <a:solidFill>
                  <a:schemeClr val="tx1"/>
                </a:solidFill>
              </a:endParaRPr>
            </a:p>
          </p:txBody>
        </p:sp>
        <p:sp>
          <p:nvSpPr>
            <p:cNvPr id="9" name="Text Box 9">
              <a:extLst>
                <a:ext uri="{FF2B5EF4-FFF2-40B4-BE49-F238E27FC236}">
                  <a16:creationId xmlns:a16="http://schemas.microsoft.com/office/drawing/2014/main" id="{F675081F-D2C2-CDAF-4353-F33E3599E57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62200" y="4821238"/>
              <a:ext cx="134938" cy="244475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0" tIns="0" rIns="0" bIns="0">
              <a:spAutoFit/>
            </a:bodyPr>
            <a:lstStyle/>
            <a:p>
              <a:r>
                <a:rPr lang="es-ES_tradnl" sz="1600" noProof="0" dirty="0">
                  <a:solidFill>
                    <a:schemeClr val="tx1"/>
                  </a:solidFill>
                  <a:latin typeface="Arial Black" pitchFamily="34" charset="0"/>
                </a:rPr>
                <a:t>1</a:t>
              </a:r>
            </a:p>
          </p:txBody>
        </p:sp>
        <p:sp>
          <p:nvSpPr>
            <p:cNvPr id="10" name="Text Box 10">
              <a:extLst>
                <a:ext uri="{FF2B5EF4-FFF2-40B4-BE49-F238E27FC236}">
                  <a16:creationId xmlns:a16="http://schemas.microsoft.com/office/drawing/2014/main" id="{E3D68EB8-E25F-247D-EAE9-D229AAC6987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57475" y="4821238"/>
              <a:ext cx="134938" cy="244475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0" tIns="0" rIns="0" bIns="0">
              <a:spAutoFit/>
            </a:bodyPr>
            <a:lstStyle/>
            <a:p>
              <a:r>
                <a:rPr lang="es-ES_tradnl" sz="1600" noProof="0" dirty="0">
                  <a:solidFill>
                    <a:schemeClr val="tx1"/>
                  </a:solidFill>
                  <a:latin typeface="Arial Black" pitchFamily="34" charset="0"/>
                </a:rPr>
                <a:t>1</a:t>
              </a:r>
            </a:p>
          </p:txBody>
        </p:sp>
        <p:sp>
          <p:nvSpPr>
            <p:cNvPr id="11" name="Text Box 11">
              <a:extLst>
                <a:ext uri="{FF2B5EF4-FFF2-40B4-BE49-F238E27FC236}">
                  <a16:creationId xmlns:a16="http://schemas.microsoft.com/office/drawing/2014/main" id="{50BBECBF-A887-330A-C48F-ED344FC6597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52750" y="4821238"/>
              <a:ext cx="134938" cy="244475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0" tIns="0" rIns="0" bIns="0">
              <a:spAutoFit/>
            </a:bodyPr>
            <a:lstStyle/>
            <a:p>
              <a:r>
                <a:rPr lang="es-ES_tradnl" sz="1600" noProof="0" dirty="0">
                  <a:solidFill>
                    <a:schemeClr val="tx1"/>
                  </a:solidFill>
                  <a:latin typeface="Arial Black" pitchFamily="34" charset="0"/>
                </a:rPr>
                <a:t>1</a:t>
              </a:r>
            </a:p>
          </p:txBody>
        </p:sp>
        <p:sp>
          <p:nvSpPr>
            <p:cNvPr id="12" name="Oval 12">
              <a:extLst>
                <a:ext uri="{FF2B5EF4-FFF2-40B4-BE49-F238E27FC236}">
                  <a16:creationId xmlns:a16="http://schemas.microsoft.com/office/drawing/2014/main" id="{7B0D5556-06D6-46EC-47A9-8C8E237096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98700" y="4724698"/>
              <a:ext cx="90" cy="432792"/>
            </a:xfrm>
            <a:prstGeom prst="ellipse">
              <a:avLst/>
            </a:prstGeom>
            <a:noFill/>
            <a:ln w="6350">
              <a:solidFill>
                <a:schemeClr val="tx2"/>
              </a:solidFill>
              <a:round/>
              <a:headEnd/>
              <a:tailEnd/>
            </a:ln>
            <a:effectLst/>
          </p:spPr>
          <p:txBody>
            <a:bodyPr wrap="none" lIns="0" tIns="0" rIns="0" bIns="0" anchor="ctr">
              <a:spAutoFit/>
            </a:bodyPr>
            <a:lstStyle/>
            <a:p>
              <a:endParaRPr lang="es-ES_tradnl" noProof="0" dirty="0">
                <a:solidFill>
                  <a:schemeClr val="tx1"/>
                </a:solidFill>
              </a:endParaRPr>
            </a:p>
          </p:txBody>
        </p:sp>
        <p:sp>
          <p:nvSpPr>
            <p:cNvPr id="13" name="Line 13">
              <a:extLst>
                <a:ext uri="{FF2B5EF4-FFF2-40B4-BE49-F238E27FC236}">
                  <a16:creationId xmlns:a16="http://schemas.microsoft.com/office/drawing/2014/main" id="{21935C3E-DEAC-CB74-2A95-B82A4FFCD93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09775" y="4941888"/>
              <a:ext cx="215900" cy="0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 type="triangle" w="med" len="med"/>
            </a:ln>
            <a:effectLst/>
          </p:spPr>
          <p:txBody>
            <a:bodyPr wrap="none" lIns="0" tIns="0" rIns="0" bIns="0" anchor="ctr">
              <a:spAutoFit/>
            </a:bodyPr>
            <a:lstStyle/>
            <a:p>
              <a:endParaRPr lang="es-ES_tradnl" noProof="0" dirty="0">
                <a:solidFill>
                  <a:schemeClr val="tx1"/>
                </a:solidFill>
              </a:endParaRPr>
            </a:p>
          </p:txBody>
        </p:sp>
        <p:sp>
          <p:nvSpPr>
            <p:cNvPr id="14" name="Text Box 14">
              <a:extLst>
                <a:ext uri="{FF2B5EF4-FFF2-40B4-BE49-F238E27FC236}">
                  <a16:creationId xmlns:a16="http://schemas.microsoft.com/office/drawing/2014/main" id="{5BD19984-E2EE-8197-4E0A-45F55867BE5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87713" y="4821238"/>
              <a:ext cx="134938" cy="244475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0" tIns="0" rIns="0" bIns="0">
              <a:spAutoFit/>
            </a:bodyPr>
            <a:lstStyle/>
            <a:p>
              <a:r>
                <a:rPr lang="es-ES_tradnl" sz="1600" noProof="0" dirty="0">
                  <a:solidFill>
                    <a:schemeClr val="tx1"/>
                  </a:solidFill>
                  <a:latin typeface="Arial Black" pitchFamily="34" charset="0"/>
                </a:rPr>
                <a:t>0</a:t>
              </a:r>
            </a:p>
          </p:txBody>
        </p:sp>
        <p:sp>
          <p:nvSpPr>
            <p:cNvPr id="15" name="Text Box 15">
              <a:extLst>
                <a:ext uri="{FF2B5EF4-FFF2-40B4-BE49-F238E27FC236}">
                  <a16:creationId xmlns:a16="http://schemas.microsoft.com/office/drawing/2014/main" id="{2DCC8D57-8EEF-DA2C-EADF-B8A814C4CE3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71868" y="4786322"/>
              <a:ext cx="205184" cy="246221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0" tIns="0" rIns="0" bIns="0">
              <a:spAutoFit/>
            </a:bodyPr>
            <a:lstStyle/>
            <a:p>
              <a:r>
                <a:rPr lang="es-ES_tradnl" sz="1600" noProof="0" dirty="0">
                  <a:solidFill>
                    <a:schemeClr val="tx1"/>
                  </a:solidFill>
                  <a:latin typeface="Arial Black" pitchFamily="34" charset="0"/>
                </a:rPr>
                <a:t> 0</a:t>
              </a:r>
            </a:p>
          </p:txBody>
        </p:sp>
        <p:sp>
          <p:nvSpPr>
            <p:cNvPr id="16" name="Rectangle 16">
              <a:extLst>
                <a:ext uri="{FF2B5EF4-FFF2-40B4-BE49-F238E27FC236}">
                  <a16:creationId xmlns:a16="http://schemas.microsoft.com/office/drawing/2014/main" id="{7E5E7D42-9662-EA1E-35AC-4926A8ECA6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1550" y="5362674"/>
              <a:ext cx="3529013" cy="307777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lIns="0" tIns="0" rIns="0" bIns="0" anchor="ctr">
              <a:spAutoFit/>
            </a:bodyPr>
            <a:lstStyle/>
            <a:p>
              <a:endParaRPr lang="es-ES_tradnl" noProof="0" dirty="0">
                <a:solidFill>
                  <a:schemeClr val="tx1"/>
                </a:solidFill>
              </a:endParaRPr>
            </a:p>
          </p:txBody>
        </p:sp>
        <p:sp>
          <p:nvSpPr>
            <p:cNvPr id="17" name="Text Box 17">
              <a:extLst>
                <a:ext uri="{FF2B5EF4-FFF2-40B4-BE49-F238E27FC236}">
                  <a16:creationId xmlns:a16="http://schemas.microsoft.com/office/drawing/2014/main" id="{670753F4-52A2-7C80-8EA2-9D6A4AF9BA2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42988" y="5213350"/>
              <a:ext cx="608013" cy="30480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0" tIns="0" rIns="0" bIns="0">
              <a:spAutoFit/>
            </a:bodyPr>
            <a:lstStyle/>
            <a:p>
              <a:r>
                <a:rPr lang="es-ES_tradnl" noProof="0" dirty="0">
                  <a:solidFill>
                    <a:schemeClr val="tx1"/>
                  </a:solidFill>
                </a:rPr>
                <a:t>CBN:</a:t>
              </a:r>
            </a:p>
          </p:txBody>
        </p:sp>
        <p:sp>
          <p:nvSpPr>
            <p:cNvPr id="18" name="Text Box 18">
              <a:extLst>
                <a:ext uri="{FF2B5EF4-FFF2-40B4-BE49-F238E27FC236}">
                  <a16:creationId xmlns:a16="http://schemas.microsoft.com/office/drawing/2014/main" id="{7AB33782-7E9D-AB47-ED34-4B29D2BEF6D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41788" y="5157788"/>
              <a:ext cx="282575" cy="103663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0" tIns="0" rIns="0" bIns="0">
              <a:spAutoFit/>
            </a:bodyPr>
            <a:lstStyle/>
            <a:p>
              <a:pPr algn="r"/>
              <a:r>
                <a:rPr lang="es-ES_tradnl" noProof="0" dirty="0">
                  <a:solidFill>
                    <a:schemeClr val="tx1"/>
                  </a:solidFill>
                </a:rPr>
                <a:t> 6</a:t>
              </a:r>
            </a:p>
            <a:p>
              <a:pPr algn="r">
                <a:lnSpc>
                  <a:spcPct val="90000"/>
                </a:lnSpc>
              </a:pPr>
              <a:r>
                <a:rPr lang="es-ES_tradnl" noProof="0" dirty="0">
                  <a:solidFill>
                    <a:schemeClr val="tx1"/>
                  </a:solidFill>
                </a:rPr>
                <a:t>14</a:t>
              </a:r>
            </a:p>
            <a:p>
              <a:pPr algn="r">
                <a:lnSpc>
                  <a:spcPct val="150000"/>
                </a:lnSpc>
              </a:pPr>
              <a:r>
                <a:rPr lang="es-ES_tradnl" noProof="0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19" name="Line 19">
              <a:extLst>
                <a:ext uri="{FF2B5EF4-FFF2-40B4-BE49-F238E27FC236}">
                  <a16:creationId xmlns:a16="http://schemas.microsoft.com/office/drawing/2014/main" id="{E413C020-56D9-012A-AB1E-4CDB9E77A16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211638" y="5876925"/>
              <a:ext cx="288925" cy="288925"/>
            </a:xfrm>
            <a:prstGeom prst="line">
              <a:avLst/>
            </a:prstGeom>
            <a:noFill/>
            <a:ln w="12700">
              <a:solidFill>
                <a:srgbClr val="FF3300"/>
              </a:solidFill>
              <a:round/>
              <a:headEnd/>
              <a:tailEnd/>
            </a:ln>
            <a:effectLst/>
          </p:spPr>
          <p:txBody>
            <a:bodyPr wrap="none" lIns="0" tIns="0" rIns="0" bIns="0" anchor="ctr">
              <a:spAutoFit/>
            </a:bodyPr>
            <a:lstStyle/>
            <a:p>
              <a:endParaRPr lang="es-ES_tradnl" noProof="0" dirty="0">
                <a:solidFill>
                  <a:schemeClr val="tx1"/>
                </a:solidFill>
              </a:endParaRPr>
            </a:p>
          </p:txBody>
        </p:sp>
        <p:sp>
          <p:nvSpPr>
            <p:cNvPr id="20" name="38 Rectángulo">
              <a:extLst>
                <a:ext uri="{FF2B5EF4-FFF2-40B4-BE49-F238E27FC236}">
                  <a16:creationId xmlns:a16="http://schemas.microsoft.com/office/drawing/2014/main" id="{A9882ACF-E9F5-6F39-BAE3-54FD89504B3A}"/>
                </a:ext>
              </a:extLst>
            </p:cNvPr>
            <p:cNvSpPr/>
            <p:nvPr/>
          </p:nvSpPr>
          <p:spPr>
            <a:xfrm>
              <a:off x="1643042" y="4714884"/>
              <a:ext cx="417102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s-ES_tradnl" i="1" noProof="0" dirty="0" err="1">
                  <a:solidFill>
                    <a:schemeClr val="tx1"/>
                  </a:solidFill>
                </a:rPr>
                <a:t>c</a:t>
              </a:r>
              <a:r>
                <a:rPr lang="es-ES_tradnl" b="1" i="1" baseline="-25000" noProof="0" dirty="0" err="1">
                  <a:solidFill>
                    <a:schemeClr val="tx1"/>
                  </a:solidFill>
                </a:rPr>
                <a:t>n</a:t>
              </a:r>
              <a:endParaRPr lang="es-ES_tradnl" noProof="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21" name="Agrupar 40">
            <a:extLst>
              <a:ext uri="{FF2B5EF4-FFF2-40B4-BE49-F238E27FC236}">
                <a16:creationId xmlns:a16="http://schemas.microsoft.com/office/drawing/2014/main" id="{83D67A34-CEB0-9376-3670-1F7C57843231}"/>
              </a:ext>
            </a:extLst>
          </p:cNvPr>
          <p:cNvGrpSpPr/>
          <p:nvPr/>
        </p:nvGrpSpPr>
        <p:grpSpPr>
          <a:xfrm>
            <a:off x="5214937" y="4701628"/>
            <a:ext cx="3529013" cy="1550900"/>
            <a:chOff x="971550" y="4714884"/>
            <a:chExt cx="3529013" cy="1550900"/>
          </a:xfrm>
        </p:grpSpPr>
        <p:sp>
          <p:nvSpPr>
            <p:cNvPr id="22" name="Line 5">
              <a:extLst>
                <a:ext uri="{FF2B5EF4-FFF2-40B4-BE49-F238E27FC236}">
                  <a16:creationId xmlns:a16="http://schemas.microsoft.com/office/drawing/2014/main" id="{2A7B4EA9-3B5C-D646-EA09-6310B6EDA43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298700" y="5805488"/>
              <a:ext cx="1552575" cy="0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/>
            </a:ln>
            <a:effectLst/>
          </p:spPr>
          <p:txBody>
            <a:bodyPr lIns="0" tIns="0" rIns="0" bIns="0" anchor="ctr">
              <a:spAutoFit/>
            </a:bodyPr>
            <a:lstStyle/>
            <a:p>
              <a:endParaRPr lang="es-ES_tradnl" noProof="0" dirty="0">
                <a:solidFill>
                  <a:schemeClr val="tx1"/>
                </a:solidFill>
              </a:endParaRPr>
            </a:p>
          </p:txBody>
        </p:sp>
        <p:sp>
          <p:nvSpPr>
            <p:cNvPr id="23" name="Text Box 6">
              <a:extLst>
                <a:ext uri="{FF2B5EF4-FFF2-40B4-BE49-F238E27FC236}">
                  <a16:creationId xmlns:a16="http://schemas.microsoft.com/office/drawing/2014/main" id="{3AD02EA5-80BF-6FE6-2C28-80411DE9F0B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65375" y="5157788"/>
              <a:ext cx="1384995" cy="1107996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0" tIns="0" rIns="0" bIns="0">
              <a:spAutoFit/>
            </a:bodyPr>
            <a:lstStyle/>
            <a:p>
              <a:r>
                <a:rPr lang="es-ES_tradnl" b="1" noProof="0" dirty="0">
                  <a:solidFill>
                    <a:schemeClr val="tx1"/>
                  </a:solidFill>
                  <a:latin typeface="Courier New" pitchFamily="49" charset="0"/>
                </a:rPr>
                <a:t>  0 1 1 0</a:t>
              </a:r>
            </a:p>
            <a:p>
              <a:r>
                <a:rPr lang="es-ES_tradnl" b="1" noProof="0" dirty="0">
                  <a:solidFill>
                    <a:schemeClr val="tx1"/>
                  </a:solidFill>
                  <a:latin typeface="Courier New" pitchFamily="49" charset="0"/>
                </a:rPr>
                <a:t>+ 0 1 0 0</a:t>
              </a:r>
            </a:p>
            <a:p>
              <a:pPr>
                <a:lnSpc>
                  <a:spcPct val="160000"/>
                </a:lnSpc>
              </a:pPr>
              <a:r>
                <a:rPr lang="es-ES_tradnl" b="1" noProof="0" dirty="0">
                  <a:solidFill>
                    <a:schemeClr val="tx1"/>
                  </a:solidFill>
                  <a:latin typeface="Courier New" pitchFamily="49" charset="0"/>
                </a:rPr>
                <a:t>  1 0 1 0</a:t>
              </a:r>
            </a:p>
          </p:txBody>
        </p:sp>
        <p:sp>
          <p:nvSpPr>
            <p:cNvPr id="24" name="Line 7">
              <a:extLst>
                <a:ext uri="{FF2B5EF4-FFF2-40B4-BE49-F238E27FC236}">
                  <a16:creationId xmlns:a16="http://schemas.microsoft.com/office/drawing/2014/main" id="{88A59B13-4EE2-4DE8-00C2-23935A4E4AD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86038" y="4941888"/>
              <a:ext cx="0" cy="1295400"/>
            </a:xfrm>
            <a:prstGeom prst="line">
              <a:avLst/>
            </a:prstGeom>
            <a:noFill/>
            <a:ln w="3175">
              <a:solidFill>
                <a:schemeClr val="tx2"/>
              </a:solidFill>
              <a:prstDash val="sysDot"/>
              <a:round/>
              <a:headEnd/>
              <a:tailEnd/>
            </a:ln>
            <a:effectLst/>
          </p:spPr>
          <p:txBody>
            <a:bodyPr lIns="0" tIns="0" rIns="0" bIns="0" anchor="ctr">
              <a:spAutoFit/>
            </a:bodyPr>
            <a:lstStyle/>
            <a:p>
              <a:endParaRPr lang="es-ES_tradnl" noProof="0" dirty="0">
                <a:solidFill>
                  <a:schemeClr val="tx1"/>
                </a:solidFill>
              </a:endParaRPr>
            </a:p>
          </p:txBody>
        </p:sp>
        <p:sp>
          <p:nvSpPr>
            <p:cNvPr id="25" name="Line 8">
              <a:extLst>
                <a:ext uri="{FF2B5EF4-FFF2-40B4-BE49-F238E27FC236}">
                  <a16:creationId xmlns:a16="http://schemas.microsoft.com/office/drawing/2014/main" id="{ED56AA30-B7E4-DE99-30BA-4FC4B9BC80D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10000" y="4941888"/>
              <a:ext cx="0" cy="1295400"/>
            </a:xfrm>
            <a:prstGeom prst="line">
              <a:avLst/>
            </a:prstGeom>
            <a:noFill/>
            <a:ln w="3175">
              <a:solidFill>
                <a:schemeClr val="tx2"/>
              </a:solidFill>
              <a:prstDash val="sysDot"/>
              <a:round/>
              <a:headEnd/>
              <a:tailEnd/>
            </a:ln>
            <a:effectLst/>
          </p:spPr>
          <p:txBody>
            <a:bodyPr lIns="0" tIns="0" rIns="0" bIns="0" anchor="ctr">
              <a:spAutoFit/>
            </a:bodyPr>
            <a:lstStyle/>
            <a:p>
              <a:endParaRPr lang="es-ES_tradnl" noProof="0" dirty="0">
                <a:solidFill>
                  <a:schemeClr val="tx1"/>
                </a:solidFill>
              </a:endParaRPr>
            </a:p>
          </p:txBody>
        </p:sp>
        <p:sp>
          <p:nvSpPr>
            <p:cNvPr id="26" name="Text Box 9">
              <a:extLst>
                <a:ext uri="{FF2B5EF4-FFF2-40B4-BE49-F238E27FC236}">
                  <a16:creationId xmlns:a16="http://schemas.microsoft.com/office/drawing/2014/main" id="{A89EC318-33C2-9959-D200-EA6EB02A9AF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62200" y="4821238"/>
              <a:ext cx="136256" cy="246221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0" tIns="0" rIns="0" bIns="0">
              <a:spAutoFit/>
            </a:bodyPr>
            <a:lstStyle/>
            <a:p>
              <a:r>
                <a:rPr lang="es-ES_tradnl" sz="1600" noProof="0" dirty="0">
                  <a:solidFill>
                    <a:schemeClr val="tx1"/>
                  </a:solidFill>
                  <a:latin typeface="Arial Black" pitchFamily="34" charset="0"/>
                </a:rPr>
                <a:t>0</a:t>
              </a:r>
            </a:p>
          </p:txBody>
        </p:sp>
        <p:sp>
          <p:nvSpPr>
            <p:cNvPr id="27" name="Text Box 10">
              <a:extLst>
                <a:ext uri="{FF2B5EF4-FFF2-40B4-BE49-F238E27FC236}">
                  <a16:creationId xmlns:a16="http://schemas.microsoft.com/office/drawing/2014/main" id="{29433715-4EED-D145-3C60-D18797CBDC5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57475" y="4821238"/>
              <a:ext cx="134938" cy="244475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0" tIns="0" rIns="0" bIns="0">
              <a:spAutoFit/>
            </a:bodyPr>
            <a:lstStyle/>
            <a:p>
              <a:r>
                <a:rPr lang="es-ES_tradnl" sz="1600" noProof="0" dirty="0">
                  <a:solidFill>
                    <a:schemeClr val="tx1"/>
                  </a:solidFill>
                  <a:latin typeface="Arial Black" pitchFamily="34" charset="0"/>
                </a:rPr>
                <a:t>1</a:t>
              </a:r>
            </a:p>
          </p:txBody>
        </p:sp>
        <p:sp>
          <p:nvSpPr>
            <p:cNvPr id="28" name="Text Box 11">
              <a:extLst>
                <a:ext uri="{FF2B5EF4-FFF2-40B4-BE49-F238E27FC236}">
                  <a16:creationId xmlns:a16="http://schemas.microsoft.com/office/drawing/2014/main" id="{6C39A480-AC02-1A08-FF4C-F218C600CD3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52750" y="4821238"/>
              <a:ext cx="136256" cy="246221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0" tIns="0" rIns="0" bIns="0">
              <a:spAutoFit/>
            </a:bodyPr>
            <a:lstStyle/>
            <a:p>
              <a:r>
                <a:rPr lang="es-ES_tradnl" sz="1600" noProof="0" dirty="0">
                  <a:solidFill>
                    <a:schemeClr val="tx1"/>
                  </a:solidFill>
                  <a:latin typeface="Arial Black" pitchFamily="34" charset="0"/>
                </a:rPr>
                <a:t>0</a:t>
              </a:r>
            </a:p>
          </p:txBody>
        </p:sp>
        <p:sp>
          <p:nvSpPr>
            <p:cNvPr id="29" name="Line 13">
              <a:extLst>
                <a:ext uri="{FF2B5EF4-FFF2-40B4-BE49-F238E27FC236}">
                  <a16:creationId xmlns:a16="http://schemas.microsoft.com/office/drawing/2014/main" id="{98922C22-CFFA-45AB-5FAA-0F965F27CFD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09775" y="4941888"/>
              <a:ext cx="215900" cy="0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 type="triangle" w="med" len="med"/>
            </a:ln>
            <a:effectLst/>
          </p:spPr>
          <p:txBody>
            <a:bodyPr wrap="none" lIns="0" tIns="0" rIns="0" bIns="0" anchor="ctr">
              <a:spAutoFit/>
            </a:bodyPr>
            <a:lstStyle/>
            <a:p>
              <a:endParaRPr lang="es-ES_tradnl" noProof="0" dirty="0">
                <a:solidFill>
                  <a:schemeClr val="tx1"/>
                </a:solidFill>
              </a:endParaRPr>
            </a:p>
          </p:txBody>
        </p:sp>
        <p:sp>
          <p:nvSpPr>
            <p:cNvPr id="30" name="Text Box 14">
              <a:extLst>
                <a:ext uri="{FF2B5EF4-FFF2-40B4-BE49-F238E27FC236}">
                  <a16:creationId xmlns:a16="http://schemas.microsoft.com/office/drawing/2014/main" id="{FFAA4AC4-B834-615E-8E8C-761A959AF91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87713" y="4821238"/>
              <a:ext cx="134938" cy="244475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0" tIns="0" rIns="0" bIns="0">
              <a:spAutoFit/>
            </a:bodyPr>
            <a:lstStyle/>
            <a:p>
              <a:r>
                <a:rPr lang="es-ES_tradnl" sz="1600" noProof="0" dirty="0">
                  <a:solidFill>
                    <a:schemeClr val="tx1"/>
                  </a:solidFill>
                  <a:latin typeface="Arial Black" pitchFamily="34" charset="0"/>
                </a:rPr>
                <a:t>0</a:t>
              </a:r>
            </a:p>
          </p:txBody>
        </p:sp>
        <p:sp>
          <p:nvSpPr>
            <p:cNvPr id="31" name="Text Box 15">
              <a:extLst>
                <a:ext uri="{FF2B5EF4-FFF2-40B4-BE49-F238E27FC236}">
                  <a16:creationId xmlns:a16="http://schemas.microsoft.com/office/drawing/2014/main" id="{D3B3D566-D51A-D414-EB26-FF385F6ED7B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00430" y="4821238"/>
              <a:ext cx="205184" cy="246221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0" tIns="0" rIns="0" bIns="0">
              <a:spAutoFit/>
            </a:bodyPr>
            <a:lstStyle/>
            <a:p>
              <a:r>
                <a:rPr lang="es-ES_tradnl" sz="1600" noProof="0" dirty="0">
                  <a:solidFill>
                    <a:schemeClr val="tx1"/>
                  </a:solidFill>
                  <a:latin typeface="Arial Black" pitchFamily="34" charset="0"/>
                </a:rPr>
                <a:t> 0</a:t>
              </a:r>
            </a:p>
          </p:txBody>
        </p:sp>
        <p:sp>
          <p:nvSpPr>
            <p:cNvPr id="32" name="Rectangle 16">
              <a:extLst>
                <a:ext uri="{FF2B5EF4-FFF2-40B4-BE49-F238E27FC236}">
                  <a16:creationId xmlns:a16="http://schemas.microsoft.com/office/drawing/2014/main" id="{DF122F04-D214-C01A-97B2-D77C7C30F7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1550" y="5362674"/>
              <a:ext cx="3529013" cy="307777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lIns="0" tIns="0" rIns="0" bIns="0" anchor="ctr">
              <a:spAutoFit/>
            </a:bodyPr>
            <a:lstStyle/>
            <a:p>
              <a:endParaRPr lang="es-ES_tradnl" noProof="0" dirty="0">
                <a:solidFill>
                  <a:schemeClr val="tx1"/>
                </a:solidFill>
              </a:endParaRPr>
            </a:p>
          </p:txBody>
        </p:sp>
        <p:sp>
          <p:nvSpPr>
            <p:cNvPr id="33" name="Text Box 17">
              <a:extLst>
                <a:ext uri="{FF2B5EF4-FFF2-40B4-BE49-F238E27FC236}">
                  <a16:creationId xmlns:a16="http://schemas.microsoft.com/office/drawing/2014/main" id="{E4C07189-F2BE-0428-BC7F-91A708F6FBB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42988" y="5213350"/>
              <a:ext cx="541815" cy="307777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0" tIns="0" rIns="0" bIns="0">
              <a:spAutoFit/>
            </a:bodyPr>
            <a:lstStyle/>
            <a:p>
              <a:r>
                <a:rPr lang="es-ES_tradnl" noProof="0" dirty="0">
                  <a:solidFill>
                    <a:schemeClr val="tx1"/>
                  </a:solidFill>
                </a:rPr>
                <a:t>Ca2:</a:t>
              </a:r>
            </a:p>
          </p:txBody>
        </p:sp>
        <p:sp>
          <p:nvSpPr>
            <p:cNvPr id="34" name="Text Box 18">
              <a:extLst>
                <a:ext uri="{FF2B5EF4-FFF2-40B4-BE49-F238E27FC236}">
                  <a16:creationId xmlns:a16="http://schemas.microsoft.com/office/drawing/2014/main" id="{D710D590-0433-F62E-F29D-232A74BEB40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62086" y="5157788"/>
              <a:ext cx="362279" cy="104644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0" tIns="0" rIns="0" bIns="0">
              <a:spAutoFit/>
            </a:bodyPr>
            <a:lstStyle/>
            <a:p>
              <a:pPr algn="r"/>
              <a:r>
                <a:rPr lang="es-ES_tradnl" noProof="0" dirty="0">
                  <a:solidFill>
                    <a:schemeClr val="tx1"/>
                  </a:solidFill>
                </a:rPr>
                <a:t> +6</a:t>
              </a:r>
            </a:p>
            <a:p>
              <a:pPr algn="r">
                <a:lnSpc>
                  <a:spcPct val="90000"/>
                </a:lnSpc>
              </a:pPr>
              <a:r>
                <a:rPr lang="es-ES_tradnl" noProof="0" dirty="0">
                  <a:solidFill>
                    <a:schemeClr val="tx1"/>
                  </a:solidFill>
                </a:rPr>
                <a:t>+4</a:t>
              </a:r>
            </a:p>
            <a:p>
              <a:pPr algn="r">
                <a:lnSpc>
                  <a:spcPct val="150000"/>
                </a:lnSpc>
              </a:pPr>
              <a:r>
                <a:rPr lang="es-ES_tradnl" noProof="0" dirty="0">
                  <a:solidFill>
                    <a:schemeClr val="tx1"/>
                  </a:solidFill>
                </a:rPr>
                <a:t>-6</a:t>
              </a:r>
            </a:p>
          </p:txBody>
        </p:sp>
        <p:sp>
          <p:nvSpPr>
            <p:cNvPr id="35" name="Line 19">
              <a:extLst>
                <a:ext uri="{FF2B5EF4-FFF2-40B4-BE49-F238E27FC236}">
                  <a16:creationId xmlns:a16="http://schemas.microsoft.com/office/drawing/2014/main" id="{6EBAF23D-DC4F-A018-3F1F-7F0DAB6D5AA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211638" y="5876925"/>
              <a:ext cx="288925" cy="288925"/>
            </a:xfrm>
            <a:prstGeom prst="line">
              <a:avLst/>
            </a:prstGeom>
            <a:noFill/>
            <a:ln w="12700">
              <a:solidFill>
                <a:srgbClr val="FF3300"/>
              </a:solidFill>
              <a:round/>
              <a:headEnd/>
              <a:tailEnd/>
            </a:ln>
            <a:effectLst/>
          </p:spPr>
          <p:txBody>
            <a:bodyPr wrap="none" lIns="0" tIns="0" rIns="0" bIns="0" anchor="ctr">
              <a:spAutoFit/>
            </a:bodyPr>
            <a:lstStyle/>
            <a:p>
              <a:endParaRPr lang="es-ES_tradnl" noProof="0" dirty="0">
                <a:solidFill>
                  <a:schemeClr val="tx1"/>
                </a:solidFill>
              </a:endParaRPr>
            </a:p>
          </p:txBody>
        </p:sp>
        <p:sp>
          <p:nvSpPr>
            <p:cNvPr id="36" name="38 Rectángulo">
              <a:extLst>
                <a:ext uri="{FF2B5EF4-FFF2-40B4-BE49-F238E27FC236}">
                  <a16:creationId xmlns:a16="http://schemas.microsoft.com/office/drawing/2014/main" id="{C2DDC832-2418-995A-1A9E-C4E78B569CE7}"/>
                </a:ext>
              </a:extLst>
            </p:cNvPr>
            <p:cNvSpPr/>
            <p:nvPr/>
          </p:nvSpPr>
          <p:spPr>
            <a:xfrm>
              <a:off x="1643042" y="4714884"/>
              <a:ext cx="417102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s-ES_tradnl" i="1" noProof="0" dirty="0" err="1">
                  <a:solidFill>
                    <a:schemeClr val="tx1"/>
                  </a:solidFill>
                </a:rPr>
                <a:t>c</a:t>
              </a:r>
              <a:r>
                <a:rPr lang="es-ES_tradnl" b="1" i="1" baseline="-25000" noProof="0" dirty="0" err="1">
                  <a:solidFill>
                    <a:schemeClr val="tx1"/>
                  </a:solidFill>
                </a:rPr>
                <a:t>n</a:t>
              </a:r>
              <a:endParaRPr lang="es-ES_tradnl" noProof="0" dirty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2494198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76BBA6-4DF6-0860-38F5-82434838F8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3 Marcador de número de diapositiva">
            <a:extLst>
              <a:ext uri="{FF2B5EF4-FFF2-40B4-BE49-F238E27FC236}">
                <a16:creationId xmlns:a16="http://schemas.microsoft.com/office/drawing/2014/main" id="{CE67FE1E-C517-25DB-7B7C-177CAA4A5B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4E7847B6-FB90-4985-BDAD-0FC52C69182E}" type="slidenum">
              <a:rPr lang="es-ES_tradnl" noProof="0" smtClean="0"/>
              <a:pPr/>
              <a:t>18</a:t>
            </a:fld>
            <a:endParaRPr lang="es-ES_tradnl" noProof="0" dirty="0"/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0D4B9326-6DD2-E4BC-E669-CA8D9B0ACE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Fundamentos</a:t>
            </a:r>
            <a:endParaRPr lang="en-US" dirty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7305004-EE8E-FA3D-0CE0-251979EBDB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Clr>
                <a:schemeClr val="bg2">
                  <a:lumMod val="75000"/>
                </a:schemeClr>
              </a:buClr>
            </a:pPr>
            <a:r>
              <a:rPr lang="es-ES_tradnl" dirty="0"/>
              <a:t>Anatomía de la resta </a:t>
            </a:r>
            <a:r>
              <a:rPr lang="es-ES_tradnl" i="1" dirty="0"/>
              <a:t>R=A</a:t>
            </a:r>
            <a:r>
              <a:rPr lang="es-ES_tradnl" i="1" dirty="0">
                <a:cs typeface="Arial" charset="0"/>
              </a:rPr>
              <a:t>–B </a:t>
            </a:r>
            <a:r>
              <a:rPr lang="es-ES_tradnl" dirty="0">
                <a:cs typeface="Arial" charset="0"/>
              </a:rPr>
              <a:t>(en </a:t>
            </a:r>
            <a:r>
              <a:rPr lang="es-ES_tradnl" dirty="0"/>
              <a:t>CBN y en Ca2) </a:t>
            </a:r>
          </a:p>
          <a:p>
            <a:pPr lvl="1" algn="ctr">
              <a:buNone/>
            </a:pPr>
            <a:r>
              <a:rPr lang="es-ES_tradnl" dirty="0"/>
              <a:t>Puede calcularse como la suma   </a:t>
            </a:r>
            <a:r>
              <a:rPr lang="es-ES_tradnl" i="1" dirty="0"/>
              <a:t>R = A + Ca2(B) = A + Ca1(B) + </a:t>
            </a:r>
            <a:r>
              <a:rPr lang="es-ES_tradnl" i="1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  <a:p>
            <a:pPr lvl="1" algn="ctr">
              <a:buNone/>
            </a:pPr>
            <a:endParaRPr lang="es-ES_tradnl" i="1" dirty="0"/>
          </a:p>
          <a:p>
            <a:pPr lvl="1" algn="ctr">
              <a:buNone/>
            </a:pPr>
            <a:endParaRPr lang="es-ES_tradnl" i="1" dirty="0"/>
          </a:p>
          <a:p>
            <a:pPr lvl="1" algn="ctr">
              <a:buNone/>
            </a:pPr>
            <a:endParaRPr lang="es-ES_tradnl" i="1" dirty="0"/>
          </a:p>
          <a:p>
            <a:pPr lvl="1" algn="ctr">
              <a:buNone/>
            </a:pPr>
            <a:endParaRPr lang="es-ES_tradnl" i="1" dirty="0"/>
          </a:p>
          <a:p>
            <a:pPr lvl="1" algn="ctr">
              <a:buNone/>
            </a:pPr>
            <a:endParaRPr lang="es-ES_tradnl" i="1" dirty="0"/>
          </a:p>
          <a:p>
            <a:pPr lvl="1" algn="ctr">
              <a:buNone/>
            </a:pPr>
            <a:endParaRPr lang="es-ES_tradnl" i="1" dirty="0"/>
          </a:p>
          <a:p>
            <a:pPr lvl="1"/>
            <a:r>
              <a:rPr lang="es-ES_tradnl" dirty="0"/>
              <a:t>En CBN: el desbordamiento se detecta cuando </a:t>
            </a:r>
            <a:r>
              <a:rPr lang="es-ES_tradnl" i="1" dirty="0" err="1"/>
              <a:t>c</a:t>
            </a:r>
            <a:r>
              <a:rPr lang="es-ES_tradnl" b="1" i="1" baseline="-25000" dirty="0" err="1"/>
              <a:t>n</a:t>
            </a:r>
            <a:r>
              <a:rPr lang="es-ES_tradnl" i="1" dirty="0"/>
              <a:t> =</a:t>
            </a:r>
            <a:r>
              <a:rPr lang="es-ES_tradnl" dirty="0"/>
              <a:t> 0</a:t>
            </a:r>
          </a:p>
          <a:p>
            <a:pPr lvl="1"/>
            <a:r>
              <a:rPr lang="es-ES_tradnl" dirty="0"/>
              <a:t>En Ca2: el desbordamiento se detecta cuando </a:t>
            </a:r>
            <a:r>
              <a:rPr lang="es-ES_tradnl" i="1" dirty="0" err="1"/>
              <a:t>c</a:t>
            </a:r>
            <a:r>
              <a:rPr lang="es-ES_tradnl" b="1" i="1" baseline="-25000" dirty="0" err="1"/>
              <a:t>n</a:t>
            </a:r>
            <a:r>
              <a:rPr lang="es-ES_tradnl" b="1" dirty="0">
                <a:sym typeface="Symbol" pitchFamily="18" charset="2"/>
              </a:rPr>
              <a:t></a:t>
            </a:r>
            <a:r>
              <a:rPr lang="es-ES_tradnl" b="1" dirty="0"/>
              <a:t> </a:t>
            </a:r>
            <a:r>
              <a:rPr lang="es-ES_tradnl" i="1" dirty="0" err="1"/>
              <a:t>c</a:t>
            </a:r>
            <a:r>
              <a:rPr lang="es-ES_tradnl" b="1" i="1" baseline="-25000" dirty="0" err="1"/>
              <a:t>n</a:t>
            </a:r>
            <a:r>
              <a:rPr lang="es-ES_tradnl" b="1" i="1" baseline="-25000" dirty="0">
                <a:cs typeface="Arial" charset="0"/>
              </a:rPr>
              <a:t>–1</a:t>
            </a:r>
            <a:r>
              <a:rPr lang="es-ES_tradnl" i="1" dirty="0"/>
              <a:t> </a:t>
            </a:r>
            <a:endParaRPr lang="es-ES_tradnl" dirty="0"/>
          </a:p>
          <a:p>
            <a:endParaRPr lang="en-US" dirty="0"/>
          </a:p>
        </p:txBody>
      </p:sp>
      <p:sp>
        <p:nvSpPr>
          <p:cNvPr id="2" name="Elipse 1">
            <a:extLst>
              <a:ext uri="{FF2B5EF4-FFF2-40B4-BE49-F238E27FC236}">
                <a16:creationId xmlns:a16="http://schemas.microsoft.com/office/drawing/2014/main" id="{A9179537-990C-3B21-8A26-A0B1CCA73C2D}"/>
              </a:ext>
            </a:extLst>
          </p:cNvPr>
          <p:cNvSpPr/>
          <p:nvPr/>
        </p:nvSpPr>
        <p:spPr bwMode="blackWhite">
          <a:xfrm>
            <a:off x="7010400" y="2446537"/>
            <a:ext cx="90" cy="432792"/>
          </a:xfrm>
          <a:prstGeom prst="ellipse">
            <a:avLst/>
          </a:prstGeom>
          <a:solidFill>
            <a:srgbClr val="660066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_tradnl" sz="2000" b="0" i="0" u="none" strike="noStrike" cap="none" normalizeH="0" baseline="0" noProof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grpSp>
        <p:nvGrpSpPr>
          <p:cNvPr id="5" name="39 Grupo">
            <a:extLst>
              <a:ext uri="{FF2B5EF4-FFF2-40B4-BE49-F238E27FC236}">
                <a16:creationId xmlns:a16="http://schemas.microsoft.com/office/drawing/2014/main" id="{692153C8-D361-4A35-B6BE-86E202735A45}"/>
              </a:ext>
            </a:extLst>
          </p:cNvPr>
          <p:cNvGrpSpPr/>
          <p:nvPr/>
        </p:nvGrpSpPr>
        <p:grpSpPr>
          <a:xfrm>
            <a:off x="5314513" y="2435804"/>
            <a:ext cx="648072" cy="1397248"/>
            <a:chOff x="7812360" y="1268760"/>
            <a:chExt cx="648072" cy="1397248"/>
          </a:xfrm>
        </p:grpSpPr>
        <p:sp>
          <p:nvSpPr>
            <p:cNvPr id="6" name="Text Box 18">
              <a:extLst>
                <a:ext uri="{FF2B5EF4-FFF2-40B4-BE49-F238E27FC236}">
                  <a16:creationId xmlns:a16="http://schemas.microsoft.com/office/drawing/2014/main" id="{95C04F08-015E-16A1-610D-696DBF26E4C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845737" y="1619568"/>
              <a:ext cx="504945" cy="104644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0" tIns="0" rIns="0" bIns="0">
              <a:spAutoFit/>
            </a:bodyPr>
            <a:lstStyle/>
            <a:p>
              <a:pPr algn="r"/>
              <a:r>
                <a:rPr lang="es-ES_tradnl" noProof="0" dirty="0">
                  <a:solidFill>
                    <a:schemeClr val="tx1"/>
                  </a:solidFill>
                </a:rPr>
                <a:t> –2</a:t>
              </a:r>
            </a:p>
            <a:p>
              <a:pPr algn="r">
                <a:lnSpc>
                  <a:spcPct val="90000"/>
                </a:lnSpc>
              </a:pPr>
              <a:r>
                <a:rPr lang="es-ES_tradnl" noProof="0" dirty="0">
                  <a:solidFill>
                    <a:schemeClr val="tx1"/>
                  </a:solidFill>
                </a:rPr>
                <a:t>– +5</a:t>
              </a:r>
            </a:p>
            <a:p>
              <a:pPr algn="r">
                <a:lnSpc>
                  <a:spcPct val="150000"/>
                </a:lnSpc>
              </a:pPr>
              <a:r>
                <a:rPr lang="es-ES_tradnl" noProof="0" dirty="0">
                  <a:solidFill>
                    <a:schemeClr val="tx1"/>
                  </a:solidFill>
                </a:rPr>
                <a:t>–7</a:t>
              </a:r>
            </a:p>
          </p:txBody>
        </p:sp>
        <p:sp>
          <p:nvSpPr>
            <p:cNvPr id="7" name="Text Box 17">
              <a:extLst>
                <a:ext uri="{FF2B5EF4-FFF2-40B4-BE49-F238E27FC236}">
                  <a16:creationId xmlns:a16="http://schemas.microsoft.com/office/drawing/2014/main" id="{1D23592C-868C-6EE4-1CC6-634CBCB452B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956376" y="1268760"/>
              <a:ext cx="470506" cy="307777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0" tIns="0" rIns="0" bIns="0">
              <a:spAutoFit/>
            </a:bodyPr>
            <a:lstStyle/>
            <a:p>
              <a:r>
                <a:rPr lang="es-ES_tradnl" noProof="0" dirty="0">
                  <a:solidFill>
                    <a:schemeClr val="tx1"/>
                  </a:solidFill>
                </a:rPr>
                <a:t>Ca2</a:t>
              </a:r>
            </a:p>
          </p:txBody>
        </p:sp>
        <p:cxnSp>
          <p:nvCxnSpPr>
            <p:cNvPr id="8" name="38 Conector recto">
              <a:extLst>
                <a:ext uri="{FF2B5EF4-FFF2-40B4-BE49-F238E27FC236}">
                  <a16:creationId xmlns:a16="http://schemas.microsoft.com/office/drawing/2014/main" id="{2F76F307-A374-9109-95D8-B4C6BA45E421}"/>
                </a:ext>
              </a:extLst>
            </p:cNvPr>
            <p:cNvCxnSpPr/>
            <p:nvPr/>
          </p:nvCxnSpPr>
          <p:spPr bwMode="auto">
            <a:xfrm>
              <a:off x="7812360" y="2204864"/>
              <a:ext cx="648072" cy="0"/>
            </a:xfrm>
            <a:prstGeom prst="line">
              <a:avLst/>
            </a:prstGeom>
            <a:ln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9" name="Agrupar 73">
            <a:extLst>
              <a:ext uri="{FF2B5EF4-FFF2-40B4-BE49-F238E27FC236}">
                <a16:creationId xmlns:a16="http://schemas.microsoft.com/office/drawing/2014/main" id="{17BDD7C9-BF0A-86F1-51C0-A569C8E69FED}"/>
              </a:ext>
            </a:extLst>
          </p:cNvPr>
          <p:cNvGrpSpPr/>
          <p:nvPr/>
        </p:nvGrpSpPr>
        <p:grpSpPr>
          <a:xfrm>
            <a:off x="6429869" y="2468074"/>
            <a:ext cx="1552575" cy="1374363"/>
            <a:chOff x="4619625" y="4895707"/>
            <a:chExt cx="1552575" cy="1374363"/>
          </a:xfrm>
        </p:grpSpPr>
        <p:grpSp>
          <p:nvGrpSpPr>
            <p:cNvPr id="10" name="Agrupar 44">
              <a:extLst>
                <a:ext uri="{FF2B5EF4-FFF2-40B4-BE49-F238E27FC236}">
                  <a16:creationId xmlns:a16="http://schemas.microsoft.com/office/drawing/2014/main" id="{0BCF44F1-EEF7-4E19-A9F3-ED90F6AD2C66}"/>
                </a:ext>
              </a:extLst>
            </p:cNvPr>
            <p:cNvGrpSpPr/>
            <p:nvPr/>
          </p:nvGrpSpPr>
          <p:grpSpPr>
            <a:xfrm>
              <a:off x="4619625" y="4974670"/>
              <a:ext cx="1552575" cy="1295400"/>
              <a:chOff x="2246312" y="4953000"/>
              <a:chExt cx="1552575" cy="1295400"/>
            </a:xfrm>
          </p:grpSpPr>
          <p:sp>
            <p:nvSpPr>
              <p:cNvPr id="16" name="Line 5">
                <a:extLst>
                  <a:ext uri="{FF2B5EF4-FFF2-40B4-BE49-F238E27FC236}">
                    <a16:creationId xmlns:a16="http://schemas.microsoft.com/office/drawing/2014/main" id="{6491606E-8535-F9A6-545F-4E38B7F51A1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246312" y="5816600"/>
                <a:ext cx="1552575" cy="0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round/>
                <a:headEnd/>
                <a:tailEnd/>
              </a:ln>
              <a:effectLst/>
            </p:spPr>
            <p:txBody>
              <a:bodyPr lIns="0" tIns="0" rIns="0" bIns="0" anchor="ctr">
                <a:spAutoFit/>
              </a:bodyPr>
              <a:lstStyle/>
              <a:p>
                <a:endParaRPr lang="es-ES_tradnl" noProof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7" name="Text Box 6">
                <a:extLst>
                  <a:ext uri="{FF2B5EF4-FFF2-40B4-BE49-F238E27FC236}">
                    <a16:creationId xmlns:a16="http://schemas.microsoft.com/office/drawing/2014/main" id="{20260921-5C4E-C0D5-F563-A6891FA615D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312987" y="5168900"/>
                <a:ext cx="1385220" cy="1077218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lIns="0" tIns="0" rIns="0" bIns="0">
                <a:spAutoFit/>
              </a:bodyPr>
              <a:lstStyle/>
              <a:p>
                <a:r>
                  <a:rPr lang="es-ES_tradnl" b="1" noProof="0" dirty="0">
                    <a:solidFill>
                      <a:schemeClr val="tx1"/>
                    </a:solidFill>
                    <a:latin typeface="Courier New" pitchFamily="49" charset="0"/>
                  </a:rPr>
                  <a:t>  1 1 1 0</a:t>
                </a:r>
              </a:p>
              <a:p>
                <a:r>
                  <a:rPr lang="es-ES_tradnl" b="1" noProof="0" dirty="0">
                    <a:solidFill>
                      <a:schemeClr val="tx1"/>
                    </a:solidFill>
                    <a:latin typeface="Courier New" pitchFamily="49" charset="0"/>
                  </a:rPr>
                  <a:t>+ 1 0 1 0</a:t>
                </a:r>
              </a:p>
              <a:p>
                <a:pPr>
                  <a:lnSpc>
                    <a:spcPct val="160000"/>
                  </a:lnSpc>
                </a:pPr>
                <a:r>
                  <a:rPr lang="es-ES_tradnl" b="1" noProof="0" dirty="0">
                    <a:solidFill>
                      <a:schemeClr val="tx1"/>
                    </a:solidFill>
                    <a:latin typeface="Courier New" pitchFamily="49" charset="0"/>
                  </a:rPr>
                  <a:t>  1 0 0 1</a:t>
                </a:r>
              </a:p>
            </p:txBody>
          </p:sp>
          <p:sp>
            <p:nvSpPr>
              <p:cNvPr id="18" name="Line 7">
                <a:extLst>
                  <a:ext uri="{FF2B5EF4-FFF2-40B4-BE49-F238E27FC236}">
                    <a16:creationId xmlns:a16="http://schemas.microsoft.com/office/drawing/2014/main" id="{F91E717F-6A87-3C68-C302-8F15CF29CF1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33650" y="4953000"/>
                <a:ext cx="0" cy="1295400"/>
              </a:xfrm>
              <a:prstGeom prst="line">
                <a:avLst/>
              </a:prstGeom>
              <a:noFill/>
              <a:ln w="3175">
                <a:solidFill>
                  <a:schemeClr val="tx2"/>
                </a:solidFill>
                <a:prstDash val="sysDot"/>
                <a:round/>
                <a:headEnd/>
                <a:tailEnd/>
              </a:ln>
              <a:effectLst/>
            </p:spPr>
            <p:txBody>
              <a:bodyPr lIns="0" tIns="0" rIns="0" bIns="0" anchor="ctr">
                <a:spAutoFit/>
              </a:bodyPr>
              <a:lstStyle/>
              <a:p>
                <a:endParaRPr lang="es-ES_tradnl" noProof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9" name="Line 8">
                <a:extLst>
                  <a:ext uri="{FF2B5EF4-FFF2-40B4-BE49-F238E27FC236}">
                    <a16:creationId xmlns:a16="http://schemas.microsoft.com/office/drawing/2014/main" id="{DFCED742-94E1-E633-57D8-08D6D8D3AE3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57612" y="4953000"/>
                <a:ext cx="0" cy="1295400"/>
              </a:xfrm>
              <a:prstGeom prst="line">
                <a:avLst/>
              </a:prstGeom>
              <a:noFill/>
              <a:ln w="3175">
                <a:solidFill>
                  <a:schemeClr val="tx2"/>
                </a:solidFill>
                <a:prstDash val="sysDot"/>
                <a:round/>
                <a:headEnd/>
                <a:tailEnd/>
              </a:ln>
              <a:effectLst/>
            </p:spPr>
            <p:txBody>
              <a:bodyPr lIns="0" tIns="0" rIns="0" bIns="0" anchor="ctr">
                <a:spAutoFit/>
              </a:bodyPr>
              <a:lstStyle/>
              <a:p>
                <a:endParaRPr lang="es-ES_tradnl" noProof="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1" name="Text Box 11">
              <a:extLst>
                <a:ext uri="{FF2B5EF4-FFF2-40B4-BE49-F238E27FC236}">
                  <a16:creationId xmlns:a16="http://schemas.microsoft.com/office/drawing/2014/main" id="{A66841A9-30BA-075E-8C5A-1C3C517AB38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00267" y="4895707"/>
              <a:ext cx="136856" cy="246221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0" tIns="0" rIns="0" bIns="0">
              <a:spAutoFit/>
            </a:bodyPr>
            <a:lstStyle/>
            <a:p>
              <a:pPr algn="r"/>
              <a:r>
                <a:rPr lang="es-ES_tradnl" sz="1600" noProof="0" dirty="0">
                  <a:solidFill>
                    <a:schemeClr val="tx1"/>
                  </a:solidFill>
                  <a:latin typeface="Arial Black" pitchFamily="34" charset="0"/>
                </a:rPr>
                <a:t>1</a:t>
              </a:r>
            </a:p>
          </p:txBody>
        </p:sp>
        <p:sp>
          <p:nvSpPr>
            <p:cNvPr id="12" name="Text Box 27">
              <a:extLst>
                <a:ext uri="{FF2B5EF4-FFF2-40B4-BE49-F238E27FC236}">
                  <a16:creationId xmlns:a16="http://schemas.microsoft.com/office/drawing/2014/main" id="{0626FE77-A885-A1EA-09A9-3E45A2715B1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30457" y="4897120"/>
              <a:ext cx="136856" cy="246221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0" tIns="0" rIns="0" bIns="0">
              <a:spAutoFit/>
            </a:bodyPr>
            <a:lstStyle/>
            <a:p>
              <a:r>
                <a:rPr lang="es-ES_tradnl" sz="1600" noProof="0" dirty="0">
                  <a:solidFill>
                    <a:schemeClr val="tx1"/>
                  </a:solidFill>
                  <a:latin typeface="Arial Black" pitchFamily="34" charset="0"/>
                </a:rPr>
                <a:t>1</a:t>
              </a:r>
            </a:p>
          </p:txBody>
        </p:sp>
        <p:sp>
          <p:nvSpPr>
            <p:cNvPr id="13" name="Text Box 28">
              <a:extLst>
                <a:ext uri="{FF2B5EF4-FFF2-40B4-BE49-F238E27FC236}">
                  <a16:creationId xmlns:a16="http://schemas.microsoft.com/office/drawing/2014/main" id="{A6E5ABB5-842A-00AB-6891-7F18F204F94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70094" y="4897120"/>
              <a:ext cx="136856" cy="246221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0" tIns="0" rIns="0" bIns="0">
              <a:spAutoFit/>
            </a:bodyPr>
            <a:lstStyle/>
            <a:p>
              <a:r>
                <a:rPr lang="es-ES_tradnl" sz="1600" noProof="0" dirty="0">
                  <a:solidFill>
                    <a:schemeClr val="tx1"/>
                  </a:solidFill>
                  <a:latin typeface="Arial Black" pitchFamily="34" charset="0"/>
                </a:rPr>
                <a:t>1</a:t>
              </a:r>
            </a:p>
          </p:txBody>
        </p:sp>
        <p:sp>
          <p:nvSpPr>
            <p:cNvPr id="14" name="Text Box 29">
              <a:extLst>
                <a:ext uri="{FF2B5EF4-FFF2-40B4-BE49-F238E27FC236}">
                  <a16:creationId xmlns:a16="http://schemas.microsoft.com/office/drawing/2014/main" id="{534070DF-34ED-4E1C-3043-87E12D88267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38432" y="4897120"/>
              <a:ext cx="136856" cy="246221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0" tIns="0" rIns="0" bIns="0">
              <a:spAutoFit/>
            </a:bodyPr>
            <a:lstStyle/>
            <a:p>
              <a:r>
                <a:rPr lang="es-ES_tradnl" sz="1600" noProof="0" dirty="0">
                  <a:solidFill>
                    <a:schemeClr val="tx1"/>
                  </a:solidFill>
                  <a:latin typeface="Arial Black" pitchFamily="34" charset="0"/>
                </a:rPr>
                <a:t>1</a:t>
              </a:r>
            </a:p>
          </p:txBody>
        </p:sp>
        <p:sp>
          <p:nvSpPr>
            <p:cNvPr id="15" name="Text Box 30">
              <a:extLst>
                <a:ext uri="{FF2B5EF4-FFF2-40B4-BE49-F238E27FC236}">
                  <a16:creationId xmlns:a16="http://schemas.microsoft.com/office/drawing/2014/main" id="{C338A8C4-33FE-ED01-CE3C-D4D4D244F2D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608624" y="4897120"/>
              <a:ext cx="136856" cy="246221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0" tIns="0" rIns="0" bIns="0">
              <a:spAutoFit/>
            </a:bodyPr>
            <a:lstStyle/>
            <a:p>
              <a:r>
                <a:rPr lang="es-ES_tradnl" sz="1600" noProof="0" dirty="0">
                  <a:solidFill>
                    <a:schemeClr val="tx1"/>
                  </a:solidFill>
                  <a:latin typeface="Arial Black" pitchFamily="34" charset="0"/>
                </a:rPr>
                <a:t>0</a:t>
              </a:r>
            </a:p>
          </p:txBody>
        </p:sp>
      </p:grpSp>
      <p:grpSp>
        <p:nvGrpSpPr>
          <p:cNvPr id="20" name="39 Grupo">
            <a:extLst>
              <a:ext uri="{FF2B5EF4-FFF2-40B4-BE49-F238E27FC236}">
                <a16:creationId xmlns:a16="http://schemas.microsoft.com/office/drawing/2014/main" id="{7B3BC317-8C1B-4699-4B00-F4329FFCC9FC}"/>
              </a:ext>
            </a:extLst>
          </p:cNvPr>
          <p:cNvGrpSpPr/>
          <p:nvPr/>
        </p:nvGrpSpPr>
        <p:grpSpPr>
          <a:xfrm>
            <a:off x="1596222" y="2372444"/>
            <a:ext cx="5234354" cy="1488604"/>
            <a:chOff x="1600200" y="2145804"/>
            <a:chExt cx="5410290" cy="1488604"/>
          </a:xfrm>
        </p:grpSpPr>
        <p:sp>
          <p:nvSpPr>
            <p:cNvPr id="21" name="Elipse 20">
              <a:extLst>
                <a:ext uri="{FF2B5EF4-FFF2-40B4-BE49-F238E27FC236}">
                  <a16:creationId xmlns:a16="http://schemas.microsoft.com/office/drawing/2014/main" id="{DDC68FF3-593E-B6D1-FE55-85836C4BF109}"/>
                </a:ext>
              </a:extLst>
            </p:cNvPr>
            <p:cNvSpPr/>
            <p:nvPr/>
          </p:nvSpPr>
          <p:spPr bwMode="blackWhite">
            <a:xfrm>
              <a:off x="7010400" y="2145804"/>
              <a:ext cx="90" cy="432792"/>
            </a:xfrm>
            <a:prstGeom prst="ellipse">
              <a:avLst/>
            </a:prstGeom>
            <a:solidFill>
              <a:srgbClr val="660066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0" tIns="0" rIns="0" bIns="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_tradnl" sz="2000" b="0" i="0" u="none" strike="noStrike" cap="none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grpSp>
          <p:nvGrpSpPr>
            <p:cNvPr id="22" name="Agrupar 72">
              <a:extLst>
                <a:ext uri="{FF2B5EF4-FFF2-40B4-BE49-F238E27FC236}">
                  <a16:creationId xmlns:a16="http://schemas.microsoft.com/office/drawing/2014/main" id="{2E1E62C1-767E-D5B4-810A-5397D7A896DB}"/>
                </a:ext>
              </a:extLst>
            </p:cNvPr>
            <p:cNvGrpSpPr/>
            <p:nvPr/>
          </p:nvGrpSpPr>
          <p:grpSpPr>
            <a:xfrm>
              <a:off x="1600200" y="2209800"/>
              <a:ext cx="1552575" cy="1415971"/>
              <a:chOff x="2246312" y="4860925"/>
              <a:chExt cx="1552575" cy="1415971"/>
            </a:xfrm>
          </p:grpSpPr>
          <p:sp>
            <p:nvSpPr>
              <p:cNvPr id="27" name="Line 5">
                <a:extLst>
                  <a:ext uri="{FF2B5EF4-FFF2-40B4-BE49-F238E27FC236}">
                    <a16:creationId xmlns:a16="http://schemas.microsoft.com/office/drawing/2014/main" id="{96A82E2C-8669-6D2F-BB24-BDF6493F089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246312" y="5816600"/>
                <a:ext cx="1552575" cy="0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round/>
                <a:headEnd/>
                <a:tailEnd/>
              </a:ln>
              <a:effectLst/>
            </p:spPr>
            <p:txBody>
              <a:bodyPr lIns="0" tIns="0" rIns="0" bIns="0" anchor="ctr">
                <a:spAutoFit/>
              </a:bodyPr>
              <a:lstStyle/>
              <a:p>
                <a:endParaRPr lang="es-ES_tradnl" noProof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8" name="Text Box 6">
                <a:extLst>
                  <a:ext uri="{FF2B5EF4-FFF2-40B4-BE49-F238E27FC236}">
                    <a16:creationId xmlns:a16="http://schemas.microsoft.com/office/drawing/2014/main" id="{78229B61-2EC6-AFFC-DDEC-0198BDB314A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312987" y="5168900"/>
                <a:ext cx="1384995" cy="1107996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lIns="0" tIns="0" rIns="0" bIns="0">
                <a:spAutoFit/>
              </a:bodyPr>
              <a:lstStyle/>
              <a:p>
                <a:r>
                  <a:rPr lang="es-ES_tradnl" b="1" noProof="0" dirty="0">
                    <a:solidFill>
                      <a:schemeClr val="tx1"/>
                    </a:solidFill>
                    <a:latin typeface="Courier New" pitchFamily="49" charset="0"/>
                  </a:rPr>
                  <a:t>  1 1 1 0</a:t>
                </a:r>
              </a:p>
              <a:p>
                <a:r>
                  <a:rPr lang="es-ES_tradnl" b="1" noProof="0" dirty="0">
                    <a:solidFill>
                      <a:schemeClr val="tx1"/>
                    </a:solidFill>
                    <a:latin typeface="Courier New" pitchFamily="49" charset="0"/>
                  </a:rPr>
                  <a:t>+ 0 0 0 0</a:t>
                </a:r>
              </a:p>
              <a:p>
                <a:pPr>
                  <a:lnSpc>
                    <a:spcPct val="160000"/>
                  </a:lnSpc>
                </a:pPr>
                <a:r>
                  <a:rPr lang="es-ES_tradnl" b="1" noProof="0" dirty="0">
                    <a:solidFill>
                      <a:schemeClr val="tx1"/>
                    </a:solidFill>
                    <a:latin typeface="Courier New" pitchFamily="49" charset="0"/>
                  </a:rPr>
                  <a:t>  1 1 1 1</a:t>
                </a:r>
              </a:p>
            </p:txBody>
          </p:sp>
          <p:sp>
            <p:nvSpPr>
              <p:cNvPr id="29" name="Line 7">
                <a:extLst>
                  <a:ext uri="{FF2B5EF4-FFF2-40B4-BE49-F238E27FC236}">
                    <a16:creationId xmlns:a16="http://schemas.microsoft.com/office/drawing/2014/main" id="{47CABE27-0C36-ABBD-ED6B-9079412B4F7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33650" y="4953000"/>
                <a:ext cx="0" cy="1295400"/>
              </a:xfrm>
              <a:prstGeom prst="line">
                <a:avLst/>
              </a:prstGeom>
              <a:noFill/>
              <a:ln w="3175">
                <a:solidFill>
                  <a:schemeClr val="tx2"/>
                </a:solidFill>
                <a:prstDash val="sysDot"/>
                <a:round/>
                <a:headEnd/>
                <a:tailEnd/>
              </a:ln>
              <a:effectLst/>
            </p:spPr>
            <p:txBody>
              <a:bodyPr lIns="0" tIns="0" rIns="0" bIns="0" anchor="ctr">
                <a:spAutoFit/>
              </a:bodyPr>
              <a:lstStyle/>
              <a:p>
                <a:endParaRPr lang="es-ES_tradnl" noProof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0" name="Line 8">
                <a:extLst>
                  <a:ext uri="{FF2B5EF4-FFF2-40B4-BE49-F238E27FC236}">
                    <a16:creationId xmlns:a16="http://schemas.microsoft.com/office/drawing/2014/main" id="{5BC5924F-67C0-047A-53DC-FA215373CD6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57612" y="4953000"/>
                <a:ext cx="0" cy="1295400"/>
              </a:xfrm>
              <a:prstGeom prst="line">
                <a:avLst/>
              </a:prstGeom>
              <a:noFill/>
              <a:ln w="3175">
                <a:solidFill>
                  <a:schemeClr val="tx2"/>
                </a:solidFill>
                <a:prstDash val="sysDot"/>
                <a:round/>
                <a:headEnd/>
                <a:tailEnd/>
              </a:ln>
              <a:effectLst/>
            </p:spPr>
            <p:txBody>
              <a:bodyPr lIns="0" tIns="0" rIns="0" bIns="0" anchor="ctr">
                <a:spAutoFit/>
              </a:bodyPr>
              <a:lstStyle/>
              <a:p>
                <a:endParaRPr lang="es-ES_tradnl" noProof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1" name="Text Box 27">
                <a:extLst>
                  <a:ext uri="{FF2B5EF4-FFF2-40B4-BE49-F238E27FC236}">
                    <a16:creationId xmlns:a16="http://schemas.microsoft.com/office/drawing/2014/main" id="{A2204E9C-D662-C6BD-E727-D6780B29A87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646363" y="4860925"/>
                <a:ext cx="136856" cy="246221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lIns="0" tIns="0" rIns="0" bIns="0">
                <a:spAutoFit/>
              </a:bodyPr>
              <a:lstStyle/>
              <a:p>
                <a:r>
                  <a:rPr lang="es-ES_tradnl" sz="1600" noProof="0" dirty="0">
                    <a:solidFill>
                      <a:schemeClr val="tx1"/>
                    </a:solidFill>
                    <a:latin typeface="Arial Black" pitchFamily="34" charset="0"/>
                  </a:rPr>
                  <a:t>0</a:t>
                </a:r>
              </a:p>
            </p:txBody>
          </p:sp>
          <p:sp>
            <p:nvSpPr>
              <p:cNvPr id="32" name="Text Box 28">
                <a:extLst>
                  <a:ext uri="{FF2B5EF4-FFF2-40B4-BE49-F238E27FC236}">
                    <a16:creationId xmlns:a16="http://schemas.microsoft.com/office/drawing/2014/main" id="{39F35D23-BF63-3CEE-243B-8588809579E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286000" y="4860925"/>
                <a:ext cx="134938" cy="244475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lIns="0" tIns="0" rIns="0" bIns="0">
                <a:spAutoFit/>
              </a:bodyPr>
              <a:lstStyle/>
              <a:p>
                <a:r>
                  <a:rPr lang="es-ES_tradnl" sz="1600" noProof="0" dirty="0">
                    <a:solidFill>
                      <a:schemeClr val="tx1"/>
                    </a:solidFill>
                    <a:latin typeface="Arial Black" pitchFamily="34" charset="0"/>
                  </a:rPr>
                  <a:t>0</a:t>
                </a:r>
              </a:p>
            </p:txBody>
          </p:sp>
          <p:sp>
            <p:nvSpPr>
              <p:cNvPr id="33" name="Text Box 29">
                <a:extLst>
                  <a:ext uri="{FF2B5EF4-FFF2-40B4-BE49-F238E27FC236}">
                    <a16:creationId xmlns:a16="http://schemas.microsoft.com/office/drawing/2014/main" id="{EF1ED831-E5ED-CAE0-C4F1-119A359B515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54338" y="4860925"/>
                <a:ext cx="134938" cy="244475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lIns="0" tIns="0" rIns="0" bIns="0">
                <a:spAutoFit/>
              </a:bodyPr>
              <a:lstStyle/>
              <a:p>
                <a:r>
                  <a:rPr lang="es-ES_tradnl" sz="1600" noProof="0" dirty="0">
                    <a:solidFill>
                      <a:schemeClr val="tx1"/>
                    </a:solidFill>
                    <a:latin typeface="Arial Black" pitchFamily="34" charset="0"/>
                  </a:rPr>
                  <a:t>0</a:t>
                </a:r>
              </a:p>
            </p:txBody>
          </p:sp>
          <p:sp>
            <p:nvSpPr>
              <p:cNvPr id="34" name="Text Box 30">
                <a:extLst>
                  <a:ext uri="{FF2B5EF4-FFF2-40B4-BE49-F238E27FC236}">
                    <a16:creationId xmlns:a16="http://schemas.microsoft.com/office/drawing/2014/main" id="{E65424CC-15E6-8938-FDC6-7D14319540E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270250" y="4860925"/>
                <a:ext cx="136256" cy="246221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lIns="0" tIns="0" rIns="0" bIns="0">
                <a:spAutoFit/>
              </a:bodyPr>
              <a:lstStyle/>
              <a:p>
                <a:r>
                  <a:rPr lang="es-ES_tradnl" sz="1600" noProof="0" dirty="0">
                    <a:solidFill>
                      <a:schemeClr val="tx1"/>
                    </a:solidFill>
                    <a:latin typeface="Arial Black" pitchFamily="34" charset="0"/>
                  </a:rPr>
                  <a:t>0</a:t>
                </a:r>
              </a:p>
            </p:txBody>
          </p:sp>
        </p:grpSp>
        <p:sp>
          <p:nvSpPr>
            <p:cNvPr id="23" name="Text Box 17">
              <a:extLst>
                <a:ext uri="{FF2B5EF4-FFF2-40B4-BE49-F238E27FC236}">
                  <a16:creationId xmlns:a16="http://schemas.microsoft.com/office/drawing/2014/main" id="{E9C711EA-1740-ED67-2399-FDB204D21B3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52800" y="2206968"/>
              <a:ext cx="541514" cy="307777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0" tIns="0" rIns="0" bIns="0">
              <a:spAutoFit/>
            </a:bodyPr>
            <a:lstStyle/>
            <a:p>
              <a:r>
                <a:rPr lang="es-ES_tradnl" noProof="0" dirty="0">
                  <a:solidFill>
                    <a:schemeClr val="tx1"/>
                  </a:solidFill>
                </a:rPr>
                <a:t>CBN</a:t>
              </a:r>
            </a:p>
          </p:txBody>
        </p:sp>
        <p:sp>
          <p:nvSpPr>
            <p:cNvPr id="24" name="Text Box 18">
              <a:extLst>
                <a:ext uri="{FF2B5EF4-FFF2-40B4-BE49-F238E27FC236}">
                  <a16:creationId xmlns:a16="http://schemas.microsoft.com/office/drawing/2014/main" id="{01A3B813-B256-DA88-F172-6802E5B21D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13139" y="2587968"/>
              <a:ext cx="498534" cy="104644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0" tIns="0" rIns="0" bIns="0">
              <a:spAutoFit/>
            </a:bodyPr>
            <a:lstStyle/>
            <a:p>
              <a:pPr algn="r"/>
              <a:r>
                <a:rPr lang="es-ES_tradnl" noProof="0" dirty="0">
                  <a:solidFill>
                    <a:schemeClr val="tx1"/>
                  </a:solidFill>
                </a:rPr>
                <a:t> 14</a:t>
              </a:r>
            </a:p>
            <a:p>
              <a:pPr algn="r">
                <a:lnSpc>
                  <a:spcPct val="90000"/>
                </a:lnSpc>
              </a:pPr>
              <a:r>
                <a:rPr lang="es-ES_tradnl" noProof="0" dirty="0">
                  <a:solidFill>
                    <a:schemeClr val="tx1"/>
                  </a:solidFill>
                </a:rPr>
                <a:t>– 15</a:t>
              </a:r>
            </a:p>
            <a:p>
              <a:pPr algn="r">
                <a:lnSpc>
                  <a:spcPct val="150000"/>
                </a:lnSpc>
              </a:pPr>
              <a:r>
                <a:rPr lang="es-ES_tradnl" noProof="0" dirty="0">
                  <a:solidFill>
                    <a:schemeClr val="tx1"/>
                  </a:solidFill>
                </a:rPr>
                <a:t>-1</a:t>
              </a:r>
            </a:p>
          </p:txBody>
        </p:sp>
        <p:cxnSp>
          <p:nvCxnSpPr>
            <p:cNvPr id="25" name="36 Conector recto">
              <a:extLst>
                <a:ext uri="{FF2B5EF4-FFF2-40B4-BE49-F238E27FC236}">
                  <a16:creationId xmlns:a16="http://schemas.microsoft.com/office/drawing/2014/main" id="{9318F34A-450C-6273-EC9B-5B78FA6C819F}"/>
                </a:ext>
              </a:extLst>
            </p:cNvPr>
            <p:cNvCxnSpPr/>
            <p:nvPr/>
          </p:nvCxnSpPr>
          <p:spPr bwMode="auto">
            <a:xfrm>
              <a:off x="3347864" y="3140968"/>
              <a:ext cx="648072" cy="0"/>
            </a:xfrm>
            <a:prstGeom prst="line">
              <a:avLst/>
            </a:prstGeom>
            <a:ln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6" name="Text Box 30">
              <a:extLst>
                <a:ext uri="{FF2B5EF4-FFF2-40B4-BE49-F238E27FC236}">
                  <a16:creationId xmlns:a16="http://schemas.microsoft.com/office/drawing/2014/main" id="{7BCAACE9-C839-7D07-3E04-BDB2EC34394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57488" y="2214554"/>
              <a:ext cx="136256" cy="246221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0" tIns="0" rIns="0" bIns="0">
              <a:spAutoFit/>
            </a:bodyPr>
            <a:lstStyle/>
            <a:p>
              <a:r>
                <a:rPr lang="es-ES_tradnl" sz="1600" noProof="0" dirty="0">
                  <a:solidFill>
                    <a:schemeClr val="tx1"/>
                  </a:solidFill>
                  <a:latin typeface="Arial Black" pitchFamily="34" charset="0"/>
                </a:rPr>
                <a:t>1</a:t>
              </a:r>
            </a:p>
          </p:txBody>
        </p:sp>
      </p:grpSp>
      <p:sp>
        <p:nvSpPr>
          <p:cNvPr id="35" name="Line 19">
            <a:extLst>
              <a:ext uri="{FF2B5EF4-FFF2-40B4-BE49-F238E27FC236}">
                <a16:creationId xmlns:a16="http://schemas.microsoft.com/office/drawing/2014/main" id="{3B12FDDD-C2AE-5D32-31C3-931E5FF9F6F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522079" y="3500604"/>
            <a:ext cx="288925" cy="288925"/>
          </a:xfrm>
          <a:prstGeom prst="line">
            <a:avLst/>
          </a:prstGeom>
          <a:noFill/>
          <a:ln w="12700">
            <a:solidFill>
              <a:srgbClr val="FF3300"/>
            </a:solidFill>
            <a:round/>
            <a:headEnd/>
            <a:tailEnd/>
          </a:ln>
          <a:effectLst/>
        </p:spPr>
        <p:txBody>
          <a:bodyPr wrap="none" lIns="0" tIns="0" rIns="0" bIns="0" anchor="ctr">
            <a:spAutoFit/>
          </a:bodyPr>
          <a:lstStyle/>
          <a:p>
            <a:endParaRPr lang="es-ES_tradnl" noProof="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3211755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28F3B4-F84B-11AA-79C0-32CF4D3787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3 Marcador de número de diapositiva">
            <a:extLst>
              <a:ext uri="{FF2B5EF4-FFF2-40B4-BE49-F238E27FC236}">
                <a16:creationId xmlns:a16="http://schemas.microsoft.com/office/drawing/2014/main" id="{AC586D46-A2D0-49CD-ABED-B69AB36BB7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4E7847B6-FB90-4985-BDAD-0FC52C69182E}" type="slidenum">
              <a:rPr lang="es-ES_tradnl" noProof="0" smtClean="0"/>
              <a:pPr/>
              <a:t>19</a:t>
            </a:fld>
            <a:endParaRPr lang="es-ES_tradnl" noProof="0" dirty="0"/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424B8453-1741-5498-784C-C29E85C9D1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Fundamentos</a:t>
            </a:r>
            <a:endParaRPr lang="en-US" dirty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F1E3191-8AD8-0474-6FFD-89F7299DF6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_tradnl" dirty="0"/>
              <a:t>Comparación de dos enteros en CBN:</a:t>
            </a:r>
          </a:p>
          <a:p>
            <a:pPr lvl="1"/>
            <a:r>
              <a:rPr lang="es-ES_tradnl" dirty="0"/>
              <a:t>El resultado de una comparación es un bit</a:t>
            </a:r>
          </a:p>
          <a:p>
            <a:pPr lvl="1" algn="ctr">
              <a:buNone/>
            </a:pPr>
            <a:r>
              <a:rPr lang="es-ES_tradnl" dirty="0"/>
              <a:t> (</a:t>
            </a:r>
            <a:r>
              <a:rPr lang="es-ES_tradnl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s-ES_tradnl" dirty="0"/>
              <a:t> = cierto, </a:t>
            </a:r>
            <a:r>
              <a:rPr lang="es-ES_tradnl" dirty="0">
                <a:latin typeface="Arial" panose="020B0604020202020204" pitchFamily="34" charset="0"/>
                <a:cs typeface="Arial" panose="020B0604020202020204" pitchFamily="34" charset="0"/>
              </a:rPr>
              <a:t>0 </a:t>
            </a:r>
            <a:r>
              <a:rPr lang="es-ES_tradnl" dirty="0"/>
              <a:t>= falso)</a:t>
            </a:r>
          </a:p>
          <a:p>
            <a:pPr lvl="1"/>
            <a:r>
              <a:rPr lang="es-ES_tradnl" dirty="0"/>
              <a:t>La comparación </a:t>
            </a:r>
            <a:r>
              <a:rPr lang="es-ES_tradnl" i="1" dirty="0"/>
              <a:t>A</a:t>
            </a:r>
            <a:r>
              <a:rPr lang="es-ES_tradnl" dirty="0"/>
              <a:t> &lt; </a:t>
            </a:r>
            <a:r>
              <a:rPr lang="es-ES_tradnl" i="1" dirty="0"/>
              <a:t>B</a:t>
            </a:r>
            <a:r>
              <a:rPr lang="es-ES_tradnl" dirty="0"/>
              <a:t> se puede hacer restando </a:t>
            </a:r>
            <a:r>
              <a:rPr lang="es-ES_tradnl" i="1" dirty="0">
                <a:solidFill>
                  <a:schemeClr val="tx2"/>
                </a:solidFill>
              </a:rPr>
              <a:t>R = A – B</a:t>
            </a:r>
            <a:r>
              <a:rPr lang="es-ES_tradnl" dirty="0"/>
              <a:t> y analizando los acarreos y el </a:t>
            </a:r>
            <a:r>
              <a:rPr lang="es-ES_tradnl" dirty="0" err="1"/>
              <a:t>flag</a:t>
            </a:r>
            <a:r>
              <a:rPr lang="es-ES_tradnl" dirty="0"/>
              <a:t> Z</a:t>
            </a:r>
          </a:p>
          <a:p>
            <a:endParaRPr lang="en-US" dirty="0"/>
          </a:p>
        </p:txBody>
      </p:sp>
      <p:graphicFrame>
        <p:nvGraphicFramePr>
          <p:cNvPr id="2" name="4 Tabla">
            <a:extLst>
              <a:ext uri="{FF2B5EF4-FFF2-40B4-BE49-F238E27FC236}">
                <a16:creationId xmlns:a16="http://schemas.microsoft.com/office/drawing/2014/main" id="{C491D4E6-A86F-3B08-73BF-FC92939C33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382055"/>
              </p:ext>
            </p:extLst>
          </p:nvPr>
        </p:nvGraphicFramePr>
        <p:xfrm>
          <a:off x="2285984" y="3786190"/>
          <a:ext cx="4841889" cy="202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277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140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_tradnl" noProof="0" dirty="0"/>
                        <a:t>Comparación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noProof="0" dirty="0"/>
                        <a:t>CBN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_tradnl" noProof="0" dirty="0"/>
                        <a:t>A == 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noProof="0" dirty="0"/>
                        <a:t>R =</a:t>
                      </a:r>
                      <a:r>
                        <a:rPr lang="es-ES_tradnl" baseline="0" noProof="0" dirty="0"/>
                        <a:t> </a:t>
                      </a:r>
                      <a:r>
                        <a:rPr lang="es-ES_tradnl" noProof="0" dirty="0"/>
                        <a:t>0 (Z=1)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_tradnl" noProof="0" dirty="0"/>
                        <a:t>A &gt;= 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noProof="0" dirty="0" err="1"/>
                        <a:t>c</a:t>
                      </a:r>
                      <a:r>
                        <a:rPr lang="es-ES_tradnl" baseline="-25000" noProof="0" dirty="0" err="1"/>
                        <a:t>n</a:t>
                      </a:r>
                      <a:r>
                        <a:rPr lang="es-ES_tradnl" noProof="0" dirty="0"/>
                        <a:t> = 1</a:t>
                      </a:r>
                    </a:p>
                    <a:p>
                      <a:pPr algn="ctr"/>
                      <a:r>
                        <a:rPr lang="es-ES_tradnl" noProof="0" dirty="0"/>
                        <a:t>(R es representable)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_tradnl" noProof="0" dirty="0"/>
                        <a:t>A &lt; 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noProof="0" dirty="0" err="1"/>
                        <a:t>c</a:t>
                      </a:r>
                      <a:r>
                        <a:rPr lang="es-ES_tradnl" baseline="-25000" noProof="0" dirty="0" err="1"/>
                        <a:t>n</a:t>
                      </a:r>
                      <a:r>
                        <a:rPr lang="es-ES_tradnl" noProof="0" dirty="0"/>
                        <a:t> = 0</a:t>
                      </a:r>
                      <a:br>
                        <a:rPr lang="es-ES_tradnl" noProof="0" dirty="0"/>
                      </a:br>
                      <a:r>
                        <a:rPr lang="es-ES_tradnl" noProof="0" dirty="0"/>
                        <a:t>(R</a:t>
                      </a:r>
                      <a:r>
                        <a:rPr lang="es-ES_tradnl" baseline="0" noProof="0" dirty="0"/>
                        <a:t> no es representable)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5420909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D2D736-AA95-E78A-3BFA-615C0A99AE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3 Marcador de número de diapositiva">
            <a:extLst>
              <a:ext uri="{FF2B5EF4-FFF2-40B4-BE49-F238E27FC236}">
                <a16:creationId xmlns:a16="http://schemas.microsoft.com/office/drawing/2014/main" id="{3032FE39-EED5-52BE-4B9F-54D0F5E1B2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4E7847B6-FB90-4985-BDAD-0FC52C69182E}" type="slidenum">
              <a:rPr lang="es-ES_tradnl" noProof="0" smtClean="0"/>
              <a:pPr/>
              <a:t>20</a:t>
            </a:fld>
            <a:endParaRPr lang="es-ES_tradnl" noProof="0" dirty="0"/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37F2DEA7-72E0-90DC-7B08-76A84BD6EC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Fundamentos</a:t>
            </a:r>
            <a:endParaRPr lang="en-US" dirty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CEDAEC3-C4BD-6435-1521-82DB464E82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_tradnl" dirty="0"/>
              <a:t>La comparación de dos enteros en Ca2:</a:t>
            </a:r>
          </a:p>
          <a:p>
            <a:pPr lvl="1"/>
            <a:r>
              <a:rPr lang="es-ES_tradnl" dirty="0"/>
              <a:t>El resultado de una comparación es un bit </a:t>
            </a:r>
          </a:p>
          <a:p>
            <a:pPr lvl="1" algn="ctr">
              <a:buNone/>
            </a:pPr>
            <a:r>
              <a:rPr lang="es-ES_tradnl" dirty="0"/>
              <a:t>(</a:t>
            </a:r>
            <a:r>
              <a:rPr lang="es-ES_tradnl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s-ES_tradnl" dirty="0"/>
              <a:t> = cierto, 0 = falso)</a:t>
            </a:r>
          </a:p>
          <a:p>
            <a:pPr lvl="1" algn="just"/>
            <a:r>
              <a:rPr lang="es-ES_tradnl" dirty="0"/>
              <a:t>La comparación </a:t>
            </a:r>
            <a:r>
              <a:rPr lang="es-ES_tradnl" i="1" dirty="0"/>
              <a:t>A &lt; B </a:t>
            </a:r>
            <a:r>
              <a:rPr lang="es-ES_tradnl" dirty="0"/>
              <a:t>se puede hacer restando </a:t>
            </a:r>
            <a:r>
              <a:rPr lang="es-ES_tradnl" i="1" dirty="0">
                <a:solidFill>
                  <a:schemeClr val="tx2"/>
                </a:solidFill>
              </a:rPr>
              <a:t>R = A – B</a:t>
            </a:r>
            <a:r>
              <a:rPr lang="es-ES_tradnl" dirty="0"/>
              <a:t>, comprobando si ha habido desbordamiento (</a:t>
            </a:r>
            <a:r>
              <a:rPr lang="es-ES_tradnl" dirty="0" err="1"/>
              <a:t>flag</a:t>
            </a:r>
            <a:r>
              <a:rPr lang="es-ES_tradnl" dirty="0"/>
              <a:t> V), y analizando el signo del resultado (</a:t>
            </a:r>
            <a:r>
              <a:rPr lang="es-ES_tradnl" dirty="0" err="1"/>
              <a:t>flag</a:t>
            </a:r>
            <a:r>
              <a:rPr lang="es-ES_tradnl" dirty="0"/>
              <a:t> N) y el </a:t>
            </a:r>
            <a:r>
              <a:rPr lang="es-ES_tradnl" dirty="0" err="1"/>
              <a:t>flag</a:t>
            </a:r>
            <a:r>
              <a:rPr lang="es-ES_tradnl" dirty="0"/>
              <a:t> Z</a:t>
            </a:r>
          </a:p>
          <a:p>
            <a:endParaRPr lang="en-US" dirty="0"/>
          </a:p>
        </p:txBody>
      </p:sp>
      <p:graphicFrame>
        <p:nvGraphicFramePr>
          <p:cNvPr id="5" name="4 Tabla">
            <a:extLst>
              <a:ext uri="{FF2B5EF4-FFF2-40B4-BE49-F238E27FC236}">
                <a16:creationId xmlns:a16="http://schemas.microsoft.com/office/drawing/2014/main" id="{F76FFDB9-1625-45BB-5EAF-E0041CD552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5753191"/>
              </p:ext>
            </p:extLst>
          </p:nvPr>
        </p:nvGraphicFramePr>
        <p:xfrm>
          <a:off x="1619672" y="3828617"/>
          <a:ext cx="6715172" cy="26975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73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094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383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2591">
                <a:tc>
                  <a:txBody>
                    <a:bodyPr/>
                    <a:lstStyle/>
                    <a:p>
                      <a:pPr algn="ctr"/>
                      <a:r>
                        <a:rPr lang="es-ES_tradnl" noProof="0" dirty="0"/>
                        <a:t>Comparación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s-ES_tradnl" noProof="0" dirty="0"/>
                        <a:t>Ca2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s-ES" dirty="0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591">
                <a:tc>
                  <a:txBody>
                    <a:bodyPr/>
                    <a:lstStyle/>
                    <a:p>
                      <a:pPr algn="ctr"/>
                      <a:r>
                        <a:rPr lang="es-ES_tradnl" sz="1400" noProof="0" dirty="0"/>
                        <a:t>A == 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400" noProof="0" dirty="0"/>
                        <a:t>R =</a:t>
                      </a:r>
                      <a:r>
                        <a:rPr lang="es-ES_tradnl" sz="1400" baseline="0" noProof="0" dirty="0"/>
                        <a:t> </a:t>
                      </a:r>
                      <a:r>
                        <a:rPr lang="es-ES_tradnl" sz="1400" noProof="0" dirty="0"/>
                        <a:t>0 (Z=1)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400" noProof="0" dirty="0"/>
                        <a:t>R = 0 (Z=1)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7582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_tradnl" sz="1400" noProof="0" dirty="0"/>
                        <a:t>(V</a:t>
                      </a:r>
                      <a:r>
                        <a:rPr lang="es-ES_tradnl" sz="1400" baseline="0" noProof="0" dirty="0"/>
                        <a:t> = 0</a:t>
                      </a:r>
                      <a:r>
                        <a:rPr lang="es-ES_tradnl" sz="1400" noProof="0" dirty="0"/>
                        <a:t>)</a:t>
                      </a:r>
                    </a:p>
                    <a:p>
                      <a:pPr algn="ctr"/>
                      <a:r>
                        <a:rPr lang="es-ES_tradnl" sz="1400" noProof="0" dirty="0"/>
                        <a:t>(R es representable)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_tradnl" sz="1400" noProof="0" dirty="0"/>
                        <a:t>R es positivo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_tradnl" sz="1400" noProof="0" dirty="0"/>
                        <a:t>A </a:t>
                      </a:r>
                      <a:r>
                        <a:rPr lang="es-ES_tradnl" sz="1400" noProof="0" dirty="0">
                          <a:sym typeface="Symbol"/>
                        </a:rPr>
                        <a:t> </a:t>
                      </a:r>
                      <a:r>
                        <a:rPr lang="es-ES_tradnl" sz="1400" noProof="0" dirty="0"/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_tradnl" sz="1400" noProof="0" dirty="0"/>
                        <a:t>R es negativo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_tradnl" sz="1400" noProof="0" dirty="0"/>
                        <a:t>A &lt; B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13420">
                <a:tc>
                  <a:txBody>
                    <a:bodyPr/>
                    <a:lstStyle/>
                    <a:p>
                      <a:pPr algn="ctr"/>
                      <a:r>
                        <a:rPr lang="es-ES_tradnl" sz="1400" noProof="0" dirty="0"/>
                        <a:t>(V = 1)</a:t>
                      </a:r>
                    </a:p>
                    <a:p>
                      <a:pPr algn="ctr"/>
                      <a:r>
                        <a:rPr lang="es-ES_tradnl" sz="1400" noProof="0" dirty="0"/>
                        <a:t>(R</a:t>
                      </a:r>
                      <a:r>
                        <a:rPr lang="es-ES_tradnl" sz="1400" baseline="0" noProof="0" dirty="0"/>
                        <a:t> no es representable)</a:t>
                      </a:r>
                      <a:endParaRPr lang="es-ES_tradnl" sz="1400" noProof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s-ES_tradnl" sz="1400" noProof="0" dirty="0"/>
                    </a:p>
                    <a:p>
                      <a:pPr algn="ctr"/>
                      <a:r>
                        <a:rPr lang="es-ES_tradnl" sz="1400" noProof="0" dirty="0"/>
                        <a:t>R es positivo</a:t>
                      </a:r>
                    </a:p>
                    <a:p>
                      <a:pPr algn="ctr"/>
                      <a:r>
                        <a:rPr lang="es-ES_tradnl" sz="1400" noProof="0" dirty="0"/>
                        <a:t>A &lt; B</a:t>
                      </a:r>
                      <a:br>
                        <a:rPr lang="es-ES_tradnl" sz="1400" noProof="0" dirty="0"/>
                      </a:br>
                      <a:endParaRPr lang="es-ES_tradnl" sz="1400" baseline="0" noProof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400" noProof="0" dirty="0"/>
                        <a:t>R es negativo</a:t>
                      </a:r>
                    </a:p>
                    <a:p>
                      <a:pPr algn="ctr"/>
                      <a:r>
                        <a:rPr lang="es-ES_tradnl" sz="1400" noProof="0" dirty="0"/>
                        <a:t>A </a:t>
                      </a:r>
                      <a:r>
                        <a:rPr lang="es-ES_tradnl" sz="1400" noProof="0" dirty="0">
                          <a:sym typeface="Symbol"/>
                        </a:rPr>
                        <a:t>&gt;</a:t>
                      </a:r>
                      <a:r>
                        <a:rPr lang="es-ES_tradnl" sz="1400" noProof="0" dirty="0"/>
                        <a:t> B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4697368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275AB3-68C6-D0B2-2519-5AC795E032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3 Marcador de número de diapositiva">
            <a:extLst>
              <a:ext uri="{FF2B5EF4-FFF2-40B4-BE49-F238E27FC236}">
                <a16:creationId xmlns:a16="http://schemas.microsoft.com/office/drawing/2014/main" id="{4224A2AF-5D2F-AC09-FEFD-E571A7EF37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4E7847B6-FB90-4985-BDAD-0FC52C69182E}" type="slidenum">
              <a:rPr lang="es-ES_tradnl" noProof="0" smtClean="0"/>
              <a:pPr/>
              <a:t>21</a:t>
            </a:fld>
            <a:endParaRPr lang="es-ES_tradnl" noProof="0" dirty="0"/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7D249299-E059-D497-2D0B-9713AEEE7E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Suma y resta en RISC-V</a:t>
            </a:r>
            <a:endParaRPr lang="en-US" dirty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64557E1-BA82-B9F6-F6A9-08BBF9D0CE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_tradnl" sz="2800" dirty="0"/>
              <a:t>Instrucciones</a:t>
            </a:r>
          </a:p>
          <a:p>
            <a:pPr lvl="1"/>
            <a:r>
              <a:rPr lang="es-ES_tradnl" dirty="0"/>
              <a:t>Operandos de 32 bits</a:t>
            </a:r>
          </a:p>
          <a:p>
            <a:pPr lvl="1"/>
            <a:r>
              <a:rPr lang="es-ES_tradnl" dirty="0"/>
              <a:t>Versiones registro-registro (formato R) o registro-inmediato (formato I)</a:t>
            </a:r>
          </a:p>
          <a:p>
            <a:pPr lvl="1"/>
            <a:endParaRPr lang="es-ES_tradnl" dirty="0"/>
          </a:p>
          <a:p>
            <a:pPr lvl="1"/>
            <a:endParaRPr lang="es-ES_tradnl" dirty="0"/>
          </a:p>
          <a:p>
            <a:pPr lvl="1"/>
            <a:endParaRPr lang="es-ES_tradnl" dirty="0"/>
          </a:p>
          <a:p>
            <a:pPr lvl="1"/>
            <a:endParaRPr lang="es-ES_tradnl" dirty="0"/>
          </a:p>
          <a:p>
            <a:pPr lvl="1"/>
            <a:endParaRPr lang="es-ES_tradnl" dirty="0"/>
          </a:p>
          <a:p>
            <a:pPr lvl="1"/>
            <a:r>
              <a:rPr lang="es-ES_tradnl" dirty="0"/>
              <a:t>Todas las instrucciones de formato I hacen extensión de signo del operando inmediato (de </a:t>
            </a:r>
            <a:r>
              <a:rPr lang="es-ES_tradnl" sz="1800" dirty="0">
                <a:latin typeface="Arial" panose="020B0604020202020204" pitchFamily="34" charset="0"/>
                <a:cs typeface="Arial" panose="020B0604020202020204" pitchFamily="34" charset="0"/>
              </a:rPr>
              <a:t>12</a:t>
            </a:r>
            <a:r>
              <a:rPr lang="es-ES_tradnl" dirty="0"/>
              <a:t> a </a:t>
            </a:r>
            <a:r>
              <a:rPr lang="es-ES_tradnl" sz="1800" dirty="0">
                <a:latin typeface="Arial" panose="020B0604020202020204" pitchFamily="34" charset="0"/>
                <a:cs typeface="Arial" panose="020B0604020202020204" pitchFamily="34" charset="0"/>
              </a:rPr>
              <a:t>32</a:t>
            </a:r>
            <a:r>
              <a:rPr lang="es-ES_tradnl" dirty="0"/>
              <a:t> bits)</a:t>
            </a:r>
          </a:p>
          <a:p>
            <a:pPr lvl="1"/>
            <a:r>
              <a:rPr lang="es-ES_tradnl" dirty="0"/>
              <a:t>No hay resta en formato I. Para restar la constante </a:t>
            </a:r>
            <a:r>
              <a:rPr lang="es-ES_tradnl" i="1" dirty="0"/>
              <a:t>k </a:t>
            </a:r>
            <a:r>
              <a:rPr lang="es-ES_tradnl" dirty="0"/>
              <a:t>se suma </a:t>
            </a:r>
            <a:r>
              <a:rPr lang="es-ES_tradnl" i="1" dirty="0"/>
              <a:t>–k</a:t>
            </a:r>
          </a:p>
          <a:p>
            <a:pPr lvl="1"/>
            <a:r>
              <a:rPr lang="es-ES_tradnl" dirty="0"/>
              <a:t>Existen versiones con signo y sin signo de la comparación</a:t>
            </a:r>
          </a:p>
          <a:p>
            <a:endParaRPr lang="en-US" dirty="0"/>
          </a:p>
        </p:txBody>
      </p: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838A9E82-07AA-29B5-FEBD-FF4EFBDD93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1217625"/>
              </p:ext>
            </p:extLst>
          </p:nvPr>
        </p:nvGraphicFramePr>
        <p:xfrm>
          <a:off x="2195736" y="2611419"/>
          <a:ext cx="5328592" cy="21137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6184">
                  <a:extLst>
                    <a:ext uri="{9D8B030D-6E8A-4147-A177-3AD203B41FA5}">
                      <a16:colId xmlns:a16="http://schemas.microsoft.com/office/drawing/2014/main" val="2240652569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1130875196"/>
                    </a:ext>
                  </a:extLst>
                </a:gridCol>
                <a:gridCol w="1296144">
                  <a:extLst>
                    <a:ext uri="{9D8B030D-6E8A-4147-A177-3AD203B41FA5}">
                      <a16:colId xmlns:a16="http://schemas.microsoft.com/office/drawing/2014/main" val="590268650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val="2545637205"/>
                    </a:ext>
                  </a:extLst>
                </a:gridCol>
              </a:tblGrid>
              <a:tr h="308581">
                <a:tc>
                  <a:txBody>
                    <a:bodyPr/>
                    <a:lstStyle/>
                    <a:p>
                      <a:r>
                        <a:rPr lang="en-US" sz="1600" dirty="0" err="1"/>
                        <a:t>Operación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Formato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Con </a:t>
                      </a:r>
                      <a:r>
                        <a:rPr lang="en-US" sz="1600" dirty="0" err="1"/>
                        <a:t>signo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Sin </a:t>
                      </a:r>
                      <a:r>
                        <a:rPr lang="en-US" sz="1600" dirty="0" err="1"/>
                        <a:t>signo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5998158"/>
                  </a:ext>
                </a:extLst>
              </a:tr>
              <a:tr h="355689">
                <a:tc>
                  <a:txBody>
                    <a:bodyPr/>
                    <a:lstStyle/>
                    <a:p>
                      <a:r>
                        <a:rPr lang="en-US" sz="1600" dirty="0"/>
                        <a:t>Suma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add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2425728"/>
                  </a:ext>
                </a:extLst>
              </a:tr>
              <a:tr h="355689">
                <a:tc>
                  <a:txBody>
                    <a:bodyPr/>
                    <a:lstStyle/>
                    <a:p>
                      <a:r>
                        <a:rPr lang="en-US" sz="1600" dirty="0"/>
                        <a:t>Suma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addi</a:t>
                      </a:r>
                      <a:endParaRPr lang="en-US" sz="1600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5725642"/>
                  </a:ext>
                </a:extLst>
              </a:tr>
              <a:tr h="355689">
                <a:tc>
                  <a:txBody>
                    <a:bodyPr/>
                    <a:lstStyle/>
                    <a:p>
                      <a:r>
                        <a:rPr lang="en-US" sz="1600" dirty="0"/>
                        <a:t>Resta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sub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9541876"/>
                  </a:ext>
                </a:extLst>
              </a:tr>
              <a:tr h="355689">
                <a:tc>
                  <a:txBody>
                    <a:bodyPr/>
                    <a:lstStyle/>
                    <a:p>
                      <a:r>
                        <a:rPr lang="en-US" sz="1600" dirty="0" err="1"/>
                        <a:t>Comparación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slt</a:t>
                      </a:r>
                      <a:endParaRPr lang="en-US" sz="1600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sltu</a:t>
                      </a:r>
                      <a:endParaRPr lang="en-US" sz="1600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1433720"/>
                  </a:ext>
                </a:extLst>
              </a:tr>
              <a:tr h="355689">
                <a:tc>
                  <a:txBody>
                    <a:bodyPr/>
                    <a:lstStyle/>
                    <a:p>
                      <a:r>
                        <a:rPr lang="en-US" sz="1600" dirty="0" err="1"/>
                        <a:t>Comparación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slti</a:t>
                      </a:r>
                      <a:endParaRPr lang="en-US" sz="1600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sltiu</a:t>
                      </a:r>
                      <a:endParaRPr lang="en-US" sz="1600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88276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7849275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8F3B49-4A17-264E-2312-EAA8973796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3 Marcador de número de diapositiva">
            <a:extLst>
              <a:ext uri="{FF2B5EF4-FFF2-40B4-BE49-F238E27FC236}">
                <a16:creationId xmlns:a16="http://schemas.microsoft.com/office/drawing/2014/main" id="{06ED6B75-7DDD-08FE-116F-41270BA186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4E7847B6-FB90-4985-BDAD-0FC52C69182E}" type="slidenum">
              <a:rPr lang="es-ES_tradnl" noProof="0" smtClean="0"/>
              <a:pPr/>
              <a:t>22</a:t>
            </a:fld>
            <a:endParaRPr lang="es-ES_tradnl" noProof="0" dirty="0"/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E1AFF8FA-9F00-B7F3-C62B-4E042B3C68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Suma y resta en RISC-V</a:t>
            </a:r>
            <a:endParaRPr lang="en-US" dirty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DC4736C-5103-0A59-BAB9-AB316DCAA8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_tradnl" dirty="0"/>
              <a:t>Instrucciones de suma y resta</a:t>
            </a:r>
          </a:p>
          <a:p>
            <a:pPr lvl="1"/>
            <a:r>
              <a:rPr lang="es-ES_tradnl" b="1" dirty="0" err="1">
                <a:latin typeface="Courier New" pitchFamily="49" charset="0"/>
              </a:rPr>
              <a:t>add</a:t>
            </a:r>
            <a:r>
              <a:rPr lang="es-ES_tradnl" b="1" dirty="0">
                <a:latin typeface="Courier New" pitchFamily="49" charset="0"/>
              </a:rPr>
              <a:t>  </a:t>
            </a:r>
            <a:r>
              <a:rPr lang="es-ES_tradnl" b="1" dirty="0" err="1">
                <a:latin typeface="Courier New" pitchFamily="49" charset="0"/>
              </a:rPr>
              <a:t>rd</a:t>
            </a:r>
            <a:r>
              <a:rPr lang="es-ES_tradnl" b="1" dirty="0">
                <a:latin typeface="Courier New" pitchFamily="49" charset="0"/>
              </a:rPr>
              <a:t>, rs1, rs2</a:t>
            </a:r>
          </a:p>
          <a:p>
            <a:pPr lvl="1"/>
            <a:r>
              <a:rPr lang="es-ES_tradnl" b="1" dirty="0" err="1">
                <a:latin typeface="Courier New" pitchFamily="49" charset="0"/>
              </a:rPr>
              <a:t>addi</a:t>
            </a:r>
            <a:r>
              <a:rPr lang="es-ES_tradnl" b="1" dirty="0">
                <a:latin typeface="Courier New" pitchFamily="49" charset="0"/>
              </a:rPr>
              <a:t> </a:t>
            </a:r>
            <a:r>
              <a:rPr lang="es-ES_tradnl" b="1" dirty="0" err="1">
                <a:latin typeface="Courier New" pitchFamily="49" charset="0"/>
              </a:rPr>
              <a:t>rd</a:t>
            </a:r>
            <a:r>
              <a:rPr lang="es-ES_tradnl" b="1" dirty="0">
                <a:latin typeface="Courier New" pitchFamily="49" charset="0"/>
              </a:rPr>
              <a:t>, rs1, </a:t>
            </a:r>
            <a:r>
              <a:rPr lang="es-ES_tradnl" b="1" dirty="0" err="1">
                <a:latin typeface="Courier New" pitchFamily="49" charset="0"/>
              </a:rPr>
              <a:t>inm</a:t>
            </a:r>
            <a:endParaRPr lang="es-ES_tradnl" b="1" dirty="0">
              <a:latin typeface="Courier New" pitchFamily="49" charset="0"/>
            </a:endParaRPr>
          </a:p>
          <a:p>
            <a:pPr lvl="1"/>
            <a:r>
              <a:rPr lang="es-ES_tradnl" b="1" dirty="0">
                <a:latin typeface="Courier New" pitchFamily="49" charset="0"/>
              </a:rPr>
              <a:t>sub  </a:t>
            </a:r>
            <a:r>
              <a:rPr lang="es-ES_tradnl" b="1" dirty="0" err="1">
                <a:latin typeface="Courier New" pitchFamily="49" charset="0"/>
              </a:rPr>
              <a:t>rd</a:t>
            </a:r>
            <a:r>
              <a:rPr lang="es-ES_tradnl" b="1" dirty="0">
                <a:latin typeface="Courier New" pitchFamily="49" charset="0"/>
              </a:rPr>
              <a:t>, rs1, rs2 </a:t>
            </a:r>
          </a:p>
          <a:p>
            <a:r>
              <a:rPr lang="es-ES_tradnl" dirty="0"/>
              <a:t>En RISC-V, el hardware no detecta desbordamientos (ni genera excepciones) para la suma, ni para la resta.</a:t>
            </a:r>
            <a:r>
              <a:rPr lang="es-ES_tradnl" b="1" dirty="0">
                <a:latin typeface="Courier New" pitchFamily="49" charset="0"/>
              </a:rPr>
              <a:t> </a:t>
            </a:r>
          </a:p>
          <a:p>
            <a:r>
              <a:rPr lang="es-ES_tradnl" dirty="0"/>
              <a:t>Si es importante, hay que detectarlo por software. Por ejemplo, para la detección al sumar dos números con signo:</a:t>
            </a:r>
            <a:endParaRPr lang="en-US" dirty="0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9E342620-8BEE-07D9-FB8A-1F9CE14F7E4D}"/>
              </a:ext>
            </a:extLst>
          </p:cNvPr>
          <p:cNvSpPr txBox="1"/>
          <p:nvPr/>
        </p:nvSpPr>
        <p:spPr>
          <a:xfrm>
            <a:off x="683568" y="4869160"/>
            <a:ext cx="8309822" cy="163198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pPr marL="403225" lvl="1" indent="0">
              <a:lnSpc>
                <a:spcPct val="120000"/>
              </a:lnSpc>
              <a:buNone/>
            </a:pPr>
            <a:r>
              <a:rPr lang="es-ES" sz="14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add</a:t>
            </a:r>
            <a:r>
              <a:rPr lang="es-ES" sz="14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t0, t1, t2 </a:t>
            </a:r>
          </a:p>
          <a:p>
            <a:pPr marL="403225" lvl="1" indent="0">
              <a:lnSpc>
                <a:spcPct val="120000"/>
              </a:lnSpc>
              <a:buNone/>
            </a:pPr>
            <a:r>
              <a:rPr lang="es-ES" sz="14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xor</a:t>
            </a:r>
            <a:r>
              <a:rPr lang="es-ES" sz="14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t3, t1, t2  # bit 31=1 si los signos de los operandos difieren </a:t>
            </a:r>
          </a:p>
          <a:p>
            <a:pPr marL="403225" lvl="1" indent="0">
              <a:lnSpc>
                <a:spcPct val="120000"/>
              </a:lnSpc>
              <a:buNone/>
            </a:pPr>
            <a:r>
              <a:rPr lang="es-ES" sz="14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not</a:t>
            </a:r>
            <a:r>
              <a:rPr lang="es-ES" sz="14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t3, t3      # bit 31=1 si son iguales</a:t>
            </a:r>
          </a:p>
          <a:p>
            <a:pPr marL="403225" lvl="1" indent="0">
              <a:lnSpc>
                <a:spcPct val="120000"/>
              </a:lnSpc>
              <a:buNone/>
            </a:pPr>
            <a:r>
              <a:rPr lang="es-ES" sz="14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xor</a:t>
            </a:r>
            <a:r>
              <a:rPr lang="es-ES" sz="14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t4, t0, t1  # bit 31=1 si el signo del resultado y t1 difieren </a:t>
            </a:r>
          </a:p>
          <a:p>
            <a:pPr marL="403225" lvl="1" indent="0">
              <a:lnSpc>
                <a:spcPct val="120000"/>
              </a:lnSpc>
              <a:buNone/>
            </a:pPr>
            <a:r>
              <a:rPr lang="es-ES" sz="14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and t5, t3, t4  # bit 31=1 si hubo desbordamiento </a:t>
            </a:r>
          </a:p>
          <a:p>
            <a:pPr marL="403225" lvl="1" indent="0">
              <a:lnSpc>
                <a:spcPct val="120000"/>
              </a:lnSpc>
              <a:buNone/>
            </a:pPr>
            <a:r>
              <a:rPr lang="es-ES" sz="14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srli</a:t>
            </a:r>
            <a:r>
              <a:rPr lang="es-ES" sz="14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t5, t5, 31 # t5=bit 31=1 si hubo desbordamiento; si no 0</a:t>
            </a:r>
            <a:endParaRPr lang="en-US" sz="1400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7369014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BE5673-76EA-6EAC-6ED0-CA5BAF3A9D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3 Marcador de número de diapositiva">
            <a:extLst>
              <a:ext uri="{FF2B5EF4-FFF2-40B4-BE49-F238E27FC236}">
                <a16:creationId xmlns:a16="http://schemas.microsoft.com/office/drawing/2014/main" id="{8F33565E-1983-D6A6-FBF4-1E24B5AA18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4E7847B6-FB90-4985-BDAD-0FC52C69182E}" type="slidenum">
              <a:rPr lang="es-ES_tradnl" noProof="0" smtClean="0"/>
              <a:pPr/>
              <a:t>23</a:t>
            </a:fld>
            <a:endParaRPr lang="es-ES_tradnl" noProof="0" dirty="0"/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23A8FEE2-39E9-F283-34BF-546194DB81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Suma y resta en RISC-V</a:t>
            </a:r>
            <a:endParaRPr lang="en-US" dirty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0E1A017-CC12-65A5-5862-0FFEA5F2FF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_tradnl" dirty="0"/>
              <a:t>Instrucciones de comparación (</a:t>
            </a:r>
            <a:r>
              <a:rPr lang="es-ES_tradnl" i="1" dirty="0">
                <a:solidFill>
                  <a:schemeClr val="tx2"/>
                </a:solidFill>
              </a:rPr>
              <a:t>S</a:t>
            </a:r>
            <a:r>
              <a:rPr lang="es-ES_tradnl" i="1" dirty="0"/>
              <a:t>et </a:t>
            </a:r>
            <a:r>
              <a:rPr lang="es-ES_tradnl" i="1" dirty="0" err="1"/>
              <a:t>on</a:t>
            </a:r>
            <a:r>
              <a:rPr lang="es-ES_tradnl" i="1" dirty="0"/>
              <a:t> </a:t>
            </a:r>
            <a:r>
              <a:rPr lang="es-ES_tradnl" i="1" dirty="0">
                <a:solidFill>
                  <a:schemeClr val="tx2"/>
                </a:solidFill>
              </a:rPr>
              <a:t>L</a:t>
            </a:r>
            <a:r>
              <a:rPr lang="es-ES_tradnl" i="1" dirty="0"/>
              <a:t>ess </a:t>
            </a:r>
            <a:r>
              <a:rPr lang="es-ES_tradnl" i="1" dirty="0">
                <a:solidFill>
                  <a:schemeClr val="tx2"/>
                </a:solidFill>
              </a:rPr>
              <a:t>T</a:t>
            </a:r>
            <a:r>
              <a:rPr lang="es-ES_tradnl" i="1" dirty="0"/>
              <a:t>han</a:t>
            </a:r>
            <a:r>
              <a:rPr lang="es-ES_tradnl" dirty="0"/>
              <a:t>)</a:t>
            </a:r>
          </a:p>
          <a:p>
            <a:pPr lvl="1"/>
            <a:r>
              <a:rPr lang="es-ES_tradnl" b="1" dirty="0" err="1">
                <a:latin typeface="Courier New" pitchFamily="49" charset="0"/>
              </a:rPr>
              <a:t>slt</a:t>
            </a:r>
            <a:r>
              <a:rPr lang="es-ES_tradnl" b="1" dirty="0">
                <a:latin typeface="Courier New" pitchFamily="49" charset="0"/>
              </a:rPr>
              <a:t>  </a:t>
            </a:r>
            <a:r>
              <a:rPr lang="es-ES_tradnl" b="1" dirty="0" err="1">
                <a:latin typeface="Courier New" pitchFamily="49" charset="0"/>
              </a:rPr>
              <a:t>rd</a:t>
            </a:r>
            <a:r>
              <a:rPr lang="es-ES_tradnl" b="1" dirty="0">
                <a:latin typeface="Courier New" pitchFamily="49" charset="0"/>
              </a:rPr>
              <a:t>, rs1, rs2 </a:t>
            </a:r>
            <a:br>
              <a:rPr lang="es-ES_tradnl" dirty="0"/>
            </a:br>
            <a:r>
              <a:rPr lang="es-ES_tradnl" b="1" dirty="0" err="1">
                <a:latin typeface="Courier New" pitchFamily="49" charset="0"/>
              </a:rPr>
              <a:t>slti</a:t>
            </a:r>
            <a:r>
              <a:rPr lang="es-ES_tradnl" b="1" dirty="0">
                <a:latin typeface="Courier New" pitchFamily="49" charset="0"/>
              </a:rPr>
              <a:t> </a:t>
            </a:r>
            <a:r>
              <a:rPr lang="es-ES_tradnl" b="1" dirty="0" err="1">
                <a:latin typeface="Courier New" pitchFamily="49" charset="0"/>
              </a:rPr>
              <a:t>rd</a:t>
            </a:r>
            <a:r>
              <a:rPr lang="es-ES_tradnl" b="1" dirty="0">
                <a:latin typeface="Courier New" pitchFamily="49" charset="0"/>
              </a:rPr>
              <a:t>, rs1, </a:t>
            </a:r>
            <a:r>
              <a:rPr lang="es-ES_tradnl" b="1" dirty="0" err="1">
                <a:latin typeface="Courier New" pitchFamily="49" charset="0"/>
              </a:rPr>
              <a:t>inm</a:t>
            </a:r>
            <a:endParaRPr lang="es-ES_tradnl" b="1" dirty="0">
              <a:latin typeface="Courier New" pitchFamily="49" charset="0"/>
            </a:endParaRPr>
          </a:p>
          <a:p>
            <a:pPr lvl="2"/>
            <a:r>
              <a:rPr lang="es-ES_tradnl" dirty="0"/>
              <a:t>Hace la comparación </a:t>
            </a:r>
            <a:r>
              <a:rPr lang="es-ES_tradnl" dirty="0">
                <a:latin typeface="Arial Black" pitchFamily="34" charset="0"/>
              </a:rPr>
              <a:t>menor estricto</a:t>
            </a:r>
            <a:r>
              <a:rPr lang="es-ES_tradnl" dirty="0"/>
              <a:t> (</a:t>
            </a:r>
            <a:r>
              <a:rPr lang="es-ES_tradnl" b="1" dirty="0">
                <a:latin typeface="Courier New" pitchFamily="49" charset="0"/>
              </a:rPr>
              <a:t>rs1</a:t>
            </a:r>
            <a:r>
              <a:rPr lang="es-ES_tradnl" i="1" dirty="0"/>
              <a:t>&lt;</a:t>
            </a:r>
            <a:r>
              <a:rPr lang="es-ES_tradnl" b="1" dirty="0">
                <a:latin typeface="Courier New" pitchFamily="49" charset="0"/>
              </a:rPr>
              <a:t>rs2</a:t>
            </a:r>
            <a:r>
              <a:rPr lang="es-ES_tradnl" dirty="0"/>
              <a:t> o </a:t>
            </a:r>
            <a:r>
              <a:rPr lang="es-ES_tradnl" b="1" dirty="0">
                <a:latin typeface="Courier New" pitchFamily="49" charset="0"/>
              </a:rPr>
              <a:t>rs1</a:t>
            </a:r>
            <a:r>
              <a:rPr lang="es-ES_tradnl" i="1" dirty="0"/>
              <a:t>&lt;</a:t>
            </a:r>
            <a:r>
              <a:rPr lang="es-ES_tradnl" b="1" dirty="0" err="1">
                <a:latin typeface="Courier New" pitchFamily="49" charset="0"/>
              </a:rPr>
              <a:t>inm</a:t>
            </a:r>
            <a:r>
              <a:rPr lang="es-ES_tradnl" dirty="0"/>
              <a:t>) entre dos operandos, interpretándolos en </a:t>
            </a:r>
            <a:r>
              <a:rPr lang="es-ES_tradnl" dirty="0">
                <a:solidFill>
                  <a:srgbClr val="FF0000"/>
                </a:solidFill>
              </a:rPr>
              <a:t>Ca2</a:t>
            </a:r>
          </a:p>
          <a:p>
            <a:pPr lvl="2"/>
            <a:r>
              <a:rPr lang="es-ES_tradnl" dirty="0"/>
              <a:t>Si la condición se cumple, </a:t>
            </a:r>
            <a:r>
              <a:rPr lang="es-ES_tradnl" b="1" dirty="0" err="1">
                <a:latin typeface="Courier New" pitchFamily="49" charset="0"/>
              </a:rPr>
              <a:t>rd</a:t>
            </a:r>
            <a:r>
              <a:rPr lang="es-ES_tradnl" dirty="0"/>
              <a:t>=</a:t>
            </a:r>
            <a:r>
              <a:rPr lang="es-ES_tradnl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s-ES_tradnl" dirty="0"/>
              <a:t>; en caso contrario </a:t>
            </a:r>
            <a:r>
              <a:rPr lang="es-ES_tradnl" b="1" dirty="0" err="1">
                <a:latin typeface="Courier New" pitchFamily="49" charset="0"/>
              </a:rPr>
              <a:t>rd</a:t>
            </a:r>
            <a:r>
              <a:rPr lang="es-ES_tradnl" dirty="0"/>
              <a:t>=</a:t>
            </a:r>
            <a:r>
              <a:rPr lang="es-ES_tradnl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</a:p>
          <a:p>
            <a:pPr lvl="1"/>
            <a:r>
              <a:rPr lang="es-ES_tradnl" b="1" dirty="0" err="1">
                <a:latin typeface="Courier New" pitchFamily="49" charset="0"/>
              </a:rPr>
              <a:t>sltu</a:t>
            </a:r>
            <a:r>
              <a:rPr lang="es-ES_tradnl" b="1" dirty="0">
                <a:latin typeface="Courier New" pitchFamily="49" charset="0"/>
              </a:rPr>
              <a:t>  </a:t>
            </a:r>
            <a:r>
              <a:rPr lang="es-ES_tradnl" b="1" dirty="0" err="1">
                <a:latin typeface="Courier New" pitchFamily="49" charset="0"/>
              </a:rPr>
              <a:t>rd</a:t>
            </a:r>
            <a:r>
              <a:rPr lang="es-ES_tradnl" b="1" dirty="0">
                <a:latin typeface="Courier New" pitchFamily="49" charset="0"/>
              </a:rPr>
              <a:t>, rs1, rs2</a:t>
            </a:r>
            <a:br>
              <a:rPr lang="es-ES_tradnl" dirty="0"/>
            </a:br>
            <a:r>
              <a:rPr lang="es-ES_tradnl" b="1" dirty="0" err="1">
                <a:latin typeface="Courier New" pitchFamily="49" charset="0"/>
              </a:rPr>
              <a:t>sltiu</a:t>
            </a:r>
            <a:r>
              <a:rPr lang="es-ES_tradnl" b="1" dirty="0">
                <a:latin typeface="Courier New" pitchFamily="49" charset="0"/>
              </a:rPr>
              <a:t> </a:t>
            </a:r>
            <a:r>
              <a:rPr lang="es-ES_tradnl" b="1" dirty="0" err="1">
                <a:latin typeface="Courier New" pitchFamily="49" charset="0"/>
              </a:rPr>
              <a:t>rd</a:t>
            </a:r>
            <a:r>
              <a:rPr lang="es-ES_tradnl" b="1" dirty="0">
                <a:latin typeface="Courier New" pitchFamily="49" charset="0"/>
              </a:rPr>
              <a:t>, rs1, </a:t>
            </a:r>
            <a:r>
              <a:rPr lang="es-ES_tradnl" b="1" dirty="0" err="1">
                <a:latin typeface="Courier New" pitchFamily="49" charset="0"/>
              </a:rPr>
              <a:t>inm</a:t>
            </a:r>
            <a:endParaRPr lang="es-ES_tradnl" b="1" dirty="0">
              <a:latin typeface="Courier New" pitchFamily="49" charset="0"/>
            </a:endParaRPr>
          </a:p>
          <a:p>
            <a:pPr lvl="2"/>
            <a:r>
              <a:rPr lang="es-ES_tradnl" dirty="0"/>
              <a:t>Mismo comportamiento sobre números en </a:t>
            </a:r>
            <a:r>
              <a:rPr lang="es-ES_tradnl" dirty="0">
                <a:solidFill>
                  <a:srgbClr val="FF0000"/>
                </a:solidFill>
              </a:rPr>
              <a:t>CBN</a:t>
            </a:r>
          </a:p>
          <a:p>
            <a:pPr lvl="2"/>
            <a:endParaRPr lang="es-ES_tradnl" dirty="0">
              <a:solidFill>
                <a:srgbClr val="FF0000"/>
              </a:solidFill>
            </a:endParaRPr>
          </a:p>
          <a:p>
            <a:pPr lvl="1"/>
            <a:r>
              <a:rPr lang="es-ES_tradnl" dirty="0"/>
              <a:t>Para realizar la comparación, estas instrucciones realizan la resta  </a:t>
            </a:r>
            <a:r>
              <a:rPr lang="es-ES_tradnl" b="1" dirty="0">
                <a:latin typeface="Courier New" pitchFamily="49" charset="0"/>
              </a:rPr>
              <a:t>rs1-rs2</a:t>
            </a:r>
            <a:r>
              <a:rPr lang="es-ES_tradnl" dirty="0"/>
              <a:t> y comprueban el signo del resultado. Para realizar la comparación correctamente, deben tener en cuenta si se ha producido desbordamiento en la resta</a:t>
            </a:r>
          </a:p>
        </p:txBody>
      </p:sp>
    </p:spTree>
    <p:extLst>
      <p:ext uri="{BB962C8B-B14F-4D97-AF65-F5344CB8AC3E}">
        <p14:creationId xmlns:p14="http://schemas.microsoft.com/office/powerpoint/2010/main" val="341985256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1EEDFE-C138-AD9A-332F-8CE2AA22BE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3 Marcador de número de diapositiva">
            <a:extLst>
              <a:ext uri="{FF2B5EF4-FFF2-40B4-BE49-F238E27FC236}">
                <a16:creationId xmlns:a16="http://schemas.microsoft.com/office/drawing/2014/main" id="{1AEE6D0F-DB0E-F440-B184-D887862BBA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4E7847B6-FB90-4985-BDAD-0FC52C69182E}" type="slidenum">
              <a:rPr lang="es-ES_tradnl" noProof="0" smtClean="0"/>
              <a:pPr/>
              <a:t>24</a:t>
            </a:fld>
            <a:endParaRPr lang="es-ES_tradnl" noProof="0" dirty="0"/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0EF7670A-D718-37E5-2B83-F6A82F46F1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Operadores de suma</a:t>
            </a:r>
            <a:endParaRPr lang="en-US" dirty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13AB419-D931-EDF2-EDA8-F93C19F68D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_tradnl" dirty="0"/>
              <a:t>La suma en serie</a:t>
            </a:r>
          </a:p>
          <a:p>
            <a:pPr lvl="1"/>
            <a:r>
              <a:rPr lang="es-ES_tradnl" dirty="0"/>
              <a:t>La suma en serie reproduce el procedimiento humano de suma</a:t>
            </a:r>
          </a:p>
          <a:p>
            <a:pPr lvl="1"/>
            <a:r>
              <a:rPr lang="es-ES_tradnl" dirty="0"/>
              <a:t>La suma se hace en orden desde el bit menos significativo hacia el más significativo (de derecha a izquierda)</a:t>
            </a:r>
          </a:p>
          <a:p>
            <a:pPr lvl="1"/>
            <a:r>
              <a:rPr lang="es-ES_tradnl" dirty="0"/>
              <a:t>En cada columna </a:t>
            </a:r>
            <a:r>
              <a:rPr lang="es-ES_tradnl" i="1" dirty="0"/>
              <a:t>i</a:t>
            </a:r>
            <a:r>
              <a:rPr lang="es-ES_tradnl" dirty="0"/>
              <a:t>, hay que sumar los bits de los sumandos </a:t>
            </a:r>
            <a:r>
              <a:rPr lang="es-ES_tradnl" i="1" dirty="0" err="1"/>
              <a:t>a</a:t>
            </a:r>
            <a:r>
              <a:rPr lang="es-ES_tradnl" b="1" i="1" baseline="-25000" dirty="0" err="1"/>
              <a:t>i</a:t>
            </a:r>
            <a:r>
              <a:rPr lang="es-ES_tradnl" dirty="0"/>
              <a:t>, </a:t>
            </a:r>
            <a:r>
              <a:rPr lang="es-ES_tradnl" i="1" dirty="0" err="1"/>
              <a:t>b</a:t>
            </a:r>
            <a:r>
              <a:rPr lang="es-ES_tradnl" b="1" i="1" baseline="-25000" dirty="0" err="1"/>
              <a:t>i</a:t>
            </a:r>
            <a:r>
              <a:rPr lang="es-ES_tradnl" i="1" dirty="0"/>
              <a:t> </a:t>
            </a:r>
            <a:r>
              <a:rPr lang="es-ES_tradnl" dirty="0"/>
              <a:t>y el acarreo </a:t>
            </a:r>
            <a:r>
              <a:rPr lang="es-ES_tradnl" i="1" dirty="0" err="1"/>
              <a:t>c</a:t>
            </a:r>
            <a:r>
              <a:rPr lang="es-ES_tradnl" b="1" i="1" baseline="-25000" dirty="0" err="1"/>
              <a:t>i</a:t>
            </a:r>
            <a:r>
              <a:rPr lang="es-ES_tradnl" i="1" dirty="0"/>
              <a:t> </a:t>
            </a:r>
            <a:r>
              <a:rPr lang="es-ES_tradnl" dirty="0"/>
              <a:t>que llega de la columna </a:t>
            </a:r>
            <a:r>
              <a:rPr lang="es-ES_tradnl" i="1" dirty="0"/>
              <a:t>i–1</a:t>
            </a:r>
            <a:r>
              <a:rPr lang="es-ES_tradnl" dirty="0"/>
              <a:t> para obtener el bit del resultado </a:t>
            </a:r>
            <a:r>
              <a:rPr lang="es-ES_tradnl" i="1" dirty="0"/>
              <a:t>s</a:t>
            </a:r>
            <a:r>
              <a:rPr lang="es-ES_tradnl" b="1" i="1" baseline="-25000" dirty="0"/>
              <a:t>i</a:t>
            </a:r>
            <a:r>
              <a:rPr lang="es-ES_tradnl" i="1" dirty="0"/>
              <a:t> </a:t>
            </a:r>
            <a:r>
              <a:rPr lang="es-ES_tradnl" dirty="0"/>
              <a:t>y generar el acarreo </a:t>
            </a:r>
            <a:r>
              <a:rPr lang="es-ES_tradnl" i="1" dirty="0"/>
              <a:t>c</a:t>
            </a:r>
            <a:r>
              <a:rPr lang="es-ES_tradnl" b="1" i="1" baseline="-25000" dirty="0"/>
              <a:t>i+1</a:t>
            </a:r>
            <a:r>
              <a:rPr lang="es-ES_tradnl" i="1" dirty="0"/>
              <a:t> </a:t>
            </a:r>
            <a:r>
              <a:rPr lang="es-ES_tradnl" dirty="0"/>
              <a:t>hacia la columna </a:t>
            </a:r>
            <a:r>
              <a:rPr lang="es-ES_tradnl" i="1" dirty="0"/>
              <a:t>i+1 </a:t>
            </a:r>
            <a:r>
              <a:rPr lang="es-ES_tradnl" dirty="0"/>
              <a:t>siguiente</a:t>
            </a:r>
          </a:p>
          <a:p>
            <a:pPr lvl="1"/>
            <a:r>
              <a:rPr lang="es-ES_tradnl" dirty="0"/>
              <a:t>Acarreo de entrada </a:t>
            </a:r>
            <a:r>
              <a:rPr lang="es-ES_tradnl" i="1" dirty="0"/>
              <a:t>c</a:t>
            </a:r>
            <a:r>
              <a:rPr lang="es-ES_tradnl" b="1" baseline="-25000" dirty="0"/>
              <a:t>0</a:t>
            </a:r>
            <a:r>
              <a:rPr lang="es-ES_tradnl" dirty="0"/>
              <a:t> = 0</a:t>
            </a:r>
          </a:p>
          <a:p>
            <a:endParaRPr lang="en-US" dirty="0"/>
          </a:p>
        </p:txBody>
      </p:sp>
      <p:grpSp>
        <p:nvGrpSpPr>
          <p:cNvPr id="2" name="Group 21">
            <a:extLst>
              <a:ext uri="{FF2B5EF4-FFF2-40B4-BE49-F238E27FC236}">
                <a16:creationId xmlns:a16="http://schemas.microsoft.com/office/drawing/2014/main" id="{5C16132E-1C4E-E8F3-A8ED-4063CD48C7EF}"/>
              </a:ext>
            </a:extLst>
          </p:cNvPr>
          <p:cNvGrpSpPr>
            <a:grpSpLocks/>
          </p:cNvGrpSpPr>
          <p:nvPr/>
        </p:nvGrpSpPr>
        <p:grpSpPr bwMode="auto">
          <a:xfrm>
            <a:off x="4563119" y="4216672"/>
            <a:ext cx="3897313" cy="2452688"/>
            <a:chOff x="3207" y="2256"/>
            <a:chExt cx="2455" cy="1545"/>
          </a:xfrm>
        </p:grpSpPr>
        <p:sp>
          <p:nvSpPr>
            <p:cNvPr id="5" name="Line 4">
              <a:extLst>
                <a:ext uri="{FF2B5EF4-FFF2-40B4-BE49-F238E27FC236}">
                  <a16:creationId xmlns:a16="http://schemas.microsoft.com/office/drawing/2014/main" id="{307D22C7-AC13-6194-A5F0-89362B93280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2" y="3456"/>
              <a:ext cx="1248" cy="0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/>
              <a:tailEnd/>
            </a:ln>
            <a:effectLst/>
          </p:spPr>
          <p:txBody>
            <a:bodyPr anchor="ctr"/>
            <a:lstStyle/>
            <a:p>
              <a:endParaRPr lang="es-ES_tradnl" noProof="0" dirty="0"/>
            </a:p>
          </p:txBody>
        </p:sp>
        <p:sp>
          <p:nvSpPr>
            <p:cNvPr id="6" name="Text Box 8">
              <a:extLst>
                <a:ext uri="{FF2B5EF4-FFF2-40B4-BE49-F238E27FC236}">
                  <a16:creationId xmlns:a16="http://schemas.microsoft.com/office/drawing/2014/main" id="{7CAD60BE-BADF-41B2-E7A8-D520B923F356}"/>
                </a:ext>
              </a:extLst>
            </p:cNvPr>
            <p:cNvSpPr txBox="1">
              <a:spLocks noChangeArrowheads="1"/>
            </p:cNvSpPr>
            <p:nvPr/>
          </p:nvSpPr>
          <p:spPr bwMode="invGray">
            <a:xfrm>
              <a:off x="3207" y="2256"/>
              <a:ext cx="1331" cy="1545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0" tIns="0" rIns="0" bIns="0">
              <a:spAutoFit/>
            </a:bodyPr>
            <a:lstStyle/>
            <a:p>
              <a:pPr>
                <a:tabLst>
                  <a:tab pos="379413" algn="ctr"/>
                  <a:tab pos="1146175" algn="ctr"/>
                  <a:tab pos="1905000" algn="ctr"/>
                </a:tabLst>
              </a:pPr>
              <a:r>
                <a:rPr lang="es-ES_tradnl" noProof="0" dirty="0">
                  <a:solidFill>
                    <a:schemeClr val="tx1"/>
                  </a:solidFill>
                </a:rPr>
                <a:t>	</a:t>
              </a:r>
              <a:r>
                <a:rPr lang="es-ES_tradnl" sz="1800" noProof="0" dirty="0">
                  <a:solidFill>
                    <a:schemeClr val="tx1"/>
                  </a:solidFill>
                </a:rPr>
                <a:t>col.	col.	col.</a:t>
              </a:r>
              <a:br>
                <a:rPr lang="es-ES_tradnl" sz="1800" noProof="0" dirty="0">
                  <a:solidFill>
                    <a:schemeClr val="tx1"/>
                  </a:solidFill>
                </a:rPr>
              </a:br>
              <a:r>
                <a:rPr lang="es-ES_tradnl" sz="1800" noProof="0" dirty="0">
                  <a:solidFill>
                    <a:schemeClr val="tx1"/>
                  </a:solidFill>
                </a:rPr>
                <a:t>	y+</a:t>
              </a:r>
              <a:r>
                <a:rPr lang="es-ES_tradnl" sz="1800" noProof="0" dirty="0">
                  <a:solidFill>
                    <a:schemeClr val="tx1"/>
                  </a:solidFill>
                  <a:cs typeface="Arial" charset="0"/>
                </a:rPr>
                <a:t>1	i	y–1</a:t>
              </a:r>
            </a:p>
            <a:p>
              <a:pPr>
                <a:tabLst>
                  <a:tab pos="379413" algn="ctr"/>
                  <a:tab pos="1146175" algn="ctr"/>
                  <a:tab pos="1905000" algn="ctr"/>
                </a:tabLst>
              </a:pPr>
              <a:endParaRPr lang="es-ES_tradnl" sz="1800" noProof="0" dirty="0">
                <a:solidFill>
                  <a:schemeClr val="tx1"/>
                </a:solidFill>
                <a:cs typeface="Arial" charset="0"/>
              </a:endParaRPr>
            </a:p>
            <a:p>
              <a:pPr>
                <a:tabLst>
                  <a:tab pos="379413" algn="ctr"/>
                  <a:tab pos="1146175" algn="ctr"/>
                  <a:tab pos="1905000" algn="ctr"/>
                </a:tabLst>
              </a:pPr>
              <a:r>
                <a:rPr lang="es-ES_tradnl" noProof="0" dirty="0">
                  <a:solidFill>
                    <a:schemeClr val="tx1"/>
                  </a:solidFill>
                  <a:cs typeface="Arial" charset="0"/>
                </a:rPr>
                <a:t>	</a:t>
              </a:r>
              <a:r>
                <a:rPr lang="es-ES_tradnl" noProof="0" dirty="0">
                  <a:solidFill>
                    <a:schemeClr val="tx2"/>
                  </a:solidFill>
                  <a:cs typeface="Arial" charset="0"/>
                </a:rPr>
                <a:t>c</a:t>
              </a:r>
              <a:r>
                <a:rPr lang="es-ES_tradnl" b="1" baseline="-25000" noProof="0" dirty="0">
                  <a:solidFill>
                    <a:schemeClr val="tx2"/>
                  </a:solidFill>
                  <a:cs typeface="Arial" charset="0"/>
                </a:rPr>
                <a:t>i+1</a:t>
              </a:r>
              <a:r>
                <a:rPr lang="es-ES_tradnl" noProof="0" dirty="0">
                  <a:solidFill>
                    <a:schemeClr val="tx2"/>
                  </a:solidFill>
                  <a:cs typeface="Arial" charset="0"/>
                </a:rPr>
                <a:t>	</a:t>
              </a:r>
              <a:r>
                <a:rPr lang="es-ES_tradnl" noProof="0" dirty="0" err="1">
                  <a:solidFill>
                    <a:schemeClr val="tx2"/>
                  </a:solidFill>
                  <a:cs typeface="Arial" charset="0"/>
                </a:rPr>
                <a:t>c</a:t>
              </a:r>
              <a:r>
                <a:rPr lang="es-ES_tradnl" b="1" baseline="-25000" noProof="0" dirty="0" err="1">
                  <a:solidFill>
                    <a:schemeClr val="tx2"/>
                  </a:solidFill>
                  <a:cs typeface="Arial" charset="0"/>
                </a:rPr>
                <a:t>i</a:t>
              </a:r>
              <a:r>
                <a:rPr lang="es-ES_tradnl" noProof="0" dirty="0">
                  <a:solidFill>
                    <a:schemeClr val="tx2"/>
                  </a:solidFill>
                  <a:cs typeface="Arial" charset="0"/>
                </a:rPr>
                <a:t>	</a:t>
              </a:r>
              <a:r>
                <a:rPr lang="es-ES_tradnl" noProof="0" dirty="0" err="1">
                  <a:solidFill>
                    <a:schemeClr val="tx2"/>
                  </a:solidFill>
                  <a:cs typeface="Arial" charset="0"/>
                </a:rPr>
                <a:t>c</a:t>
              </a:r>
              <a:r>
                <a:rPr lang="es-ES_tradnl" b="1" baseline="-25000" noProof="0" dirty="0" err="1">
                  <a:solidFill>
                    <a:schemeClr val="tx2"/>
                  </a:solidFill>
                  <a:cs typeface="Arial" charset="0"/>
                </a:rPr>
                <a:t>i</a:t>
              </a:r>
              <a:r>
                <a:rPr lang="es-ES_tradnl" b="1" baseline="-25000" noProof="0" dirty="0">
                  <a:solidFill>
                    <a:schemeClr val="tx2"/>
                  </a:solidFill>
                  <a:cs typeface="Arial" charset="0"/>
                </a:rPr>
                <a:t>–1</a:t>
              </a:r>
            </a:p>
            <a:p>
              <a:pPr>
                <a:lnSpc>
                  <a:spcPct val="125000"/>
                </a:lnSpc>
                <a:tabLst>
                  <a:tab pos="379413" algn="ctr"/>
                  <a:tab pos="1146175" algn="ctr"/>
                  <a:tab pos="1905000" algn="ctr"/>
                </a:tabLst>
              </a:pPr>
              <a:r>
                <a:rPr lang="es-ES_tradnl" noProof="0" dirty="0">
                  <a:solidFill>
                    <a:schemeClr val="tx1"/>
                  </a:solidFill>
                  <a:cs typeface="Arial" charset="0"/>
                </a:rPr>
                <a:t>	a</a:t>
              </a:r>
              <a:r>
                <a:rPr lang="es-ES_tradnl" b="1" baseline="-25000" noProof="0" dirty="0">
                  <a:solidFill>
                    <a:schemeClr val="tx1"/>
                  </a:solidFill>
                  <a:cs typeface="Arial" charset="0"/>
                </a:rPr>
                <a:t>i+1</a:t>
              </a:r>
              <a:r>
                <a:rPr lang="es-ES_tradnl" noProof="0" dirty="0">
                  <a:solidFill>
                    <a:schemeClr val="tx1"/>
                  </a:solidFill>
                  <a:cs typeface="Arial" charset="0"/>
                </a:rPr>
                <a:t>	</a:t>
              </a:r>
              <a:r>
                <a:rPr lang="es-ES_tradnl" noProof="0" dirty="0" err="1">
                  <a:solidFill>
                    <a:schemeClr val="tx1"/>
                  </a:solidFill>
                  <a:cs typeface="Arial" charset="0"/>
                </a:rPr>
                <a:t>a</a:t>
              </a:r>
              <a:r>
                <a:rPr lang="es-ES_tradnl" b="1" baseline="-25000" noProof="0" dirty="0" err="1">
                  <a:solidFill>
                    <a:schemeClr val="tx1"/>
                  </a:solidFill>
                  <a:cs typeface="Arial" charset="0"/>
                </a:rPr>
                <a:t>i</a:t>
              </a:r>
              <a:r>
                <a:rPr lang="es-ES_tradnl" noProof="0" dirty="0">
                  <a:solidFill>
                    <a:schemeClr val="tx1"/>
                  </a:solidFill>
                  <a:cs typeface="Arial" charset="0"/>
                </a:rPr>
                <a:t>	</a:t>
              </a:r>
              <a:r>
                <a:rPr lang="es-ES_tradnl" noProof="0" dirty="0" err="1">
                  <a:solidFill>
                    <a:schemeClr val="tx1"/>
                  </a:solidFill>
                  <a:cs typeface="Arial" charset="0"/>
                </a:rPr>
                <a:t>a</a:t>
              </a:r>
              <a:r>
                <a:rPr lang="es-ES_tradnl" b="1" baseline="-25000" noProof="0" dirty="0" err="1">
                  <a:solidFill>
                    <a:schemeClr val="tx1"/>
                  </a:solidFill>
                  <a:cs typeface="Arial" charset="0"/>
                </a:rPr>
                <a:t>i</a:t>
              </a:r>
              <a:r>
                <a:rPr lang="es-ES_tradnl" b="1" baseline="-25000" noProof="0" dirty="0">
                  <a:solidFill>
                    <a:schemeClr val="tx1"/>
                  </a:solidFill>
                  <a:cs typeface="Arial" charset="0"/>
                </a:rPr>
                <a:t>–1</a:t>
              </a:r>
            </a:p>
            <a:p>
              <a:pPr>
                <a:tabLst>
                  <a:tab pos="379413" algn="ctr"/>
                  <a:tab pos="1146175" algn="ctr"/>
                  <a:tab pos="1905000" algn="ctr"/>
                </a:tabLst>
              </a:pPr>
              <a:r>
                <a:rPr lang="es-ES_tradnl" noProof="0" dirty="0">
                  <a:solidFill>
                    <a:schemeClr val="tx1"/>
                  </a:solidFill>
                  <a:cs typeface="Arial" charset="0"/>
                </a:rPr>
                <a:t>	b</a:t>
              </a:r>
              <a:r>
                <a:rPr lang="es-ES_tradnl" b="1" baseline="-25000" noProof="0" dirty="0">
                  <a:solidFill>
                    <a:schemeClr val="tx1"/>
                  </a:solidFill>
                  <a:cs typeface="Arial" charset="0"/>
                </a:rPr>
                <a:t>i+1</a:t>
              </a:r>
              <a:r>
                <a:rPr lang="es-ES_tradnl" noProof="0" dirty="0">
                  <a:solidFill>
                    <a:schemeClr val="tx1"/>
                  </a:solidFill>
                  <a:cs typeface="Arial" charset="0"/>
                </a:rPr>
                <a:t>	</a:t>
              </a:r>
              <a:r>
                <a:rPr lang="es-ES_tradnl" noProof="0" dirty="0" err="1">
                  <a:solidFill>
                    <a:schemeClr val="tx1"/>
                  </a:solidFill>
                  <a:cs typeface="Arial" charset="0"/>
                </a:rPr>
                <a:t>b</a:t>
              </a:r>
              <a:r>
                <a:rPr lang="es-ES_tradnl" b="1" baseline="-25000" noProof="0" dirty="0" err="1">
                  <a:solidFill>
                    <a:schemeClr val="tx1"/>
                  </a:solidFill>
                  <a:cs typeface="Arial" charset="0"/>
                </a:rPr>
                <a:t>i</a:t>
              </a:r>
              <a:r>
                <a:rPr lang="es-ES_tradnl" noProof="0" dirty="0">
                  <a:solidFill>
                    <a:schemeClr val="tx1"/>
                  </a:solidFill>
                  <a:cs typeface="Arial" charset="0"/>
                </a:rPr>
                <a:t>	</a:t>
              </a:r>
              <a:r>
                <a:rPr lang="es-ES_tradnl" noProof="0" dirty="0" err="1">
                  <a:solidFill>
                    <a:schemeClr val="tx1"/>
                  </a:solidFill>
                  <a:cs typeface="Arial" charset="0"/>
                </a:rPr>
                <a:t>b</a:t>
              </a:r>
              <a:r>
                <a:rPr lang="es-ES_tradnl" b="1" baseline="-25000" noProof="0" dirty="0" err="1">
                  <a:solidFill>
                    <a:schemeClr val="tx1"/>
                  </a:solidFill>
                  <a:cs typeface="Arial" charset="0"/>
                </a:rPr>
                <a:t>i</a:t>
              </a:r>
              <a:r>
                <a:rPr lang="es-ES_tradnl" b="1" baseline="-25000" noProof="0" dirty="0">
                  <a:solidFill>
                    <a:schemeClr val="tx1"/>
                  </a:solidFill>
                  <a:cs typeface="Arial" charset="0"/>
                </a:rPr>
                <a:t>–1</a:t>
              </a:r>
            </a:p>
            <a:p>
              <a:pPr>
                <a:lnSpc>
                  <a:spcPct val="125000"/>
                </a:lnSpc>
                <a:tabLst>
                  <a:tab pos="379413" algn="ctr"/>
                  <a:tab pos="1146175" algn="ctr"/>
                  <a:tab pos="1905000" algn="ctr"/>
                </a:tabLst>
              </a:pPr>
              <a:r>
                <a:rPr lang="es-ES_tradnl" noProof="0" dirty="0">
                  <a:solidFill>
                    <a:schemeClr val="tx1"/>
                  </a:solidFill>
                  <a:cs typeface="Arial" charset="0"/>
                </a:rPr>
                <a:t>	s</a:t>
              </a:r>
              <a:r>
                <a:rPr lang="es-ES_tradnl" b="1" baseline="-25000" noProof="0" dirty="0">
                  <a:solidFill>
                    <a:schemeClr val="tx1"/>
                  </a:solidFill>
                  <a:cs typeface="Arial" charset="0"/>
                </a:rPr>
                <a:t>i+1</a:t>
              </a:r>
              <a:r>
                <a:rPr lang="es-ES_tradnl" noProof="0" dirty="0">
                  <a:solidFill>
                    <a:schemeClr val="tx1"/>
                  </a:solidFill>
                  <a:cs typeface="Arial" charset="0"/>
                </a:rPr>
                <a:t>	s</a:t>
              </a:r>
              <a:r>
                <a:rPr lang="es-ES_tradnl" b="1" baseline="-25000" noProof="0" dirty="0">
                  <a:solidFill>
                    <a:schemeClr val="tx1"/>
                  </a:solidFill>
                  <a:cs typeface="Arial" charset="0"/>
                </a:rPr>
                <a:t>i</a:t>
              </a:r>
              <a:r>
                <a:rPr lang="es-ES_tradnl" noProof="0" dirty="0">
                  <a:solidFill>
                    <a:schemeClr val="tx1"/>
                  </a:solidFill>
                  <a:cs typeface="Arial" charset="0"/>
                </a:rPr>
                <a:t>	s</a:t>
              </a:r>
              <a:r>
                <a:rPr lang="es-ES_tradnl" b="1" baseline="-25000" noProof="0" dirty="0">
                  <a:solidFill>
                    <a:schemeClr val="tx1"/>
                  </a:solidFill>
                  <a:cs typeface="Arial" charset="0"/>
                </a:rPr>
                <a:t>i–1</a:t>
              </a:r>
            </a:p>
            <a:p>
              <a:pPr>
                <a:tabLst>
                  <a:tab pos="379413" algn="ctr"/>
                  <a:tab pos="1146175" algn="ctr"/>
                  <a:tab pos="1905000" algn="ctr"/>
                </a:tabLst>
              </a:pPr>
              <a:endParaRPr lang="es-ES_tradnl" b="1" baseline="-25000" noProof="0" dirty="0">
                <a:solidFill>
                  <a:schemeClr val="tx1"/>
                </a:solidFill>
                <a:cs typeface="Arial" charset="0"/>
              </a:endParaRPr>
            </a:p>
          </p:txBody>
        </p:sp>
        <p:sp>
          <p:nvSpPr>
            <p:cNvPr id="7" name="Rectangle 9">
              <a:extLst>
                <a:ext uri="{FF2B5EF4-FFF2-40B4-BE49-F238E27FC236}">
                  <a16:creationId xmlns:a16="http://schemas.microsoft.com/office/drawing/2014/main" id="{168CF78F-7F23-2F29-5D04-D43B41CE66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92" y="2832"/>
              <a:ext cx="288" cy="912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prstDash val="dash"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s-ES_tradnl" noProof="0" dirty="0"/>
            </a:p>
          </p:txBody>
        </p:sp>
        <p:sp>
          <p:nvSpPr>
            <p:cNvPr id="8" name="Freeform 10">
              <a:extLst>
                <a:ext uri="{FF2B5EF4-FFF2-40B4-BE49-F238E27FC236}">
                  <a16:creationId xmlns:a16="http://schemas.microsoft.com/office/drawing/2014/main" id="{E255E11E-E126-D0F4-ED03-8F511E0639CB}"/>
                </a:ext>
              </a:extLst>
            </p:cNvPr>
            <p:cNvSpPr>
              <a:spLocks/>
            </p:cNvSpPr>
            <p:nvPr/>
          </p:nvSpPr>
          <p:spPr bwMode="auto">
            <a:xfrm>
              <a:off x="4058" y="2969"/>
              <a:ext cx="213" cy="583"/>
            </a:xfrm>
            <a:custGeom>
              <a:avLst/>
              <a:gdLst/>
              <a:ahLst/>
              <a:cxnLst>
                <a:cxn ang="0">
                  <a:pos x="166" y="583"/>
                </a:cxn>
                <a:cxn ang="0">
                  <a:pos x="118" y="254"/>
                </a:cxn>
                <a:cxn ang="0">
                  <a:pos x="0" y="0"/>
                </a:cxn>
              </a:cxnLst>
              <a:rect l="0" t="0" r="r" b="b"/>
              <a:pathLst>
                <a:path w="213" h="583">
                  <a:moveTo>
                    <a:pt x="166" y="583"/>
                  </a:moveTo>
                  <a:cubicBezTo>
                    <a:pt x="49" y="544"/>
                    <a:pt x="26" y="352"/>
                    <a:pt x="118" y="254"/>
                  </a:cubicBezTo>
                  <a:cubicBezTo>
                    <a:pt x="210" y="155"/>
                    <a:pt x="213" y="13"/>
                    <a:pt x="0" y="0"/>
                  </a:cubicBezTo>
                </a:path>
              </a:pathLst>
            </a:custGeom>
            <a:noFill/>
            <a:ln w="12700" cap="flat" cmpd="sng">
              <a:solidFill>
                <a:schemeClr val="tx2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anchor="ctr"/>
            <a:lstStyle/>
            <a:p>
              <a:endParaRPr lang="es-ES_tradnl" noProof="0" dirty="0"/>
            </a:p>
          </p:txBody>
        </p:sp>
        <p:sp>
          <p:nvSpPr>
            <p:cNvPr id="9" name="Freeform 11">
              <a:extLst>
                <a:ext uri="{FF2B5EF4-FFF2-40B4-BE49-F238E27FC236}">
                  <a16:creationId xmlns:a16="http://schemas.microsoft.com/office/drawing/2014/main" id="{C33C9B50-C0ED-999F-1F79-1C98B50BF448}"/>
                </a:ext>
              </a:extLst>
            </p:cNvPr>
            <p:cNvSpPr>
              <a:spLocks/>
            </p:cNvSpPr>
            <p:nvPr/>
          </p:nvSpPr>
          <p:spPr bwMode="auto">
            <a:xfrm>
              <a:off x="3600" y="2976"/>
              <a:ext cx="213" cy="583"/>
            </a:xfrm>
            <a:custGeom>
              <a:avLst/>
              <a:gdLst/>
              <a:ahLst/>
              <a:cxnLst>
                <a:cxn ang="0">
                  <a:pos x="166" y="583"/>
                </a:cxn>
                <a:cxn ang="0">
                  <a:pos x="118" y="254"/>
                </a:cxn>
                <a:cxn ang="0">
                  <a:pos x="0" y="0"/>
                </a:cxn>
              </a:cxnLst>
              <a:rect l="0" t="0" r="r" b="b"/>
              <a:pathLst>
                <a:path w="213" h="583">
                  <a:moveTo>
                    <a:pt x="166" y="583"/>
                  </a:moveTo>
                  <a:cubicBezTo>
                    <a:pt x="49" y="544"/>
                    <a:pt x="26" y="352"/>
                    <a:pt x="118" y="254"/>
                  </a:cubicBezTo>
                  <a:cubicBezTo>
                    <a:pt x="210" y="155"/>
                    <a:pt x="213" y="13"/>
                    <a:pt x="0" y="0"/>
                  </a:cubicBezTo>
                </a:path>
              </a:pathLst>
            </a:custGeom>
            <a:noFill/>
            <a:ln w="12700" cap="flat" cmpd="sng">
              <a:solidFill>
                <a:schemeClr val="tx2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anchor="ctr"/>
            <a:lstStyle/>
            <a:p>
              <a:endParaRPr lang="es-ES_tradnl" noProof="0" dirty="0"/>
            </a:p>
          </p:txBody>
        </p:sp>
        <p:sp>
          <p:nvSpPr>
            <p:cNvPr id="10" name="Line 12">
              <a:extLst>
                <a:ext uri="{FF2B5EF4-FFF2-40B4-BE49-F238E27FC236}">
                  <a16:creationId xmlns:a16="http://schemas.microsoft.com/office/drawing/2014/main" id="{B8BE6AB8-8EFA-E250-6B00-966B648BB4C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16" y="2640"/>
              <a:ext cx="0" cy="144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 type="triangle" w="med" len="med"/>
            </a:ln>
            <a:effectLst/>
          </p:spPr>
          <p:txBody>
            <a:bodyPr anchor="ctr"/>
            <a:lstStyle/>
            <a:p>
              <a:endParaRPr lang="es-ES_tradnl" noProof="0" dirty="0"/>
            </a:p>
          </p:txBody>
        </p:sp>
        <p:sp>
          <p:nvSpPr>
            <p:cNvPr id="11" name="Line 13">
              <a:extLst>
                <a:ext uri="{FF2B5EF4-FFF2-40B4-BE49-F238E27FC236}">
                  <a16:creationId xmlns:a16="http://schemas.microsoft.com/office/drawing/2014/main" id="{CC4847A6-9B84-4199-DB3F-03E74C25607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36" y="2640"/>
              <a:ext cx="0" cy="144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 type="triangle" w="med" len="med"/>
            </a:ln>
            <a:effectLst/>
          </p:spPr>
          <p:txBody>
            <a:bodyPr anchor="ctr"/>
            <a:lstStyle/>
            <a:p>
              <a:endParaRPr lang="es-ES_tradnl" noProof="0" dirty="0"/>
            </a:p>
          </p:txBody>
        </p:sp>
        <p:sp>
          <p:nvSpPr>
            <p:cNvPr id="12" name="Line 14">
              <a:extLst>
                <a:ext uri="{FF2B5EF4-FFF2-40B4-BE49-F238E27FC236}">
                  <a16:creationId xmlns:a16="http://schemas.microsoft.com/office/drawing/2014/main" id="{A9005DEB-5107-C58D-E110-9F74B9C5398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56" y="2640"/>
              <a:ext cx="0" cy="144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 type="triangle" w="med" len="med"/>
            </a:ln>
            <a:effectLst/>
          </p:spPr>
          <p:txBody>
            <a:bodyPr anchor="ctr"/>
            <a:lstStyle/>
            <a:p>
              <a:endParaRPr lang="es-ES_tradnl" noProof="0" dirty="0"/>
            </a:p>
          </p:txBody>
        </p:sp>
        <p:sp>
          <p:nvSpPr>
            <p:cNvPr id="13" name="AutoShape 15">
              <a:extLst>
                <a:ext uri="{FF2B5EF4-FFF2-40B4-BE49-F238E27FC236}">
                  <a16:creationId xmlns:a16="http://schemas.microsoft.com/office/drawing/2014/main" id="{39F8EE78-5C95-9D66-B79F-7400A2F1B5BC}"/>
                </a:ext>
              </a:extLst>
            </p:cNvPr>
            <p:cNvSpPr>
              <a:spLocks/>
            </p:cNvSpPr>
            <p:nvPr/>
          </p:nvSpPr>
          <p:spPr bwMode="auto">
            <a:xfrm>
              <a:off x="4656" y="2880"/>
              <a:ext cx="96" cy="192"/>
            </a:xfrm>
            <a:prstGeom prst="rightBrace">
              <a:avLst>
                <a:gd name="adj1" fmla="val 23963"/>
                <a:gd name="adj2" fmla="val 50000"/>
              </a:avLst>
            </a:prstGeom>
            <a:noFill/>
            <a:ln w="12700">
              <a:solidFill>
                <a:schemeClr val="tx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s-ES_tradnl" noProof="0" dirty="0"/>
            </a:p>
          </p:txBody>
        </p:sp>
        <p:sp>
          <p:nvSpPr>
            <p:cNvPr id="14" name="AutoShape 16">
              <a:extLst>
                <a:ext uri="{FF2B5EF4-FFF2-40B4-BE49-F238E27FC236}">
                  <a16:creationId xmlns:a16="http://schemas.microsoft.com/office/drawing/2014/main" id="{DD4D32F6-83B0-0BFD-46A2-A5237A7AEFE3}"/>
                </a:ext>
              </a:extLst>
            </p:cNvPr>
            <p:cNvSpPr>
              <a:spLocks/>
            </p:cNvSpPr>
            <p:nvPr/>
          </p:nvSpPr>
          <p:spPr bwMode="auto">
            <a:xfrm>
              <a:off x="4656" y="3120"/>
              <a:ext cx="96" cy="336"/>
            </a:xfrm>
            <a:prstGeom prst="rightBrace">
              <a:avLst>
                <a:gd name="adj1" fmla="val 29167"/>
                <a:gd name="adj2" fmla="val 50000"/>
              </a:avLst>
            </a:prstGeom>
            <a:noFill/>
            <a:ln w="12700">
              <a:solidFill>
                <a:schemeClr val="tx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s-ES_tradnl" noProof="0" dirty="0"/>
            </a:p>
          </p:txBody>
        </p:sp>
        <p:sp>
          <p:nvSpPr>
            <p:cNvPr id="15" name="AutoShape 17">
              <a:extLst>
                <a:ext uri="{FF2B5EF4-FFF2-40B4-BE49-F238E27FC236}">
                  <a16:creationId xmlns:a16="http://schemas.microsoft.com/office/drawing/2014/main" id="{3DA143E4-DEF4-DE19-3C4C-BE999A05F75A}"/>
                </a:ext>
              </a:extLst>
            </p:cNvPr>
            <p:cNvSpPr>
              <a:spLocks/>
            </p:cNvSpPr>
            <p:nvPr/>
          </p:nvSpPr>
          <p:spPr bwMode="auto">
            <a:xfrm>
              <a:off x="4656" y="3552"/>
              <a:ext cx="96" cy="192"/>
            </a:xfrm>
            <a:prstGeom prst="rightBrace">
              <a:avLst>
                <a:gd name="adj1" fmla="val 23963"/>
                <a:gd name="adj2" fmla="val 50000"/>
              </a:avLst>
            </a:prstGeom>
            <a:noFill/>
            <a:ln w="12700">
              <a:solidFill>
                <a:schemeClr val="tx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s-ES_tradnl" noProof="0" dirty="0"/>
            </a:p>
          </p:txBody>
        </p:sp>
        <p:sp>
          <p:nvSpPr>
            <p:cNvPr id="16" name="Text Box 18">
              <a:extLst>
                <a:ext uri="{FF2B5EF4-FFF2-40B4-BE49-F238E27FC236}">
                  <a16:creationId xmlns:a16="http://schemas.microsoft.com/office/drawing/2014/main" id="{82F1D16B-4015-7425-1AB4-5FC338232F1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00" y="2832"/>
              <a:ext cx="664" cy="25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s-ES_tradnl" noProof="0" dirty="0">
                  <a:solidFill>
                    <a:schemeClr val="tx1"/>
                  </a:solidFill>
                </a:rPr>
                <a:t>acarreo</a:t>
              </a:r>
            </a:p>
          </p:txBody>
        </p:sp>
        <p:sp>
          <p:nvSpPr>
            <p:cNvPr id="17" name="Text Box 19">
              <a:extLst>
                <a:ext uri="{FF2B5EF4-FFF2-40B4-BE49-F238E27FC236}">
                  <a16:creationId xmlns:a16="http://schemas.microsoft.com/office/drawing/2014/main" id="{3CF72A40-C63D-3A29-2721-3FA888C590E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00" y="3158"/>
              <a:ext cx="862" cy="25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s-ES_tradnl" noProof="0" dirty="0">
                  <a:solidFill>
                    <a:schemeClr val="tx1"/>
                  </a:solidFill>
                </a:rPr>
                <a:t>sumandos</a:t>
              </a:r>
            </a:p>
          </p:txBody>
        </p:sp>
        <p:sp>
          <p:nvSpPr>
            <p:cNvPr id="18" name="Text Box 20">
              <a:extLst>
                <a:ext uri="{FF2B5EF4-FFF2-40B4-BE49-F238E27FC236}">
                  <a16:creationId xmlns:a16="http://schemas.microsoft.com/office/drawing/2014/main" id="{0C6F35EA-AEF8-4936-945D-7B3DA6BBAD5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00" y="3504"/>
              <a:ext cx="781" cy="25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s-ES_tradnl" noProof="0" dirty="0">
                  <a:solidFill>
                    <a:schemeClr val="tx1"/>
                  </a:solidFill>
                </a:rPr>
                <a:t>resultado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9214201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69AABB-9CFF-1F03-FDC5-09E583224A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3 Marcador de número de diapositiva">
            <a:extLst>
              <a:ext uri="{FF2B5EF4-FFF2-40B4-BE49-F238E27FC236}">
                <a16:creationId xmlns:a16="http://schemas.microsoft.com/office/drawing/2014/main" id="{ADC2C968-C593-FD31-677D-11048108AB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4E7847B6-FB90-4985-BDAD-0FC52C69182E}" type="slidenum">
              <a:rPr lang="es-ES_tradnl" noProof="0" smtClean="0"/>
              <a:pPr/>
              <a:t>25</a:t>
            </a:fld>
            <a:endParaRPr lang="es-ES_tradnl" noProof="0" dirty="0"/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EDEA38A5-D0BD-9C09-B3AE-7537AE7C67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Operadores de suma</a:t>
            </a:r>
            <a:endParaRPr lang="en-US" dirty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27F1FAA-B5FD-A90F-C240-400F67DB0E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_tradnl" dirty="0">
                <a:solidFill>
                  <a:srgbClr val="FF0000"/>
                </a:solidFill>
              </a:rPr>
              <a:t>El sumador completo de un bit </a:t>
            </a:r>
            <a:r>
              <a:rPr lang="es-ES_tradnl" i="1" dirty="0">
                <a:solidFill>
                  <a:srgbClr val="FF0000"/>
                </a:solidFill>
              </a:rPr>
              <a:t>(Full </a:t>
            </a:r>
            <a:r>
              <a:rPr lang="es-ES_tradnl" i="1" dirty="0" err="1">
                <a:solidFill>
                  <a:srgbClr val="FF0000"/>
                </a:solidFill>
              </a:rPr>
              <a:t>adder</a:t>
            </a:r>
            <a:r>
              <a:rPr lang="es-ES_tradnl" i="1" dirty="0">
                <a:solidFill>
                  <a:srgbClr val="FF0000"/>
                </a:solidFill>
              </a:rPr>
              <a:t>)</a:t>
            </a:r>
            <a:r>
              <a:rPr lang="es-ES_tradnl" dirty="0">
                <a:solidFill>
                  <a:srgbClr val="FF0000"/>
                </a:solidFill>
              </a:rPr>
              <a:t>:</a:t>
            </a:r>
          </a:p>
          <a:p>
            <a:pPr lvl="1"/>
            <a:r>
              <a:rPr lang="es-ES_tradnl" dirty="0"/>
              <a:t>Implementa los cálculos de una columna de la suma en serie</a:t>
            </a:r>
          </a:p>
          <a:p>
            <a:pPr lvl="1"/>
            <a:r>
              <a:rPr lang="es-ES_tradnl" dirty="0"/>
              <a:t>Admite 3 entradas de un bit y produce dos salidas: </a:t>
            </a:r>
          </a:p>
          <a:p>
            <a:endParaRPr lang="en-US" dirty="0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4018DEA8-EA7A-A0B5-BD65-FD09CA2734FF}"/>
              </a:ext>
            </a:extLst>
          </p:cNvPr>
          <p:cNvSpPr/>
          <p:nvPr/>
        </p:nvSpPr>
        <p:spPr bwMode="auto">
          <a:xfrm>
            <a:off x="2743200" y="5334000"/>
            <a:ext cx="5105400" cy="8382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_tradnl" sz="2000" b="0" i="0" u="none" strike="noStrike" cap="none" normalizeH="0" baseline="0" noProof="0" dirty="0">
              <a:ln>
                <a:noFill/>
              </a:ln>
              <a:solidFill>
                <a:srgbClr val="FFFFFF"/>
              </a:solidFill>
              <a:effectLst/>
              <a:latin typeface="Arial" charset="0"/>
            </a:endParaRPr>
          </a:p>
        </p:txBody>
      </p:sp>
      <p:grpSp>
        <p:nvGrpSpPr>
          <p:cNvPr id="2" name="Grupo 1">
            <a:extLst>
              <a:ext uri="{FF2B5EF4-FFF2-40B4-BE49-F238E27FC236}">
                <a16:creationId xmlns:a16="http://schemas.microsoft.com/office/drawing/2014/main" id="{0793A3B7-500D-866F-297A-54659D3D30A3}"/>
              </a:ext>
            </a:extLst>
          </p:cNvPr>
          <p:cNvGrpSpPr/>
          <p:nvPr/>
        </p:nvGrpSpPr>
        <p:grpSpPr>
          <a:xfrm>
            <a:off x="1981200" y="2711301"/>
            <a:ext cx="2033588" cy="2301875"/>
            <a:chOff x="1981200" y="2438400"/>
            <a:chExt cx="2033588" cy="2301875"/>
          </a:xfrm>
        </p:grpSpPr>
        <p:grpSp>
          <p:nvGrpSpPr>
            <p:cNvPr id="7" name="23 Grupo">
              <a:extLst>
                <a:ext uri="{FF2B5EF4-FFF2-40B4-BE49-F238E27FC236}">
                  <a16:creationId xmlns:a16="http://schemas.microsoft.com/office/drawing/2014/main" id="{7320774B-AFFD-4E4A-115A-AA57CA7D11F0}"/>
                </a:ext>
              </a:extLst>
            </p:cNvPr>
            <p:cNvGrpSpPr/>
            <p:nvPr/>
          </p:nvGrpSpPr>
          <p:grpSpPr>
            <a:xfrm>
              <a:off x="2286000" y="2819400"/>
              <a:ext cx="1524000" cy="1524000"/>
              <a:chOff x="2286000" y="2819400"/>
              <a:chExt cx="1524000" cy="1524000"/>
            </a:xfrm>
          </p:grpSpPr>
          <p:sp>
            <p:nvSpPr>
              <p:cNvPr id="8" name="Line 14">
                <a:extLst>
                  <a:ext uri="{FF2B5EF4-FFF2-40B4-BE49-F238E27FC236}">
                    <a16:creationId xmlns:a16="http://schemas.microsoft.com/office/drawing/2014/main" id="{F2AF0073-1E1F-B44D-0CB1-B2EF8F63EBB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048000" y="4038600"/>
                <a:ext cx="0" cy="304800"/>
              </a:xfrm>
              <a:prstGeom prst="line">
                <a:avLst/>
              </a:prstGeom>
              <a:noFill/>
              <a:ln w="28575">
                <a:solidFill>
                  <a:schemeClr val="tx2"/>
                </a:solidFill>
                <a:round/>
                <a:headEnd type="triangle" w="med" len="med"/>
                <a:tailEnd type="none" w="med" len="med"/>
              </a:ln>
              <a:effectLst/>
            </p:spPr>
            <p:txBody>
              <a:bodyPr anchor="ctr"/>
              <a:lstStyle/>
              <a:p>
                <a:endParaRPr lang="es-ES_tradnl" noProof="0" dirty="0"/>
              </a:p>
            </p:txBody>
          </p:sp>
          <p:sp>
            <p:nvSpPr>
              <p:cNvPr id="9" name="Freeform 15">
                <a:extLst>
                  <a:ext uri="{FF2B5EF4-FFF2-40B4-BE49-F238E27FC236}">
                    <a16:creationId xmlns:a16="http://schemas.microsoft.com/office/drawing/2014/main" id="{13C41765-3C28-4C81-ACF8-F8E53E2421CD}"/>
                  </a:ext>
                </a:extLst>
              </p:cNvPr>
              <p:cNvSpPr>
                <a:spLocks/>
              </p:cNvSpPr>
              <p:nvPr/>
            </p:nvSpPr>
            <p:spPr bwMode="auto">
              <a:xfrm rot="16200000">
                <a:off x="3276600" y="3048000"/>
                <a:ext cx="762000" cy="30480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624"/>
                  </a:cxn>
                  <a:cxn ang="0">
                    <a:pos x="240" y="624"/>
                  </a:cxn>
                </a:cxnLst>
                <a:rect l="0" t="0" r="r" b="b"/>
                <a:pathLst>
                  <a:path w="240" h="624">
                    <a:moveTo>
                      <a:pt x="0" y="0"/>
                    </a:moveTo>
                    <a:lnTo>
                      <a:pt x="0" y="624"/>
                    </a:lnTo>
                    <a:lnTo>
                      <a:pt x="240" y="624"/>
                    </a:lnTo>
                  </a:path>
                </a:pathLst>
              </a:custGeom>
              <a:noFill/>
              <a:ln w="28575" cap="flat" cmpd="sng">
                <a:solidFill>
                  <a:schemeClr val="tx2"/>
                </a:solidFill>
                <a:prstDash val="solid"/>
                <a:round/>
                <a:headEnd type="triangle" w="med" len="med"/>
                <a:tailEnd type="none" w="med" len="med"/>
              </a:ln>
              <a:effectLst/>
            </p:spPr>
            <p:txBody>
              <a:bodyPr anchor="ctr"/>
              <a:lstStyle/>
              <a:p>
                <a:endParaRPr lang="es-ES_tradnl" noProof="0" dirty="0"/>
              </a:p>
            </p:txBody>
          </p:sp>
          <p:sp>
            <p:nvSpPr>
              <p:cNvPr id="10" name="Freeform 17">
                <a:extLst>
                  <a:ext uri="{FF2B5EF4-FFF2-40B4-BE49-F238E27FC236}">
                    <a16:creationId xmlns:a16="http://schemas.microsoft.com/office/drawing/2014/main" id="{718615A7-E4CA-4EAF-C357-5B5EC7C3564A}"/>
                  </a:ext>
                </a:extLst>
              </p:cNvPr>
              <p:cNvSpPr>
                <a:spLocks/>
              </p:cNvSpPr>
              <p:nvPr/>
            </p:nvSpPr>
            <p:spPr bwMode="auto">
              <a:xfrm flipV="1">
                <a:off x="2286000" y="3581400"/>
                <a:ext cx="304800" cy="76200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624"/>
                  </a:cxn>
                  <a:cxn ang="0">
                    <a:pos x="240" y="624"/>
                  </a:cxn>
                </a:cxnLst>
                <a:rect l="0" t="0" r="r" b="b"/>
                <a:pathLst>
                  <a:path w="240" h="624">
                    <a:moveTo>
                      <a:pt x="0" y="0"/>
                    </a:moveTo>
                    <a:lnTo>
                      <a:pt x="0" y="624"/>
                    </a:lnTo>
                    <a:lnTo>
                      <a:pt x="240" y="624"/>
                    </a:lnTo>
                  </a:path>
                </a:pathLst>
              </a:custGeom>
              <a:noFill/>
              <a:ln w="28575" cap="flat" cmpd="sng">
                <a:solidFill>
                  <a:schemeClr val="tx2"/>
                </a:solidFill>
                <a:prstDash val="solid"/>
                <a:round/>
                <a:headEnd type="triangle" w="med" len="med"/>
                <a:tailEnd type="none" w="med" len="med"/>
              </a:ln>
              <a:effectLst/>
            </p:spPr>
            <p:txBody>
              <a:bodyPr anchor="ctr"/>
              <a:lstStyle/>
              <a:p>
                <a:endParaRPr lang="es-ES_tradnl" noProof="0" dirty="0"/>
              </a:p>
            </p:txBody>
          </p:sp>
          <p:sp>
            <p:nvSpPr>
              <p:cNvPr id="11" name="Line 18">
                <a:extLst>
                  <a:ext uri="{FF2B5EF4-FFF2-40B4-BE49-F238E27FC236}">
                    <a16:creationId xmlns:a16="http://schemas.microsoft.com/office/drawing/2014/main" id="{FCE32EC7-5E00-C321-A882-1CCEE5140E8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276600" y="2819400"/>
                <a:ext cx="0" cy="304800"/>
              </a:xfrm>
              <a:prstGeom prst="line">
                <a:avLst/>
              </a:prstGeom>
              <a:noFill/>
              <a:ln w="28575">
                <a:solidFill>
                  <a:schemeClr val="tx2"/>
                </a:solidFill>
                <a:round/>
                <a:headEnd type="triangle" w="med" len="med"/>
                <a:tailEnd type="none" w="med" len="med"/>
              </a:ln>
              <a:effectLst/>
            </p:spPr>
            <p:txBody>
              <a:bodyPr anchor="ctr"/>
              <a:lstStyle/>
              <a:p>
                <a:endParaRPr lang="es-ES_tradnl" noProof="0" dirty="0"/>
              </a:p>
            </p:txBody>
          </p:sp>
          <p:sp>
            <p:nvSpPr>
              <p:cNvPr id="12" name="Line 19">
                <a:extLst>
                  <a:ext uri="{FF2B5EF4-FFF2-40B4-BE49-F238E27FC236}">
                    <a16:creationId xmlns:a16="http://schemas.microsoft.com/office/drawing/2014/main" id="{B58F54DB-AC47-7DAE-26E2-B8487EFC8AA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819400" y="2819400"/>
                <a:ext cx="0" cy="304800"/>
              </a:xfrm>
              <a:prstGeom prst="line">
                <a:avLst/>
              </a:prstGeom>
              <a:noFill/>
              <a:ln w="28575">
                <a:solidFill>
                  <a:schemeClr val="tx2"/>
                </a:solidFill>
                <a:round/>
                <a:headEnd type="triangle" w="med" len="med"/>
                <a:tailEnd type="none" w="med" len="med"/>
              </a:ln>
              <a:effectLst/>
            </p:spPr>
            <p:txBody>
              <a:bodyPr anchor="ctr"/>
              <a:lstStyle/>
              <a:p>
                <a:endParaRPr lang="es-ES_tradnl" noProof="0" dirty="0"/>
              </a:p>
            </p:txBody>
          </p:sp>
        </p:grpSp>
        <p:grpSp>
          <p:nvGrpSpPr>
            <p:cNvPr id="13" name="24 Grupo">
              <a:extLst>
                <a:ext uri="{FF2B5EF4-FFF2-40B4-BE49-F238E27FC236}">
                  <a16:creationId xmlns:a16="http://schemas.microsoft.com/office/drawing/2014/main" id="{C6DDB06E-74C4-7D01-E92B-B85711FA9C64}"/>
                </a:ext>
              </a:extLst>
            </p:cNvPr>
            <p:cNvGrpSpPr/>
            <p:nvPr/>
          </p:nvGrpSpPr>
          <p:grpSpPr>
            <a:xfrm>
              <a:off x="1981200" y="2438400"/>
              <a:ext cx="2033588" cy="2301875"/>
              <a:chOff x="1981200" y="2438400"/>
              <a:chExt cx="2033588" cy="2301875"/>
            </a:xfrm>
          </p:grpSpPr>
          <p:sp>
            <p:nvSpPr>
              <p:cNvPr id="14" name="Rectangle 11">
                <a:extLst>
                  <a:ext uri="{FF2B5EF4-FFF2-40B4-BE49-F238E27FC236}">
                    <a16:creationId xmlns:a16="http://schemas.microsoft.com/office/drawing/2014/main" id="{C1C8D48E-6406-825A-3CAC-4D94970A14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90800" y="3124200"/>
                <a:ext cx="914400" cy="914400"/>
              </a:xfrm>
              <a:prstGeom prst="rect">
                <a:avLst/>
              </a:prstGeom>
              <a:noFill/>
              <a:ln w="3810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s-ES_tradnl" sz="3200" noProof="0" dirty="0">
                    <a:solidFill>
                      <a:schemeClr val="tx1"/>
                    </a:solidFill>
                    <a:cs typeface="Arial" charset="0"/>
                  </a:rPr>
                  <a:t>FA</a:t>
                </a:r>
                <a:endParaRPr lang="es-ES_tradnl" noProof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5" name="Text Box 22">
                <a:extLst>
                  <a:ext uri="{FF2B5EF4-FFF2-40B4-BE49-F238E27FC236}">
                    <a16:creationId xmlns:a16="http://schemas.microsoft.com/office/drawing/2014/main" id="{5FB5F8B1-BBC4-47BD-3CE4-AD6527246DD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667000" y="2438400"/>
                <a:ext cx="371475" cy="396875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algn="ctr"/>
                <a:r>
                  <a:rPr lang="es-ES_tradnl" i="1" noProof="0" dirty="0" err="1">
                    <a:solidFill>
                      <a:schemeClr val="tx1"/>
                    </a:solidFill>
                  </a:rPr>
                  <a:t>a</a:t>
                </a:r>
                <a:r>
                  <a:rPr lang="es-ES_tradnl" b="1" i="1" baseline="-25000" noProof="0" dirty="0" err="1">
                    <a:solidFill>
                      <a:schemeClr val="tx1"/>
                    </a:solidFill>
                  </a:rPr>
                  <a:t>i</a:t>
                </a:r>
                <a:endParaRPr lang="es-ES_tradnl" b="1" i="1" baseline="-25000" noProof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" name="Text Box 23">
                <a:extLst>
                  <a:ext uri="{FF2B5EF4-FFF2-40B4-BE49-F238E27FC236}">
                    <a16:creationId xmlns:a16="http://schemas.microsoft.com/office/drawing/2014/main" id="{BB8A5116-67A4-4684-91B4-95FB5F513A7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657600" y="2438400"/>
                <a:ext cx="357188" cy="396875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algn="ctr"/>
                <a:r>
                  <a:rPr lang="es-ES_tradnl" i="1" noProof="0" dirty="0" err="1">
                    <a:solidFill>
                      <a:schemeClr val="tx1"/>
                    </a:solidFill>
                  </a:rPr>
                  <a:t>c</a:t>
                </a:r>
                <a:r>
                  <a:rPr lang="es-ES_tradnl" b="1" i="1" baseline="-25000" noProof="0" dirty="0" err="1">
                    <a:solidFill>
                      <a:schemeClr val="tx1"/>
                    </a:solidFill>
                  </a:rPr>
                  <a:t>i</a:t>
                </a:r>
                <a:endParaRPr lang="es-ES_tradnl" b="1" i="1" baseline="-25000" noProof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7" name="Text Box 24">
                <a:extLst>
                  <a:ext uri="{FF2B5EF4-FFF2-40B4-BE49-F238E27FC236}">
                    <a16:creationId xmlns:a16="http://schemas.microsoft.com/office/drawing/2014/main" id="{24AC765B-3407-D6F7-97AA-FC24B03CDE0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24200" y="2438400"/>
                <a:ext cx="371475" cy="396875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algn="ctr"/>
                <a:r>
                  <a:rPr lang="es-ES_tradnl" i="1" noProof="0" dirty="0" err="1">
                    <a:solidFill>
                      <a:schemeClr val="tx1"/>
                    </a:solidFill>
                  </a:rPr>
                  <a:t>b</a:t>
                </a:r>
                <a:r>
                  <a:rPr lang="es-ES_tradnl" b="1" i="1" baseline="-25000" noProof="0" dirty="0" err="1">
                    <a:solidFill>
                      <a:schemeClr val="tx1"/>
                    </a:solidFill>
                  </a:rPr>
                  <a:t>i</a:t>
                </a:r>
                <a:endParaRPr lang="es-ES_tradnl" b="1" i="1" baseline="-25000" noProof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8" name="Text Box 25">
                <a:extLst>
                  <a:ext uri="{FF2B5EF4-FFF2-40B4-BE49-F238E27FC236}">
                    <a16:creationId xmlns:a16="http://schemas.microsoft.com/office/drawing/2014/main" id="{3497A5DA-84BA-940C-3FFA-A67842D6FC3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895600" y="4343400"/>
                <a:ext cx="357188" cy="396875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algn="ctr"/>
                <a:r>
                  <a:rPr lang="es-ES_tradnl" i="1" noProof="0" dirty="0">
                    <a:solidFill>
                      <a:schemeClr val="tx1"/>
                    </a:solidFill>
                  </a:rPr>
                  <a:t>s</a:t>
                </a:r>
                <a:r>
                  <a:rPr lang="es-ES_tradnl" b="1" i="1" baseline="-25000" noProof="0" dirty="0">
                    <a:solidFill>
                      <a:schemeClr val="tx1"/>
                    </a:solidFill>
                  </a:rPr>
                  <a:t>i</a:t>
                </a:r>
              </a:p>
            </p:txBody>
          </p:sp>
          <p:sp>
            <p:nvSpPr>
              <p:cNvPr id="19" name="Text Box 26">
                <a:extLst>
                  <a:ext uri="{FF2B5EF4-FFF2-40B4-BE49-F238E27FC236}">
                    <a16:creationId xmlns:a16="http://schemas.microsoft.com/office/drawing/2014/main" id="{35FD6D1E-E914-5F84-9FF7-46E174EA236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81200" y="4343400"/>
                <a:ext cx="546100" cy="396875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algn="ctr"/>
                <a:r>
                  <a:rPr lang="es-ES_tradnl" i="1" noProof="0" dirty="0">
                    <a:solidFill>
                      <a:schemeClr val="tx1"/>
                    </a:solidFill>
                  </a:rPr>
                  <a:t>c</a:t>
                </a:r>
                <a:r>
                  <a:rPr lang="es-ES_tradnl" b="1" i="1" baseline="-25000" noProof="0" dirty="0">
                    <a:solidFill>
                      <a:schemeClr val="tx1"/>
                    </a:solidFill>
                  </a:rPr>
                  <a:t>i+1</a:t>
                </a:r>
              </a:p>
            </p:txBody>
          </p:sp>
        </p:grpSp>
      </p:grpSp>
      <p:grpSp>
        <p:nvGrpSpPr>
          <p:cNvPr id="20" name="Group 7">
            <a:extLst>
              <a:ext uri="{FF2B5EF4-FFF2-40B4-BE49-F238E27FC236}">
                <a16:creationId xmlns:a16="http://schemas.microsoft.com/office/drawing/2014/main" id="{B12A6DD5-0604-1D5C-6873-859D2710B6D5}"/>
              </a:ext>
            </a:extLst>
          </p:cNvPr>
          <p:cNvGrpSpPr>
            <a:grpSpLocks/>
          </p:cNvGrpSpPr>
          <p:nvPr/>
        </p:nvGrpSpPr>
        <p:grpSpPr bwMode="auto">
          <a:xfrm>
            <a:off x="5334000" y="2577182"/>
            <a:ext cx="2379663" cy="2940050"/>
            <a:chOff x="336" y="1488"/>
            <a:chExt cx="1499" cy="1852"/>
          </a:xfrm>
        </p:grpSpPr>
        <p:sp>
          <p:nvSpPr>
            <p:cNvPr id="21" name="Text Box 4">
              <a:extLst>
                <a:ext uri="{FF2B5EF4-FFF2-40B4-BE49-F238E27FC236}">
                  <a16:creationId xmlns:a16="http://schemas.microsoft.com/office/drawing/2014/main" id="{65B63F89-BD10-ECF2-8A6D-E0039DAACF3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6" y="1488"/>
              <a:ext cx="1499" cy="18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tabLst>
                  <a:tab pos="476250" algn="l"/>
                  <a:tab pos="952500" algn="l"/>
                  <a:tab pos="1522413" algn="l"/>
                  <a:tab pos="1998663" algn="l"/>
                </a:tabLst>
              </a:pPr>
              <a:r>
                <a:rPr lang="es-ES_tradnl" i="1" noProof="0" dirty="0" err="1">
                  <a:solidFill>
                    <a:schemeClr val="tx1"/>
                  </a:solidFill>
                </a:rPr>
                <a:t>a</a:t>
              </a:r>
              <a:r>
                <a:rPr lang="es-ES_tradnl" b="1" i="1" baseline="-25000" noProof="0" dirty="0" err="1">
                  <a:solidFill>
                    <a:schemeClr val="tx1"/>
                  </a:solidFill>
                </a:rPr>
                <a:t>i</a:t>
              </a:r>
              <a:r>
                <a:rPr lang="es-ES_tradnl" i="1" noProof="0" dirty="0">
                  <a:solidFill>
                    <a:schemeClr val="tx1"/>
                  </a:solidFill>
                </a:rPr>
                <a:t>	</a:t>
              </a:r>
              <a:r>
                <a:rPr lang="es-ES_tradnl" i="1" noProof="0" dirty="0" err="1">
                  <a:solidFill>
                    <a:schemeClr val="tx1"/>
                  </a:solidFill>
                </a:rPr>
                <a:t>b</a:t>
              </a:r>
              <a:r>
                <a:rPr lang="es-ES_tradnl" b="1" i="1" baseline="-25000" noProof="0" dirty="0" err="1">
                  <a:solidFill>
                    <a:schemeClr val="tx1"/>
                  </a:solidFill>
                </a:rPr>
                <a:t>i</a:t>
              </a:r>
              <a:r>
                <a:rPr lang="es-ES_tradnl" i="1" noProof="0" dirty="0">
                  <a:solidFill>
                    <a:schemeClr val="tx1"/>
                  </a:solidFill>
                </a:rPr>
                <a:t>	</a:t>
              </a:r>
              <a:r>
                <a:rPr lang="es-ES_tradnl" i="1" noProof="0" dirty="0" err="1">
                  <a:solidFill>
                    <a:schemeClr val="tx1"/>
                  </a:solidFill>
                </a:rPr>
                <a:t>c</a:t>
              </a:r>
              <a:r>
                <a:rPr lang="es-ES_tradnl" b="1" i="1" baseline="-25000" noProof="0" dirty="0" err="1">
                  <a:solidFill>
                    <a:schemeClr val="tx1"/>
                  </a:solidFill>
                </a:rPr>
                <a:t>i</a:t>
              </a:r>
              <a:r>
                <a:rPr lang="es-ES_tradnl" i="1" noProof="0" dirty="0">
                  <a:solidFill>
                    <a:schemeClr val="tx1"/>
                  </a:solidFill>
                </a:rPr>
                <a:t>	c</a:t>
              </a:r>
              <a:r>
                <a:rPr lang="es-ES_tradnl" b="1" i="1" baseline="-25000" noProof="0" dirty="0">
                  <a:solidFill>
                    <a:schemeClr val="tx1"/>
                  </a:solidFill>
                </a:rPr>
                <a:t>i+1</a:t>
              </a:r>
              <a:r>
                <a:rPr lang="es-ES_tradnl" i="1" noProof="0" dirty="0">
                  <a:solidFill>
                    <a:schemeClr val="tx1"/>
                  </a:solidFill>
                </a:rPr>
                <a:t>	s</a:t>
              </a:r>
              <a:r>
                <a:rPr lang="es-ES_tradnl" b="1" i="1" baseline="-25000" noProof="0" dirty="0">
                  <a:solidFill>
                    <a:schemeClr val="tx1"/>
                  </a:solidFill>
                </a:rPr>
                <a:t>i</a:t>
              </a:r>
            </a:p>
            <a:p>
              <a:pPr>
                <a:spcBef>
                  <a:spcPct val="25000"/>
                </a:spcBef>
                <a:tabLst>
                  <a:tab pos="476250" algn="l"/>
                  <a:tab pos="952500" algn="l"/>
                  <a:tab pos="1522413" algn="l"/>
                  <a:tab pos="1998663" algn="l"/>
                </a:tabLst>
              </a:pPr>
              <a:r>
                <a:rPr lang="es-ES_tradnl" noProof="0" dirty="0">
                  <a:solidFill>
                    <a:schemeClr val="tx1"/>
                  </a:solidFill>
                </a:rPr>
                <a:t>0	0	0	0	0</a:t>
              </a:r>
              <a:br>
                <a:rPr lang="es-ES_tradnl" noProof="0" dirty="0">
                  <a:solidFill>
                    <a:schemeClr val="tx1"/>
                  </a:solidFill>
                </a:rPr>
              </a:br>
              <a:r>
                <a:rPr lang="es-ES_tradnl" noProof="0" dirty="0">
                  <a:solidFill>
                    <a:schemeClr val="tx1"/>
                  </a:solidFill>
                </a:rPr>
                <a:t>0	0	1	0	1</a:t>
              </a:r>
              <a:br>
                <a:rPr lang="es-ES_tradnl" noProof="0" dirty="0">
                  <a:solidFill>
                    <a:schemeClr val="tx1"/>
                  </a:solidFill>
                </a:rPr>
              </a:br>
              <a:r>
                <a:rPr lang="es-ES_tradnl" noProof="0" dirty="0">
                  <a:solidFill>
                    <a:schemeClr val="tx1"/>
                  </a:solidFill>
                </a:rPr>
                <a:t>0	1	0	0	1</a:t>
              </a:r>
              <a:br>
                <a:rPr lang="es-ES_tradnl" noProof="0" dirty="0">
                  <a:solidFill>
                    <a:schemeClr val="tx1"/>
                  </a:solidFill>
                </a:rPr>
              </a:br>
              <a:r>
                <a:rPr lang="es-ES_tradnl" noProof="0" dirty="0">
                  <a:solidFill>
                    <a:schemeClr val="tx1"/>
                  </a:solidFill>
                </a:rPr>
                <a:t>0	1	1	1	0</a:t>
              </a:r>
              <a:br>
                <a:rPr lang="es-ES_tradnl" noProof="0" dirty="0">
                  <a:solidFill>
                    <a:schemeClr val="tx1"/>
                  </a:solidFill>
                </a:rPr>
              </a:br>
              <a:r>
                <a:rPr lang="es-ES_tradnl" noProof="0" dirty="0">
                  <a:solidFill>
                    <a:schemeClr val="tx1"/>
                  </a:solidFill>
                </a:rPr>
                <a:t>1	0	0	0	1</a:t>
              </a:r>
              <a:br>
                <a:rPr lang="es-ES_tradnl" noProof="0" dirty="0">
                  <a:solidFill>
                    <a:schemeClr val="tx1"/>
                  </a:solidFill>
                </a:rPr>
              </a:br>
              <a:r>
                <a:rPr lang="es-ES_tradnl" noProof="0" dirty="0">
                  <a:solidFill>
                    <a:schemeClr val="tx1"/>
                  </a:solidFill>
                </a:rPr>
                <a:t>1	0	1	1	0</a:t>
              </a:r>
              <a:br>
                <a:rPr lang="es-ES_tradnl" noProof="0" dirty="0">
                  <a:solidFill>
                    <a:schemeClr val="tx1"/>
                  </a:solidFill>
                </a:rPr>
              </a:br>
              <a:r>
                <a:rPr lang="es-ES_tradnl" noProof="0" dirty="0">
                  <a:solidFill>
                    <a:schemeClr val="tx1"/>
                  </a:solidFill>
                </a:rPr>
                <a:t>1	1	0	1	0</a:t>
              </a:r>
              <a:br>
                <a:rPr lang="es-ES_tradnl" noProof="0" dirty="0">
                  <a:solidFill>
                    <a:schemeClr val="tx1"/>
                  </a:solidFill>
                </a:rPr>
              </a:br>
              <a:r>
                <a:rPr lang="es-ES_tradnl" noProof="0" dirty="0">
                  <a:solidFill>
                    <a:schemeClr val="tx1"/>
                  </a:solidFill>
                </a:rPr>
                <a:t>1	1	1	1	1</a:t>
              </a:r>
            </a:p>
          </p:txBody>
        </p:sp>
        <p:sp>
          <p:nvSpPr>
            <p:cNvPr id="22" name="Line 5">
              <a:extLst>
                <a:ext uri="{FF2B5EF4-FFF2-40B4-BE49-F238E27FC236}">
                  <a16:creationId xmlns:a16="http://schemas.microsoft.com/office/drawing/2014/main" id="{02490352-5B69-1D9F-8CC0-53028932B0D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4" y="1728"/>
              <a:ext cx="1392" cy="0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endParaRPr lang="es-ES_tradnl" noProof="0" dirty="0">
                <a:solidFill>
                  <a:schemeClr val="tx1"/>
                </a:solidFill>
              </a:endParaRPr>
            </a:p>
          </p:txBody>
        </p:sp>
        <p:sp>
          <p:nvSpPr>
            <p:cNvPr id="23" name="Line 6">
              <a:extLst>
                <a:ext uri="{FF2B5EF4-FFF2-40B4-BE49-F238E27FC236}">
                  <a16:creationId xmlns:a16="http://schemas.microsoft.com/office/drawing/2014/main" id="{5CD2FBDA-3F16-CFEF-77CF-D386794126D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00" y="1536"/>
              <a:ext cx="0" cy="1728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endParaRPr lang="es-ES_tradnl" noProof="0" dirty="0">
                <a:solidFill>
                  <a:schemeClr val="tx1"/>
                </a:solidFill>
              </a:endParaRPr>
            </a:p>
          </p:txBody>
        </p:sp>
      </p:grpSp>
      <p:graphicFrame>
        <p:nvGraphicFramePr>
          <p:cNvPr id="24" name="Objeto 23">
            <a:extLst>
              <a:ext uri="{FF2B5EF4-FFF2-40B4-BE49-F238E27FC236}">
                <a16:creationId xmlns:a16="http://schemas.microsoft.com/office/drawing/2014/main" id="{A7DAAF45-E177-F8B1-0DDD-EECA476B50F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24041827"/>
              </p:ext>
            </p:extLst>
          </p:nvPr>
        </p:nvGraphicFramePr>
        <p:xfrm>
          <a:off x="2819400" y="5644728"/>
          <a:ext cx="49530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3" imgW="4953000" imgH="736600" progId="Equation.3">
                  <p:embed/>
                </p:oleObj>
              </mc:Choice>
              <mc:Fallback>
                <p:oleObj name="Ecuación" r:id="rId3" imgW="4953000" imgH="736600" progId="Equation.3">
                  <p:embed/>
                  <p:pic>
                    <p:nvPicPr>
                      <p:cNvPr id="26" name="Objeto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9400" y="5644728"/>
                        <a:ext cx="4953000" cy="736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31807488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1412F6-699D-D26B-5024-5813C26E14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3 Marcador de número de diapositiva">
            <a:extLst>
              <a:ext uri="{FF2B5EF4-FFF2-40B4-BE49-F238E27FC236}">
                <a16:creationId xmlns:a16="http://schemas.microsoft.com/office/drawing/2014/main" id="{3A0BA89E-F2D2-5537-600B-8FFF21C449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4E7847B6-FB90-4985-BDAD-0FC52C69182E}" type="slidenum">
              <a:rPr lang="es-ES_tradnl" noProof="0" smtClean="0"/>
              <a:pPr/>
              <a:t>26</a:t>
            </a:fld>
            <a:endParaRPr lang="es-ES_tradnl" noProof="0" dirty="0"/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DD32556C-44C0-07AD-2876-E7DDE0F191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Operadores de suma</a:t>
            </a:r>
            <a:endParaRPr lang="en-US" dirty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B352D2A-C46A-CA43-1BFA-3472607321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_tradnl" dirty="0"/>
              <a:t>El sumador completo de un bit: Implementación</a:t>
            </a:r>
          </a:p>
          <a:p>
            <a:pPr lvl="1"/>
            <a:r>
              <a:rPr lang="es-ES_tradnl" dirty="0"/>
              <a:t>Implementación a partir </a:t>
            </a:r>
            <a:br>
              <a:rPr lang="es-ES_tradnl" dirty="0"/>
            </a:br>
            <a:r>
              <a:rPr lang="es-ES_tradnl" dirty="0"/>
              <a:t>de las funciones lógicas</a:t>
            </a:r>
          </a:p>
          <a:p>
            <a:endParaRPr lang="en-US" dirty="0"/>
          </a:p>
        </p:txBody>
      </p:sp>
      <p:grpSp>
        <p:nvGrpSpPr>
          <p:cNvPr id="5" name="Agrupar 97">
            <a:extLst>
              <a:ext uri="{FF2B5EF4-FFF2-40B4-BE49-F238E27FC236}">
                <a16:creationId xmlns:a16="http://schemas.microsoft.com/office/drawing/2014/main" id="{878CE492-5EF7-8082-72E8-F97C867B551B}"/>
              </a:ext>
            </a:extLst>
          </p:cNvPr>
          <p:cNvGrpSpPr/>
          <p:nvPr/>
        </p:nvGrpSpPr>
        <p:grpSpPr>
          <a:xfrm>
            <a:off x="4211960" y="2564904"/>
            <a:ext cx="4716140" cy="3759696"/>
            <a:chOff x="3575050" y="1714500"/>
            <a:chExt cx="5353050" cy="4610100"/>
          </a:xfrm>
        </p:grpSpPr>
        <p:sp>
          <p:nvSpPr>
            <p:cNvPr id="6" name="Line 411">
              <a:extLst>
                <a:ext uri="{FF2B5EF4-FFF2-40B4-BE49-F238E27FC236}">
                  <a16:creationId xmlns:a16="http://schemas.microsoft.com/office/drawing/2014/main" id="{D3C6CE0E-25F2-DE55-75F2-488C3BA31A2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81600" y="1866900"/>
              <a:ext cx="1143000" cy="0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/>
            </a:ln>
            <a:effectLst/>
          </p:spPr>
          <p:txBody>
            <a:bodyPr anchor="ctr"/>
            <a:lstStyle/>
            <a:p>
              <a:endParaRPr lang="es-ES_tradnl" noProof="0" dirty="0"/>
            </a:p>
          </p:txBody>
        </p:sp>
        <p:sp>
          <p:nvSpPr>
            <p:cNvPr id="7" name="Line 418">
              <a:extLst>
                <a:ext uri="{FF2B5EF4-FFF2-40B4-BE49-F238E27FC236}">
                  <a16:creationId xmlns:a16="http://schemas.microsoft.com/office/drawing/2014/main" id="{4F2FC3BD-6F2F-5745-2064-91058122DA2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096000" y="2476500"/>
              <a:ext cx="228600" cy="0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/>
            </a:ln>
            <a:effectLst/>
          </p:spPr>
          <p:txBody>
            <a:bodyPr anchor="ctr"/>
            <a:lstStyle/>
            <a:p>
              <a:endParaRPr lang="es-ES_tradnl" noProof="0" dirty="0"/>
            </a:p>
          </p:txBody>
        </p:sp>
        <p:sp>
          <p:nvSpPr>
            <p:cNvPr id="8" name="Line 419">
              <a:extLst>
                <a:ext uri="{FF2B5EF4-FFF2-40B4-BE49-F238E27FC236}">
                  <a16:creationId xmlns:a16="http://schemas.microsoft.com/office/drawing/2014/main" id="{C03396D3-EF74-F35F-2C90-5D0745E23B2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81600" y="2628900"/>
              <a:ext cx="228600" cy="0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/>
            </a:ln>
            <a:effectLst/>
          </p:spPr>
          <p:txBody>
            <a:bodyPr anchor="ctr"/>
            <a:lstStyle/>
            <a:p>
              <a:endParaRPr lang="es-ES_tradnl" noProof="0" dirty="0"/>
            </a:p>
          </p:txBody>
        </p:sp>
        <p:sp>
          <p:nvSpPr>
            <p:cNvPr id="9" name="Line 421">
              <a:extLst>
                <a:ext uri="{FF2B5EF4-FFF2-40B4-BE49-F238E27FC236}">
                  <a16:creationId xmlns:a16="http://schemas.microsoft.com/office/drawing/2014/main" id="{493E31E0-AC74-457F-3238-51C0E36B410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096000" y="3086100"/>
              <a:ext cx="228600" cy="0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/>
            </a:ln>
            <a:effectLst/>
          </p:spPr>
          <p:txBody>
            <a:bodyPr anchor="ctr"/>
            <a:lstStyle/>
            <a:p>
              <a:endParaRPr lang="es-ES_tradnl" noProof="0" dirty="0"/>
            </a:p>
          </p:txBody>
        </p:sp>
        <p:sp>
          <p:nvSpPr>
            <p:cNvPr id="10" name="Line 423">
              <a:extLst>
                <a:ext uri="{FF2B5EF4-FFF2-40B4-BE49-F238E27FC236}">
                  <a16:creationId xmlns:a16="http://schemas.microsoft.com/office/drawing/2014/main" id="{DCD16321-FA1C-FBCD-56FC-F4826B436A0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81600" y="3390900"/>
              <a:ext cx="1143000" cy="0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/>
            </a:ln>
            <a:effectLst/>
          </p:spPr>
          <p:txBody>
            <a:bodyPr anchor="ctr"/>
            <a:lstStyle/>
            <a:p>
              <a:endParaRPr lang="es-ES_tradnl" noProof="0" dirty="0"/>
            </a:p>
          </p:txBody>
        </p:sp>
        <p:sp>
          <p:nvSpPr>
            <p:cNvPr id="11" name="Line 424">
              <a:extLst>
                <a:ext uri="{FF2B5EF4-FFF2-40B4-BE49-F238E27FC236}">
                  <a16:creationId xmlns:a16="http://schemas.microsoft.com/office/drawing/2014/main" id="{24007BAB-6F3F-ED9E-47D0-6E240582167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62400" y="3695700"/>
              <a:ext cx="2362200" cy="0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/>
            </a:ln>
            <a:effectLst/>
          </p:spPr>
          <p:txBody>
            <a:bodyPr anchor="ctr"/>
            <a:lstStyle/>
            <a:p>
              <a:endParaRPr lang="es-ES_tradnl" noProof="0" dirty="0"/>
            </a:p>
          </p:txBody>
        </p:sp>
        <p:sp>
          <p:nvSpPr>
            <p:cNvPr id="12" name="Freeform 429">
              <a:extLst>
                <a:ext uri="{FF2B5EF4-FFF2-40B4-BE49-F238E27FC236}">
                  <a16:creationId xmlns:a16="http://schemas.microsoft.com/office/drawing/2014/main" id="{EFF0E9ED-BB39-EC83-98E7-4605088B7C1A}"/>
                </a:ext>
              </a:extLst>
            </p:cNvPr>
            <p:cNvSpPr>
              <a:spLocks/>
            </p:cNvSpPr>
            <p:nvPr/>
          </p:nvSpPr>
          <p:spPr bwMode="auto">
            <a:xfrm>
              <a:off x="6934200" y="2019300"/>
              <a:ext cx="762000" cy="68580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88" y="0"/>
                </a:cxn>
                <a:cxn ang="0">
                  <a:pos x="288" y="432"/>
                </a:cxn>
                <a:cxn ang="0">
                  <a:pos x="480" y="432"/>
                </a:cxn>
              </a:cxnLst>
              <a:rect l="0" t="0" r="r" b="b"/>
              <a:pathLst>
                <a:path w="480" h="432">
                  <a:moveTo>
                    <a:pt x="0" y="0"/>
                  </a:moveTo>
                  <a:lnTo>
                    <a:pt x="288" y="0"/>
                  </a:lnTo>
                  <a:lnTo>
                    <a:pt x="288" y="432"/>
                  </a:lnTo>
                  <a:lnTo>
                    <a:pt x="480" y="432"/>
                  </a:lnTo>
                </a:path>
              </a:pathLst>
            </a:custGeom>
            <a:noFill/>
            <a:ln w="19050" cap="flat" cmpd="sng">
              <a:solidFill>
                <a:schemeClr val="tx2"/>
              </a:solidFill>
              <a:prstDash val="solid"/>
              <a:round/>
              <a:headEnd/>
              <a:tailEnd/>
            </a:ln>
            <a:effectLst/>
          </p:spPr>
          <p:txBody>
            <a:bodyPr anchor="ctr"/>
            <a:lstStyle/>
            <a:p>
              <a:endParaRPr lang="es-ES_tradnl" noProof="0" dirty="0"/>
            </a:p>
          </p:txBody>
        </p:sp>
        <p:sp>
          <p:nvSpPr>
            <p:cNvPr id="13" name="Freeform 430">
              <a:extLst>
                <a:ext uri="{FF2B5EF4-FFF2-40B4-BE49-F238E27FC236}">
                  <a16:creationId xmlns:a16="http://schemas.microsoft.com/office/drawing/2014/main" id="{3D3ACC62-9DA1-5A5D-C5FD-86405AC255DC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6934200" y="3162300"/>
              <a:ext cx="762000" cy="68580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88" y="0"/>
                </a:cxn>
                <a:cxn ang="0">
                  <a:pos x="288" y="432"/>
                </a:cxn>
                <a:cxn ang="0">
                  <a:pos x="480" y="432"/>
                </a:cxn>
              </a:cxnLst>
              <a:rect l="0" t="0" r="r" b="b"/>
              <a:pathLst>
                <a:path w="480" h="432">
                  <a:moveTo>
                    <a:pt x="0" y="0"/>
                  </a:moveTo>
                  <a:lnTo>
                    <a:pt x="288" y="0"/>
                  </a:lnTo>
                  <a:lnTo>
                    <a:pt x="288" y="432"/>
                  </a:lnTo>
                  <a:lnTo>
                    <a:pt x="480" y="432"/>
                  </a:lnTo>
                </a:path>
              </a:pathLst>
            </a:custGeom>
            <a:noFill/>
            <a:ln w="19050" cap="flat" cmpd="sng">
              <a:solidFill>
                <a:schemeClr val="tx2"/>
              </a:solidFill>
              <a:prstDash val="solid"/>
              <a:round/>
              <a:headEnd/>
              <a:tailEnd/>
            </a:ln>
            <a:effectLst/>
          </p:spPr>
          <p:txBody>
            <a:bodyPr anchor="ctr"/>
            <a:lstStyle/>
            <a:p>
              <a:endParaRPr lang="es-ES_tradnl" noProof="0" dirty="0"/>
            </a:p>
          </p:txBody>
        </p:sp>
        <p:sp>
          <p:nvSpPr>
            <p:cNvPr id="14" name="Line 431">
              <a:extLst>
                <a:ext uri="{FF2B5EF4-FFF2-40B4-BE49-F238E27FC236}">
                  <a16:creationId xmlns:a16="http://schemas.microsoft.com/office/drawing/2014/main" id="{EC3729B1-A3FB-2BC3-2C32-D9823A15243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382000" y="2933700"/>
              <a:ext cx="228600" cy="0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/>
            </a:ln>
            <a:effectLst/>
          </p:spPr>
          <p:txBody>
            <a:bodyPr anchor="ctr"/>
            <a:lstStyle/>
            <a:p>
              <a:endParaRPr lang="es-ES_tradnl" noProof="0" dirty="0"/>
            </a:p>
          </p:txBody>
        </p:sp>
        <p:grpSp>
          <p:nvGrpSpPr>
            <p:cNvPr id="15" name="Group 511">
              <a:extLst>
                <a:ext uri="{FF2B5EF4-FFF2-40B4-BE49-F238E27FC236}">
                  <a16:creationId xmlns:a16="http://schemas.microsoft.com/office/drawing/2014/main" id="{CAD3900B-A92E-837C-656B-15233B6A847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696200" y="2667000"/>
              <a:ext cx="685800" cy="3048000"/>
              <a:chOff x="4848" y="1464"/>
              <a:chExt cx="432" cy="1920"/>
            </a:xfrm>
          </p:grpSpPr>
          <p:grpSp>
            <p:nvGrpSpPr>
              <p:cNvPr id="12309" name="Group 392">
                <a:extLst>
                  <a:ext uri="{FF2B5EF4-FFF2-40B4-BE49-F238E27FC236}">
                    <a16:creationId xmlns:a16="http://schemas.microsoft.com/office/drawing/2014/main" id="{C43A506C-B3EB-ECB1-0263-C447F01EC51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848" y="1464"/>
                <a:ext cx="432" cy="336"/>
                <a:chOff x="4309" y="1776"/>
                <a:chExt cx="491" cy="420"/>
              </a:xfrm>
            </p:grpSpPr>
            <p:sp>
              <p:nvSpPr>
                <p:cNvPr id="12317" name="Freeform 393">
                  <a:extLst>
                    <a:ext uri="{FF2B5EF4-FFF2-40B4-BE49-F238E27FC236}">
                      <a16:creationId xmlns:a16="http://schemas.microsoft.com/office/drawing/2014/main" id="{6C862946-90AF-EB53-54AD-06989E9E519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515" y="1980"/>
                  <a:ext cx="285" cy="216"/>
                </a:xfrm>
                <a:custGeom>
                  <a:avLst/>
                  <a:gdLst/>
                  <a:ahLst/>
                  <a:cxnLst>
                    <a:cxn ang="0">
                      <a:pos x="0" y="199"/>
                    </a:cxn>
                    <a:cxn ang="0">
                      <a:pos x="0" y="199"/>
                    </a:cxn>
                    <a:cxn ang="0">
                      <a:pos x="0" y="199"/>
                    </a:cxn>
                    <a:cxn ang="0">
                      <a:pos x="0" y="199"/>
                    </a:cxn>
                    <a:cxn ang="0">
                      <a:pos x="0" y="199"/>
                    </a:cxn>
                    <a:cxn ang="0">
                      <a:pos x="0" y="199"/>
                    </a:cxn>
                    <a:cxn ang="0">
                      <a:pos x="0" y="199"/>
                    </a:cxn>
                    <a:cxn ang="0">
                      <a:pos x="27" y="199"/>
                    </a:cxn>
                    <a:cxn ang="0">
                      <a:pos x="53" y="196"/>
                    </a:cxn>
                    <a:cxn ang="0">
                      <a:pos x="79" y="192"/>
                    </a:cxn>
                    <a:cxn ang="0">
                      <a:pos x="105" y="186"/>
                    </a:cxn>
                    <a:cxn ang="0">
                      <a:pos x="130" y="178"/>
                    </a:cxn>
                    <a:cxn ang="0">
                      <a:pos x="155" y="168"/>
                    </a:cxn>
                    <a:cxn ang="0">
                      <a:pos x="179" y="158"/>
                    </a:cxn>
                    <a:cxn ang="0">
                      <a:pos x="202" y="145"/>
                    </a:cxn>
                    <a:cxn ang="0">
                      <a:pos x="223" y="132"/>
                    </a:cxn>
                    <a:cxn ang="0">
                      <a:pos x="245" y="117"/>
                    </a:cxn>
                    <a:cxn ang="0">
                      <a:pos x="265" y="101"/>
                    </a:cxn>
                    <a:cxn ang="0">
                      <a:pos x="284" y="82"/>
                    </a:cxn>
                    <a:cxn ang="0">
                      <a:pos x="302" y="64"/>
                    </a:cxn>
                    <a:cxn ang="0">
                      <a:pos x="319" y="43"/>
                    </a:cxn>
                    <a:cxn ang="0">
                      <a:pos x="334" y="22"/>
                    </a:cxn>
                    <a:cxn ang="0">
                      <a:pos x="348" y="0"/>
                    </a:cxn>
                  </a:cxnLst>
                  <a:rect l="0" t="0" r="r" b="b"/>
                  <a:pathLst>
                    <a:path w="349" h="200">
                      <a:moveTo>
                        <a:pt x="0" y="199"/>
                      </a:moveTo>
                      <a:lnTo>
                        <a:pt x="0" y="199"/>
                      </a:lnTo>
                      <a:lnTo>
                        <a:pt x="0" y="199"/>
                      </a:lnTo>
                      <a:lnTo>
                        <a:pt x="0" y="199"/>
                      </a:lnTo>
                      <a:lnTo>
                        <a:pt x="0" y="199"/>
                      </a:lnTo>
                      <a:lnTo>
                        <a:pt x="0" y="199"/>
                      </a:lnTo>
                      <a:lnTo>
                        <a:pt x="0" y="199"/>
                      </a:lnTo>
                      <a:lnTo>
                        <a:pt x="27" y="199"/>
                      </a:lnTo>
                      <a:lnTo>
                        <a:pt x="53" y="196"/>
                      </a:lnTo>
                      <a:lnTo>
                        <a:pt x="79" y="192"/>
                      </a:lnTo>
                      <a:lnTo>
                        <a:pt x="105" y="186"/>
                      </a:lnTo>
                      <a:lnTo>
                        <a:pt x="130" y="178"/>
                      </a:lnTo>
                      <a:lnTo>
                        <a:pt x="155" y="168"/>
                      </a:lnTo>
                      <a:lnTo>
                        <a:pt x="179" y="158"/>
                      </a:lnTo>
                      <a:lnTo>
                        <a:pt x="202" y="145"/>
                      </a:lnTo>
                      <a:lnTo>
                        <a:pt x="223" y="132"/>
                      </a:lnTo>
                      <a:lnTo>
                        <a:pt x="245" y="117"/>
                      </a:lnTo>
                      <a:lnTo>
                        <a:pt x="265" y="101"/>
                      </a:lnTo>
                      <a:lnTo>
                        <a:pt x="284" y="82"/>
                      </a:lnTo>
                      <a:lnTo>
                        <a:pt x="302" y="64"/>
                      </a:lnTo>
                      <a:lnTo>
                        <a:pt x="319" y="43"/>
                      </a:lnTo>
                      <a:lnTo>
                        <a:pt x="334" y="22"/>
                      </a:lnTo>
                      <a:lnTo>
                        <a:pt x="348" y="0"/>
                      </a:lnTo>
                    </a:path>
                  </a:pathLst>
                </a:custGeom>
                <a:noFill/>
                <a:ln w="25400" cap="rnd" cmpd="sng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/>
                <a:lstStyle/>
                <a:p>
                  <a:endParaRPr lang="es-ES_tradnl" noProof="0" dirty="0"/>
                </a:p>
              </p:txBody>
            </p:sp>
            <p:sp>
              <p:nvSpPr>
                <p:cNvPr id="12318" name="Line 394">
                  <a:extLst>
                    <a:ext uri="{FF2B5EF4-FFF2-40B4-BE49-F238E27FC236}">
                      <a16:creationId xmlns:a16="http://schemas.microsoft.com/office/drawing/2014/main" id="{09925126-2657-79FA-0837-E940B287066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4310" y="2195"/>
                  <a:ext cx="204" cy="0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ffectLst/>
              </p:spPr>
              <p:txBody>
                <a:bodyPr wrap="none" anchor="ctr"/>
                <a:lstStyle/>
                <a:p>
                  <a:endParaRPr lang="es-ES_tradnl" noProof="0" dirty="0"/>
                </a:p>
              </p:txBody>
            </p:sp>
            <p:sp>
              <p:nvSpPr>
                <p:cNvPr id="12319" name="Freeform 395">
                  <a:extLst>
                    <a:ext uri="{FF2B5EF4-FFF2-40B4-BE49-F238E27FC236}">
                      <a16:creationId xmlns:a16="http://schemas.microsoft.com/office/drawing/2014/main" id="{9CE7E7CC-F977-2B06-B35D-BC10EC41D33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309" y="1986"/>
                  <a:ext cx="68" cy="209"/>
                </a:xfrm>
                <a:custGeom>
                  <a:avLst/>
                  <a:gdLst/>
                  <a:ahLst/>
                  <a:cxnLst>
                    <a:cxn ang="0">
                      <a:pos x="0" y="192"/>
                    </a:cxn>
                    <a:cxn ang="0">
                      <a:pos x="0" y="192"/>
                    </a:cxn>
                    <a:cxn ang="0">
                      <a:pos x="9" y="182"/>
                    </a:cxn>
                    <a:cxn ang="0">
                      <a:pos x="18" y="172"/>
                    </a:cxn>
                    <a:cxn ang="0">
                      <a:pos x="27" y="161"/>
                    </a:cxn>
                    <a:cxn ang="0">
                      <a:pos x="34" y="151"/>
                    </a:cxn>
                    <a:cxn ang="0">
                      <a:pos x="42" y="139"/>
                    </a:cxn>
                    <a:cxn ang="0">
                      <a:pos x="48" y="128"/>
                    </a:cxn>
                    <a:cxn ang="0">
                      <a:pos x="55" y="116"/>
                    </a:cxn>
                    <a:cxn ang="0">
                      <a:pos x="60" y="103"/>
                    </a:cxn>
                    <a:cxn ang="0">
                      <a:pos x="65" y="91"/>
                    </a:cxn>
                    <a:cxn ang="0">
                      <a:pos x="70" y="78"/>
                    </a:cxn>
                    <a:cxn ang="0">
                      <a:pos x="73" y="65"/>
                    </a:cxn>
                    <a:cxn ang="0">
                      <a:pos x="76" y="53"/>
                    </a:cxn>
                    <a:cxn ang="0">
                      <a:pos x="79" y="39"/>
                    </a:cxn>
                    <a:cxn ang="0">
                      <a:pos x="81" y="26"/>
                    </a:cxn>
                    <a:cxn ang="0">
                      <a:pos x="82" y="13"/>
                    </a:cxn>
                    <a:cxn ang="0">
                      <a:pos x="82" y="0"/>
                    </a:cxn>
                  </a:cxnLst>
                  <a:rect l="0" t="0" r="r" b="b"/>
                  <a:pathLst>
                    <a:path w="83" h="193">
                      <a:moveTo>
                        <a:pt x="0" y="192"/>
                      </a:moveTo>
                      <a:lnTo>
                        <a:pt x="0" y="192"/>
                      </a:lnTo>
                      <a:lnTo>
                        <a:pt x="9" y="182"/>
                      </a:lnTo>
                      <a:lnTo>
                        <a:pt x="18" y="172"/>
                      </a:lnTo>
                      <a:lnTo>
                        <a:pt x="27" y="161"/>
                      </a:lnTo>
                      <a:lnTo>
                        <a:pt x="34" y="151"/>
                      </a:lnTo>
                      <a:lnTo>
                        <a:pt x="42" y="139"/>
                      </a:lnTo>
                      <a:lnTo>
                        <a:pt x="48" y="128"/>
                      </a:lnTo>
                      <a:lnTo>
                        <a:pt x="55" y="116"/>
                      </a:lnTo>
                      <a:lnTo>
                        <a:pt x="60" y="103"/>
                      </a:lnTo>
                      <a:lnTo>
                        <a:pt x="65" y="91"/>
                      </a:lnTo>
                      <a:lnTo>
                        <a:pt x="70" y="78"/>
                      </a:lnTo>
                      <a:lnTo>
                        <a:pt x="73" y="65"/>
                      </a:lnTo>
                      <a:lnTo>
                        <a:pt x="76" y="53"/>
                      </a:lnTo>
                      <a:lnTo>
                        <a:pt x="79" y="39"/>
                      </a:lnTo>
                      <a:lnTo>
                        <a:pt x="81" y="26"/>
                      </a:lnTo>
                      <a:lnTo>
                        <a:pt x="82" y="13"/>
                      </a:lnTo>
                      <a:lnTo>
                        <a:pt x="82" y="0"/>
                      </a:lnTo>
                    </a:path>
                  </a:pathLst>
                </a:custGeom>
                <a:noFill/>
                <a:ln w="25400" cap="rnd" cmpd="sng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/>
                <a:lstStyle/>
                <a:p>
                  <a:endParaRPr lang="es-ES_tradnl" noProof="0" dirty="0"/>
                </a:p>
              </p:txBody>
            </p:sp>
            <p:sp>
              <p:nvSpPr>
                <p:cNvPr id="12320" name="Freeform 396">
                  <a:extLst>
                    <a:ext uri="{FF2B5EF4-FFF2-40B4-BE49-F238E27FC236}">
                      <a16:creationId xmlns:a16="http://schemas.microsoft.com/office/drawing/2014/main" id="{050436B2-DFE5-0BC1-7565-B43B400371A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309" y="1777"/>
                  <a:ext cx="68" cy="210"/>
                </a:xfrm>
                <a:custGeom>
                  <a:avLst/>
                  <a:gdLst/>
                  <a:ahLst/>
                  <a:cxnLst>
                    <a:cxn ang="0">
                      <a:pos x="82" y="193"/>
                    </a:cxn>
                    <a:cxn ang="0">
                      <a:pos x="82" y="193"/>
                    </a:cxn>
                    <a:cxn ang="0">
                      <a:pos x="82" y="179"/>
                    </a:cxn>
                    <a:cxn ang="0">
                      <a:pos x="81" y="166"/>
                    </a:cxn>
                    <a:cxn ang="0">
                      <a:pos x="79" y="153"/>
                    </a:cxn>
                    <a:cxn ang="0">
                      <a:pos x="76" y="139"/>
                    </a:cxn>
                    <a:cxn ang="0">
                      <a:pos x="73" y="127"/>
                    </a:cxn>
                    <a:cxn ang="0">
                      <a:pos x="70" y="114"/>
                    </a:cxn>
                    <a:cxn ang="0">
                      <a:pos x="65" y="101"/>
                    </a:cxn>
                    <a:cxn ang="0">
                      <a:pos x="60" y="89"/>
                    </a:cxn>
                    <a:cxn ang="0">
                      <a:pos x="55" y="76"/>
                    </a:cxn>
                    <a:cxn ang="0">
                      <a:pos x="48" y="64"/>
                    </a:cxn>
                    <a:cxn ang="0">
                      <a:pos x="42" y="53"/>
                    </a:cxn>
                    <a:cxn ang="0">
                      <a:pos x="34" y="41"/>
                    </a:cxn>
                    <a:cxn ang="0">
                      <a:pos x="27" y="31"/>
                    </a:cxn>
                    <a:cxn ang="0">
                      <a:pos x="18" y="20"/>
                    </a:cxn>
                    <a:cxn ang="0">
                      <a:pos x="9" y="10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 w="83" h="194">
                      <a:moveTo>
                        <a:pt x="82" y="193"/>
                      </a:moveTo>
                      <a:lnTo>
                        <a:pt x="82" y="193"/>
                      </a:lnTo>
                      <a:lnTo>
                        <a:pt x="82" y="179"/>
                      </a:lnTo>
                      <a:lnTo>
                        <a:pt x="81" y="166"/>
                      </a:lnTo>
                      <a:lnTo>
                        <a:pt x="79" y="153"/>
                      </a:lnTo>
                      <a:lnTo>
                        <a:pt x="76" y="139"/>
                      </a:lnTo>
                      <a:lnTo>
                        <a:pt x="73" y="127"/>
                      </a:lnTo>
                      <a:lnTo>
                        <a:pt x="70" y="114"/>
                      </a:lnTo>
                      <a:lnTo>
                        <a:pt x="65" y="101"/>
                      </a:lnTo>
                      <a:lnTo>
                        <a:pt x="60" y="89"/>
                      </a:lnTo>
                      <a:lnTo>
                        <a:pt x="55" y="76"/>
                      </a:lnTo>
                      <a:lnTo>
                        <a:pt x="48" y="64"/>
                      </a:lnTo>
                      <a:lnTo>
                        <a:pt x="42" y="53"/>
                      </a:lnTo>
                      <a:lnTo>
                        <a:pt x="34" y="41"/>
                      </a:lnTo>
                      <a:lnTo>
                        <a:pt x="27" y="31"/>
                      </a:lnTo>
                      <a:lnTo>
                        <a:pt x="18" y="20"/>
                      </a:lnTo>
                      <a:lnTo>
                        <a:pt x="9" y="10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25400" cap="rnd" cmpd="sng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/>
                <a:lstStyle/>
                <a:p>
                  <a:endParaRPr lang="es-ES_tradnl" noProof="0" dirty="0"/>
                </a:p>
              </p:txBody>
            </p:sp>
            <p:sp>
              <p:nvSpPr>
                <p:cNvPr id="12321" name="Line 397">
                  <a:extLst>
                    <a:ext uri="{FF2B5EF4-FFF2-40B4-BE49-F238E27FC236}">
                      <a16:creationId xmlns:a16="http://schemas.microsoft.com/office/drawing/2014/main" id="{B67CB0D0-799C-62F8-38EA-3F4BA6F6C1A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310" y="1776"/>
                  <a:ext cx="204" cy="0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ffectLst/>
              </p:spPr>
              <p:txBody>
                <a:bodyPr wrap="none" anchor="ctr"/>
                <a:lstStyle/>
                <a:p>
                  <a:endParaRPr lang="es-ES_tradnl" noProof="0" dirty="0"/>
                </a:p>
              </p:txBody>
            </p:sp>
            <p:sp>
              <p:nvSpPr>
                <p:cNvPr id="12322" name="Freeform 398">
                  <a:extLst>
                    <a:ext uri="{FF2B5EF4-FFF2-40B4-BE49-F238E27FC236}">
                      <a16:creationId xmlns:a16="http://schemas.microsoft.com/office/drawing/2014/main" id="{8A05867A-891A-8840-DE78-7D31983E12A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515" y="1776"/>
                  <a:ext cx="285" cy="216"/>
                </a:xfrm>
                <a:custGeom>
                  <a:avLst/>
                  <a:gdLst/>
                  <a:ahLst/>
                  <a:cxnLst>
                    <a:cxn ang="0">
                      <a:pos x="348" y="199"/>
                    </a:cxn>
                    <a:cxn ang="0">
                      <a:pos x="348" y="199"/>
                    </a:cxn>
                    <a:cxn ang="0">
                      <a:pos x="334" y="177"/>
                    </a:cxn>
                    <a:cxn ang="0">
                      <a:pos x="319" y="156"/>
                    </a:cxn>
                    <a:cxn ang="0">
                      <a:pos x="302" y="135"/>
                    </a:cxn>
                    <a:cxn ang="0">
                      <a:pos x="284" y="117"/>
                    </a:cxn>
                    <a:cxn ang="0">
                      <a:pos x="265" y="98"/>
                    </a:cxn>
                    <a:cxn ang="0">
                      <a:pos x="245" y="82"/>
                    </a:cxn>
                    <a:cxn ang="0">
                      <a:pos x="223" y="67"/>
                    </a:cxn>
                    <a:cxn ang="0">
                      <a:pos x="202" y="54"/>
                    </a:cxn>
                    <a:cxn ang="0">
                      <a:pos x="179" y="41"/>
                    </a:cxn>
                    <a:cxn ang="0">
                      <a:pos x="155" y="31"/>
                    </a:cxn>
                    <a:cxn ang="0">
                      <a:pos x="130" y="21"/>
                    </a:cxn>
                    <a:cxn ang="0">
                      <a:pos x="105" y="13"/>
                    </a:cxn>
                    <a:cxn ang="0">
                      <a:pos x="79" y="7"/>
                    </a:cxn>
                    <a:cxn ang="0">
                      <a:pos x="53" y="3"/>
                    </a:cxn>
                    <a:cxn ang="0">
                      <a:pos x="27" y="0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 w="349" h="200">
                      <a:moveTo>
                        <a:pt x="348" y="199"/>
                      </a:moveTo>
                      <a:lnTo>
                        <a:pt x="348" y="199"/>
                      </a:lnTo>
                      <a:lnTo>
                        <a:pt x="334" y="177"/>
                      </a:lnTo>
                      <a:lnTo>
                        <a:pt x="319" y="156"/>
                      </a:lnTo>
                      <a:lnTo>
                        <a:pt x="302" y="135"/>
                      </a:lnTo>
                      <a:lnTo>
                        <a:pt x="284" y="117"/>
                      </a:lnTo>
                      <a:lnTo>
                        <a:pt x="265" y="98"/>
                      </a:lnTo>
                      <a:lnTo>
                        <a:pt x="245" y="82"/>
                      </a:lnTo>
                      <a:lnTo>
                        <a:pt x="223" y="67"/>
                      </a:lnTo>
                      <a:lnTo>
                        <a:pt x="202" y="54"/>
                      </a:lnTo>
                      <a:lnTo>
                        <a:pt x="179" y="41"/>
                      </a:lnTo>
                      <a:lnTo>
                        <a:pt x="155" y="31"/>
                      </a:lnTo>
                      <a:lnTo>
                        <a:pt x="130" y="21"/>
                      </a:lnTo>
                      <a:lnTo>
                        <a:pt x="105" y="13"/>
                      </a:lnTo>
                      <a:lnTo>
                        <a:pt x="79" y="7"/>
                      </a:lnTo>
                      <a:lnTo>
                        <a:pt x="53" y="3"/>
                      </a:lnTo>
                      <a:lnTo>
                        <a:pt x="27" y="0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25400" cap="rnd" cmpd="sng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/>
                <a:lstStyle/>
                <a:p>
                  <a:endParaRPr lang="es-ES_tradnl" noProof="0" dirty="0"/>
                </a:p>
              </p:txBody>
            </p:sp>
          </p:grpSp>
          <p:grpSp>
            <p:nvGrpSpPr>
              <p:cNvPr id="12310" name="Group 444">
                <a:extLst>
                  <a:ext uri="{FF2B5EF4-FFF2-40B4-BE49-F238E27FC236}">
                    <a16:creationId xmlns:a16="http://schemas.microsoft.com/office/drawing/2014/main" id="{FB350853-2311-5440-3ACC-39233B580A4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848" y="3048"/>
                <a:ext cx="432" cy="336"/>
                <a:chOff x="4309" y="1776"/>
                <a:chExt cx="491" cy="420"/>
              </a:xfrm>
            </p:grpSpPr>
            <p:sp>
              <p:nvSpPr>
                <p:cNvPr id="12311" name="Freeform 445">
                  <a:extLst>
                    <a:ext uri="{FF2B5EF4-FFF2-40B4-BE49-F238E27FC236}">
                      <a16:creationId xmlns:a16="http://schemas.microsoft.com/office/drawing/2014/main" id="{9BE20264-3B41-D8EF-FABF-89DB706B22D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515" y="1980"/>
                  <a:ext cx="285" cy="216"/>
                </a:xfrm>
                <a:custGeom>
                  <a:avLst/>
                  <a:gdLst/>
                  <a:ahLst/>
                  <a:cxnLst>
                    <a:cxn ang="0">
                      <a:pos x="0" y="199"/>
                    </a:cxn>
                    <a:cxn ang="0">
                      <a:pos x="0" y="199"/>
                    </a:cxn>
                    <a:cxn ang="0">
                      <a:pos x="0" y="199"/>
                    </a:cxn>
                    <a:cxn ang="0">
                      <a:pos x="0" y="199"/>
                    </a:cxn>
                    <a:cxn ang="0">
                      <a:pos x="0" y="199"/>
                    </a:cxn>
                    <a:cxn ang="0">
                      <a:pos x="0" y="199"/>
                    </a:cxn>
                    <a:cxn ang="0">
                      <a:pos x="0" y="199"/>
                    </a:cxn>
                    <a:cxn ang="0">
                      <a:pos x="27" y="199"/>
                    </a:cxn>
                    <a:cxn ang="0">
                      <a:pos x="53" y="196"/>
                    </a:cxn>
                    <a:cxn ang="0">
                      <a:pos x="79" y="192"/>
                    </a:cxn>
                    <a:cxn ang="0">
                      <a:pos x="105" y="186"/>
                    </a:cxn>
                    <a:cxn ang="0">
                      <a:pos x="130" y="178"/>
                    </a:cxn>
                    <a:cxn ang="0">
                      <a:pos x="155" y="168"/>
                    </a:cxn>
                    <a:cxn ang="0">
                      <a:pos x="179" y="158"/>
                    </a:cxn>
                    <a:cxn ang="0">
                      <a:pos x="202" y="145"/>
                    </a:cxn>
                    <a:cxn ang="0">
                      <a:pos x="223" y="132"/>
                    </a:cxn>
                    <a:cxn ang="0">
                      <a:pos x="245" y="117"/>
                    </a:cxn>
                    <a:cxn ang="0">
                      <a:pos x="265" y="101"/>
                    </a:cxn>
                    <a:cxn ang="0">
                      <a:pos x="284" y="82"/>
                    </a:cxn>
                    <a:cxn ang="0">
                      <a:pos x="302" y="64"/>
                    </a:cxn>
                    <a:cxn ang="0">
                      <a:pos x="319" y="43"/>
                    </a:cxn>
                    <a:cxn ang="0">
                      <a:pos x="334" y="22"/>
                    </a:cxn>
                    <a:cxn ang="0">
                      <a:pos x="348" y="0"/>
                    </a:cxn>
                  </a:cxnLst>
                  <a:rect l="0" t="0" r="r" b="b"/>
                  <a:pathLst>
                    <a:path w="349" h="200">
                      <a:moveTo>
                        <a:pt x="0" y="199"/>
                      </a:moveTo>
                      <a:lnTo>
                        <a:pt x="0" y="199"/>
                      </a:lnTo>
                      <a:lnTo>
                        <a:pt x="0" y="199"/>
                      </a:lnTo>
                      <a:lnTo>
                        <a:pt x="0" y="199"/>
                      </a:lnTo>
                      <a:lnTo>
                        <a:pt x="0" y="199"/>
                      </a:lnTo>
                      <a:lnTo>
                        <a:pt x="0" y="199"/>
                      </a:lnTo>
                      <a:lnTo>
                        <a:pt x="0" y="199"/>
                      </a:lnTo>
                      <a:lnTo>
                        <a:pt x="27" y="199"/>
                      </a:lnTo>
                      <a:lnTo>
                        <a:pt x="53" y="196"/>
                      </a:lnTo>
                      <a:lnTo>
                        <a:pt x="79" y="192"/>
                      </a:lnTo>
                      <a:lnTo>
                        <a:pt x="105" y="186"/>
                      </a:lnTo>
                      <a:lnTo>
                        <a:pt x="130" y="178"/>
                      </a:lnTo>
                      <a:lnTo>
                        <a:pt x="155" y="168"/>
                      </a:lnTo>
                      <a:lnTo>
                        <a:pt x="179" y="158"/>
                      </a:lnTo>
                      <a:lnTo>
                        <a:pt x="202" y="145"/>
                      </a:lnTo>
                      <a:lnTo>
                        <a:pt x="223" y="132"/>
                      </a:lnTo>
                      <a:lnTo>
                        <a:pt x="245" y="117"/>
                      </a:lnTo>
                      <a:lnTo>
                        <a:pt x="265" y="101"/>
                      </a:lnTo>
                      <a:lnTo>
                        <a:pt x="284" y="82"/>
                      </a:lnTo>
                      <a:lnTo>
                        <a:pt x="302" y="64"/>
                      </a:lnTo>
                      <a:lnTo>
                        <a:pt x="319" y="43"/>
                      </a:lnTo>
                      <a:lnTo>
                        <a:pt x="334" y="22"/>
                      </a:lnTo>
                      <a:lnTo>
                        <a:pt x="348" y="0"/>
                      </a:lnTo>
                    </a:path>
                  </a:pathLst>
                </a:custGeom>
                <a:noFill/>
                <a:ln w="25400" cap="rnd" cmpd="sng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/>
                <a:lstStyle/>
                <a:p>
                  <a:endParaRPr lang="es-ES_tradnl" noProof="0" dirty="0"/>
                </a:p>
              </p:txBody>
            </p:sp>
            <p:sp>
              <p:nvSpPr>
                <p:cNvPr id="12312" name="Line 446">
                  <a:extLst>
                    <a:ext uri="{FF2B5EF4-FFF2-40B4-BE49-F238E27FC236}">
                      <a16:creationId xmlns:a16="http://schemas.microsoft.com/office/drawing/2014/main" id="{D9315BC7-AE1E-2D78-9E92-5436D400089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4310" y="2195"/>
                  <a:ext cx="204" cy="0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ffectLst/>
              </p:spPr>
              <p:txBody>
                <a:bodyPr wrap="none" anchor="ctr"/>
                <a:lstStyle/>
                <a:p>
                  <a:endParaRPr lang="es-ES_tradnl" noProof="0" dirty="0"/>
                </a:p>
              </p:txBody>
            </p:sp>
            <p:sp>
              <p:nvSpPr>
                <p:cNvPr id="12313" name="Freeform 447">
                  <a:extLst>
                    <a:ext uri="{FF2B5EF4-FFF2-40B4-BE49-F238E27FC236}">
                      <a16:creationId xmlns:a16="http://schemas.microsoft.com/office/drawing/2014/main" id="{8F07C212-8E3D-5B1A-1909-B3511E4F9AC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309" y="1986"/>
                  <a:ext cx="68" cy="209"/>
                </a:xfrm>
                <a:custGeom>
                  <a:avLst/>
                  <a:gdLst/>
                  <a:ahLst/>
                  <a:cxnLst>
                    <a:cxn ang="0">
                      <a:pos x="0" y="192"/>
                    </a:cxn>
                    <a:cxn ang="0">
                      <a:pos x="0" y="192"/>
                    </a:cxn>
                    <a:cxn ang="0">
                      <a:pos x="9" y="182"/>
                    </a:cxn>
                    <a:cxn ang="0">
                      <a:pos x="18" y="172"/>
                    </a:cxn>
                    <a:cxn ang="0">
                      <a:pos x="27" y="161"/>
                    </a:cxn>
                    <a:cxn ang="0">
                      <a:pos x="34" y="151"/>
                    </a:cxn>
                    <a:cxn ang="0">
                      <a:pos x="42" y="139"/>
                    </a:cxn>
                    <a:cxn ang="0">
                      <a:pos x="48" y="128"/>
                    </a:cxn>
                    <a:cxn ang="0">
                      <a:pos x="55" y="116"/>
                    </a:cxn>
                    <a:cxn ang="0">
                      <a:pos x="60" y="103"/>
                    </a:cxn>
                    <a:cxn ang="0">
                      <a:pos x="65" y="91"/>
                    </a:cxn>
                    <a:cxn ang="0">
                      <a:pos x="70" y="78"/>
                    </a:cxn>
                    <a:cxn ang="0">
                      <a:pos x="73" y="65"/>
                    </a:cxn>
                    <a:cxn ang="0">
                      <a:pos x="76" y="53"/>
                    </a:cxn>
                    <a:cxn ang="0">
                      <a:pos x="79" y="39"/>
                    </a:cxn>
                    <a:cxn ang="0">
                      <a:pos x="81" y="26"/>
                    </a:cxn>
                    <a:cxn ang="0">
                      <a:pos x="82" y="13"/>
                    </a:cxn>
                    <a:cxn ang="0">
                      <a:pos x="82" y="0"/>
                    </a:cxn>
                  </a:cxnLst>
                  <a:rect l="0" t="0" r="r" b="b"/>
                  <a:pathLst>
                    <a:path w="83" h="193">
                      <a:moveTo>
                        <a:pt x="0" y="192"/>
                      </a:moveTo>
                      <a:lnTo>
                        <a:pt x="0" y="192"/>
                      </a:lnTo>
                      <a:lnTo>
                        <a:pt x="9" y="182"/>
                      </a:lnTo>
                      <a:lnTo>
                        <a:pt x="18" y="172"/>
                      </a:lnTo>
                      <a:lnTo>
                        <a:pt x="27" y="161"/>
                      </a:lnTo>
                      <a:lnTo>
                        <a:pt x="34" y="151"/>
                      </a:lnTo>
                      <a:lnTo>
                        <a:pt x="42" y="139"/>
                      </a:lnTo>
                      <a:lnTo>
                        <a:pt x="48" y="128"/>
                      </a:lnTo>
                      <a:lnTo>
                        <a:pt x="55" y="116"/>
                      </a:lnTo>
                      <a:lnTo>
                        <a:pt x="60" y="103"/>
                      </a:lnTo>
                      <a:lnTo>
                        <a:pt x="65" y="91"/>
                      </a:lnTo>
                      <a:lnTo>
                        <a:pt x="70" y="78"/>
                      </a:lnTo>
                      <a:lnTo>
                        <a:pt x="73" y="65"/>
                      </a:lnTo>
                      <a:lnTo>
                        <a:pt x="76" y="53"/>
                      </a:lnTo>
                      <a:lnTo>
                        <a:pt x="79" y="39"/>
                      </a:lnTo>
                      <a:lnTo>
                        <a:pt x="81" y="26"/>
                      </a:lnTo>
                      <a:lnTo>
                        <a:pt x="82" y="13"/>
                      </a:lnTo>
                      <a:lnTo>
                        <a:pt x="82" y="0"/>
                      </a:lnTo>
                    </a:path>
                  </a:pathLst>
                </a:custGeom>
                <a:noFill/>
                <a:ln w="25400" cap="rnd" cmpd="sng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/>
                <a:lstStyle/>
                <a:p>
                  <a:endParaRPr lang="es-ES_tradnl" noProof="0" dirty="0"/>
                </a:p>
              </p:txBody>
            </p:sp>
            <p:sp>
              <p:nvSpPr>
                <p:cNvPr id="12314" name="Freeform 448">
                  <a:extLst>
                    <a:ext uri="{FF2B5EF4-FFF2-40B4-BE49-F238E27FC236}">
                      <a16:creationId xmlns:a16="http://schemas.microsoft.com/office/drawing/2014/main" id="{2C98551B-8616-9D21-EB0D-D2AF29237C8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309" y="1777"/>
                  <a:ext cx="68" cy="210"/>
                </a:xfrm>
                <a:custGeom>
                  <a:avLst/>
                  <a:gdLst/>
                  <a:ahLst/>
                  <a:cxnLst>
                    <a:cxn ang="0">
                      <a:pos x="82" y="193"/>
                    </a:cxn>
                    <a:cxn ang="0">
                      <a:pos x="82" y="193"/>
                    </a:cxn>
                    <a:cxn ang="0">
                      <a:pos x="82" y="179"/>
                    </a:cxn>
                    <a:cxn ang="0">
                      <a:pos x="81" y="166"/>
                    </a:cxn>
                    <a:cxn ang="0">
                      <a:pos x="79" y="153"/>
                    </a:cxn>
                    <a:cxn ang="0">
                      <a:pos x="76" y="139"/>
                    </a:cxn>
                    <a:cxn ang="0">
                      <a:pos x="73" y="127"/>
                    </a:cxn>
                    <a:cxn ang="0">
                      <a:pos x="70" y="114"/>
                    </a:cxn>
                    <a:cxn ang="0">
                      <a:pos x="65" y="101"/>
                    </a:cxn>
                    <a:cxn ang="0">
                      <a:pos x="60" y="89"/>
                    </a:cxn>
                    <a:cxn ang="0">
                      <a:pos x="55" y="76"/>
                    </a:cxn>
                    <a:cxn ang="0">
                      <a:pos x="48" y="64"/>
                    </a:cxn>
                    <a:cxn ang="0">
                      <a:pos x="42" y="53"/>
                    </a:cxn>
                    <a:cxn ang="0">
                      <a:pos x="34" y="41"/>
                    </a:cxn>
                    <a:cxn ang="0">
                      <a:pos x="27" y="31"/>
                    </a:cxn>
                    <a:cxn ang="0">
                      <a:pos x="18" y="20"/>
                    </a:cxn>
                    <a:cxn ang="0">
                      <a:pos x="9" y="10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 w="83" h="194">
                      <a:moveTo>
                        <a:pt x="82" y="193"/>
                      </a:moveTo>
                      <a:lnTo>
                        <a:pt x="82" y="193"/>
                      </a:lnTo>
                      <a:lnTo>
                        <a:pt x="82" y="179"/>
                      </a:lnTo>
                      <a:lnTo>
                        <a:pt x="81" y="166"/>
                      </a:lnTo>
                      <a:lnTo>
                        <a:pt x="79" y="153"/>
                      </a:lnTo>
                      <a:lnTo>
                        <a:pt x="76" y="139"/>
                      </a:lnTo>
                      <a:lnTo>
                        <a:pt x="73" y="127"/>
                      </a:lnTo>
                      <a:lnTo>
                        <a:pt x="70" y="114"/>
                      </a:lnTo>
                      <a:lnTo>
                        <a:pt x="65" y="101"/>
                      </a:lnTo>
                      <a:lnTo>
                        <a:pt x="60" y="89"/>
                      </a:lnTo>
                      <a:lnTo>
                        <a:pt x="55" y="76"/>
                      </a:lnTo>
                      <a:lnTo>
                        <a:pt x="48" y="64"/>
                      </a:lnTo>
                      <a:lnTo>
                        <a:pt x="42" y="53"/>
                      </a:lnTo>
                      <a:lnTo>
                        <a:pt x="34" y="41"/>
                      </a:lnTo>
                      <a:lnTo>
                        <a:pt x="27" y="31"/>
                      </a:lnTo>
                      <a:lnTo>
                        <a:pt x="18" y="20"/>
                      </a:lnTo>
                      <a:lnTo>
                        <a:pt x="9" y="10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25400" cap="rnd" cmpd="sng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/>
                <a:lstStyle/>
                <a:p>
                  <a:endParaRPr lang="es-ES_tradnl" noProof="0" dirty="0"/>
                </a:p>
              </p:txBody>
            </p:sp>
            <p:sp>
              <p:nvSpPr>
                <p:cNvPr id="12315" name="Line 449">
                  <a:extLst>
                    <a:ext uri="{FF2B5EF4-FFF2-40B4-BE49-F238E27FC236}">
                      <a16:creationId xmlns:a16="http://schemas.microsoft.com/office/drawing/2014/main" id="{98E9B2DD-4280-95CD-C267-0B7CFBE1C99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310" y="1776"/>
                  <a:ext cx="204" cy="0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ffectLst/>
              </p:spPr>
              <p:txBody>
                <a:bodyPr wrap="none" anchor="ctr"/>
                <a:lstStyle/>
                <a:p>
                  <a:endParaRPr lang="es-ES_tradnl" noProof="0" dirty="0"/>
                </a:p>
              </p:txBody>
            </p:sp>
            <p:sp>
              <p:nvSpPr>
                <p:cNvPr id="12316" name="Freeform 450">
                  <a:extLst>
                    <a:ext uri="{FF2B5EF4-FFF2-40B4-BE49-F238E27FC236}">
                      <a16:creationId xmlns:a16="http://schemas.microsoft.com/office/drawing/2014/main" id="{B76FA9D7-3049-06E7-FFC1-8A3B4121380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515" y="1776"/>
                  <a:ext cx="285" cy="216"/>
                </a:xfrm>
                <a:custGeom>
                  <a:avLst/>
                  <a:gdLst/>
                  <a:ahLst/>
                  <a:cxnLst>
                    <a:cxn ang="0">
                      <a:pos x="348" y="199"/>
                    </a:cxn>
                    <a:cxn ang="0">
                      <a:pos x="348" y="199"/>
                    </a:cxn>
                    <a:cxn ang="0">
                      <a:pos x="334" y="177"/>
                    </a:cxn>
                    <a:cxn ang="0">
                      <a:pos x="319" y="156"/>
                    </a:cxn>
                    <a:cxn ang="0">
                      <a:pos x="302" y="135"/>
                    </a:cxn>
                    <a:cxn ang="0">
                      <a:pos x="284" y="117"/>
                    </a:cxn>
                    <a:cxn ang="0">
                      <a:pos x="265" y="98"/>
                    </a:cxn>
                    <a:cxn ang="0">
                      <a:pos x="245" y="82"/>
                    </a:cxn>
                    <a:cxn ang="0">
                      <a:pos x="223" y="67"/>
                    </a:cxn>
                    <a:cxn ang="0">
                      <a:pos x="202" y="54"/>
                    </a:cxn>
                    <a:cxn ang="0">
                      <a:pos x="179" y="41"/>
                    </a:cxn>
                    <a:cxn ang="0">
                      <a:pos x="155" y="31"/>
                    </a:cxn>
                    <a:cxn ang="0">
                      <a:pos x="130" y="21"/>
                    </a:cxn>
                    <a:cxn ang="0">
                      <a:pos x="105" y="13"/>
                    </a:cxn>
                    <a:cxn ang="0">
                      <a:pos x="79" y="7"/>
                    </a:cxn>
                    <a:cxn ang="0">
                      <a:pos x="53" y="3"/>
                    </a:cxn>
                    <a:cxn ang="0">
                      <a:pos x="27" y="0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 w="349" h="200">
                      <a:moveTo>
                        <a:pt x="348" y="199"/>
                      </a:moveTo>
                      <a:lnTo>
                        <a:pt x="348" y="199"/>
                      </a:lnTo>
                      <a:lnTo>
                        <a:pt x="334" y="177"/>
                      </a:lnTo>
                      <a:lnTo>
                        <a:pt x="319" y="156"/>
                      </a:lnTo>
                      <a:lnTo>
                        <a:pt x="302" y="135"/>
                      </a:lnTo>
                      <a:lnTo>
                        <a:pt x="284" y="117"/>
                      </a:lnTo>
                      <a:lnTo>
                        <a:pt x="265" y="98"/>
                      </a:lnTo>
                      <a:lnTo>
                        <a:pt x="245" y="82"/>
                      </a:lnTo>
                      <a:lnTo>
                        <a:pt x="223" y="67"/>
                      </a:lnTo>
                      <a:lnTo>
                        <a:pt x="202" y="54"/>
                      </a:lnTo>
                      <a:lnTo>
                        <a:pt x="179" y="41"/>
                      </a:lnTo>
                      <a:lnTo>
                        <a:pt x="155" y="31"/>
                      </a:lnTo>
                      <a:lnTo>
                        <a:pt x="130" y="21"/>
                      </a:lnTo>
                      <a:lnTo>
                        <a:pt x="105" y="13"/>
                      </a:lnTo>
                      <a:lnTo>
                        <a:pt x="79" y="7"/>
                      </a:lnTo>
                      <a:lnTo>
                        <a:pt x="53" y="3"/>
                      </a:lnTo>
                      <a:lnTo>
                        <a:pt x="27" y="0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25400" cap="rnd" cmpd="sng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/>
                <a:lstStyle/>
                <a:p>
                  <a:endParaRPr lang="es-ES_tradnl" noProof="0" dirty="0"/>
                </a:p>
              </p:txBody>
            </p:sp>
          </p:grpSp>
        </p:grpSp>
        <p:grpSp>
          <p:nvGrpSpPr>
            <p:cNvPr id="16" name="Group 510">
              <a:extLst>
                <a:ext uri="{FF2B5EF4-FFF2-40B4-BE49-F238E27FC236}">
                  <a16:creationId xmlns:a16="http://schemas.microsoft.com/office/drawing/2014/main" id="{3B42691A-477E-276D-8F97-0A1FB809AEF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324600" y="1752600"/>
              <a:ext cx="609600" cy="4572000"/>
              <a:chOff x="3984" y="888"/>
              <a:chExt cx="384" cy="2880"/>
            </a:xfrm>
          </p:grpSpPr>
          <p:grpSp>
            <p:nvGrpSpPr>
              <p:cNvPr id="56" name="Group 501">
                <a:extLst>
                  <a:ext uri="{FF2B5EF4-FFF2-40B4-BE49-F238E27FC236}">
                    <a16:creationId xmlns:a16="http://schemas.microsoft.com/office/drawing/2014/main" id="{E14FC49F-A6FC-E12A-583F-9E0E95DFB92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984" y="888"/>
                <a:ext cx="384" cy="336"/>
                <a:chOff x="3744" y="888"/>
                <a:chExt cx="384" cy="336"/>
              </a:xfrm>
            </p:grpSpPr>
            <p:sp>
              <p:nvSpPr>
                <p:cNvPr id="12306" name="Freeform 347">
                  <a:extLst>
                    <a:ext uri="{FF2B5EF4-FFF2-40B4-BE49-F238E27FC236}">
                      <a16:creationId xmlns:a16="http://schemas.microsoft.com/office/drawing/2014/main" id="{6FC3F43B-471D-BB35-0406-3BF59AEF2DF3}"/>
                    </a:ext>
                  </a:extLst>
                </p:cNvPr>
                <p:cNvSpPr>
                  <a:spLocks/>
                </p:cNvSpPr>
                <p:nvPr/>
              </p:nvSpPr>
              <p:spPr bwMode="blackWhite">
                <a:xfrm>
                  <a:off x="3956" y="1056"/>
                  <a:ext cx="172" cy="168"/>
                </a:xfrm>
                <a:custGeom>
                  <a:avLst/>
                  <a:gdLst/>
                  <a:ahLst/>
                  <a:cxnLst>
                    <a:cxn ang="0">
                      <a:pos x="0" y="191"/>
                    </a:cxn>
                    <a:cxn ang="0">
                      <a:pos x="0" y="191"/>
                    </a:cxn>
                    <a:cxn ang="0">
                      <a:pos x="0" y="191"/>
                    </a:cxn>
                    <a:cxn ang="0">
                      <a:pos x="0" y="191"/>
                    </a:cxn>
                    <a:cxn ang="0">
                      <a:pos x="0" y="191"/>
                    </a:cxn>
                    <a:cxn ang="0">
                      <a:pos x="0" y="191"/>
                    </a:cxn>
                    <a:cxn ang="0">
                      <a:pos x="0" y="191"/>
                    </a:cxn>
                    <a:cxn ang="0">
                      <a:pos x="19" y="190"/>
                    </a:cxn>
                    <a:cxn ang="0">
                      <a:pos x="38" y="187"/>
                    </a:cxn>
                    <a:cxn ang="0">
                      <a:pos x="56" y="182"/>
                    </a:cxn>
                    <a:cxn ang="0">
                      <a:pos x="74" y="175"/>
                    </a:cxn>
                    <a:cxn ang="0">
                      <a:pos x="90" y="168"/>
                    </a:cxn>
                    <a:cxn ang="0">
                      <a:pos x="107" y="158"/>
                    </a:cxn>
                    <a:cxn ang="0">
                      <a:pos x="121" y="147"/>
                    </a:cxn>
                    <a:cxn ang="0">
                      <a:pos x="134" y="134"/>
                    </a:cxn>
                    <a:cxn ang="0">
                      <a:pos x="146" y="121"/>
                    </a:cxn>
                    <a:cxn ang="0">
                      <a:pos x="158" y="107"/>
                    </a:cxn>
                    <a:cxn ang="0">
                      <a:pos x="167" y="90"/>
                    </a:cxn>
                    <a:cxn ang="0">
                      <a:pos x="175" y="74"/>
                    </a:cxn>
                    <a:cxn ang="0">
                      <a:pos x="182" y="56"/>
                    </a:cxn>
                    <a:cxn ang="0">
                      <a:pos x="186" y="38"/>
                    </a:cxn>
                    <a:cxn ang="0">
                      <a:pos x="189" y="19"/>
                    </a:cxn>
                    <a:cxn ang="0">
                      <a:pos x="190" y="0"/>
                    </a:cxn>
                  </a:cxnLst>
                  <a:rect l="0" t="0" r="r" b="b"/>
                  <a:pathLst>
                    <a:path w="191" h="192">
                      <a:moveTo>
                        <a:pt x="0" y="191"/>
                      </a:moveTo>
                      <a:lnTo>
                        <a:pt x="0" y="191"/>
                      </a:lnTo>
                      <a:lnTo>
                        <a:pt x="0" y="191"/>
                      </a:lnTo>
                      <a:lnTo>
                        <a:pt x="0" y="191"/>
                      </a:lnTo>
                      <a:lnTo>
                        <a:pt x="0" y="191"/>
                      </a:lnTo>
                      <a:lnTo>
                        <a:pt x="0" y="191"/>
                      </a:lnTo>
                      <a:lnTo>
                        <a:pt x="0" y="191"/>
                      </a:lnTo>
                      <a:lnTo>
                        <a:pt x="19" y="190"/>
                      </a:lnTo>
                      <a:lnTo>
                        <a:pt x="38" y="187"/>
                      </a:lnTo>
                      <a:lnTo>
                        <a:pt x="56" y="182"/>
                      </a:lnTo>
                      <a:lnTo>
                        <a:pt x="74" y="175"/>
                      </a:lnTo>
                      <a:lnTo>
                        <a:pt x="90" y="168"/>
                      </a:lnTo>
                      <a:lnTo>
                        <a:pt x="107" y="158"/>
                      </a:lnTo>
                      <a:lnTo>
                        <a:pt x="121" y="147"/>
                      </a:lnTo>
                      <a:lnTo>
                        <a:pt x="134" y="134"/>
                      </a:lnTo>
                      <a:lnTo>
                        <a:pt x="146" y="121"/>
                      </a:lnTo>
                      <a:lnTo>
                        <a:pt x="158" y="107"/>
                      </a:lnTo>
                      <a:lnTo>
                        <a:pt x="167" y="90"/>
                      </a:lnTo>
                      <a:lnTo>
                        <a:pt x="175" y="74"/>
                      </a:lnTo>
                      <a:lnTo>
                        <a:pt x="182" y="56"/>
                      </a:lnTo>
                      <a:lnTo>
                        <a:pt x="186" y="38"/>
                      </a:lnTo>
                      <a:lnTo>
                        <a:pt x="189" y="19"/>
                      </a:lnTo>
                      <a:lnTo>
                        <a:pt x="190" y="0"/>
                      </a:lnTo>
                    </a:path>
                  </a:pathLst>
                </a:custGeom>
                <a:solidFill>
                  <a:schemeClr val="bg1"/>
                </a:solidFill>
                <a:ln w="25400" cap="rnd" cmpd="sng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/>
                <a:lstStyle/>
                <a:p>
                  <a:endParaRPr lang="es-ES_tradnl" noProof="0" dirty="0"/>
                </a:p>
              </p:txBody>
            </p:sp>
            <p:sp>
              <p:nvSpPr>
                <p:cNvPr id="12307" name="Freeform 348">
                  <a:extLst>
                    <a:ext uri="{FF2B5EF4-FFF2-40B4-BE49-F238E27FC236}">
                      <a16:creationId xmlns:a16="http://schemas.microsoft.com/office/drawing/2014/main" id="{7F072D7E-1E2B-DC48-8879-5CEB41540C39}"/>
                    </a:ext>
                  </a:extLst>
                </p:cNvPr>
                <p:cNvSpPr>
                  <a:spLocks/>
                </p:cNvSpPr>
                <p:nvPr/>
              </p:nvSpPr>
              <p:spPr bwMode="blackWhite">
                <a:xfrm>
                  <a:off x="3744" y="888"/>
                  <a:ext cx="212" cy="336"/>
                </a:xfrm>
                <a:custGeom>
                  <a:avLst/>
                  <a:gdLst/>
                  <a:ahLst/>
                  <a:cxnLst>
                    <a:cxn ang="0">
                      <a:pos x="379" y="383"/>
                    </a:cxn>
                    <a:cxn ang="0">
                      <a:pos x="0" y="383"/>
                    </a:cxn>
                    <a:cxn ang="0">
                      <a:pos x="0" y="0"/>
                    </a:cxn>
                    <a:cxn ang="0">
                      <a:pos x="379" y="0"/>
                    </a:cxn>
                  </a:cxnLst>
                  <a:rect l="0" t="0" r="r" b="b"/>
                  <a:pathLst>
                    <a:path w="380" h="384">
                      <a:moveTo>
                        <a:pt x="379" y="383"/>
                      </a:moveTo>
                      <a:lnTo>
                        <a:pt x="0" y="383"/>
                      </a:lnTo>
                      <a:lnTo>
                        <a:pt x="0" y="0"/>
                      </a:lnTo>
                      <a:lnTo>
                        <a:pt x="379" y="0"/>
                      </a:lnTo>
                    </a:path>
                  </a:pathLst>
                </a:custGeom>
                <a:solidFill>
                  <a:schemeClr val="bg1"/>
                </a:solidFill>
                <a:ln w="25400" cap="rnd" cmpd="sng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/>
                <a:lstStyle/>
                <a:p>
                  <a:endParaRPr lang="es-ES_tradnl" noProof="0" dirty="0"/>
                </a:p>
              </p:txBody>
            </p:sp>
            <p:sp>
              <p:nvSpPr>
                <p:cNvPr id="12308" name="Freeform 349">
                  <a:extLst>
                    <a:ext uri="{FF2B5EF4-FFF2-40B4-BE49-F238E27FC236}">
                      <a16:creationId xmlns:a16="http://schemas.microsoft.com/office/drawing/2014/main" id="{3E9F3A6A-F2F1-310A-1EC4-A69D7F11D365}"/>
                    </a:ext>
                  </a:extLst>
                </p:cNvPr>
                <p:cNvSpPr>
                  <a:spLocks/>
                </p:cNvSpPr>
                <p:nvPr/>
              </p:nvSpPr>
              <p:spPr bwMode="blackWhite">
                <a:xfrm>
                  <a:off x="3956" y="888"/>
                  <a:ext cx="172" cy="169"/>
                </a:xfrm>
                <a:custGeom>
                  <a:avLst/>
                  <a:gdLst/>
                  <a:ahLst/>
                  <a:cxnLst>
                    <a:cxn ang="0">
                      <a:pos x="190" y="192"/>
                    </a:cxn>
                    <a:cxn ang="0">
                      <a:pos x="190" y="192"/>
                    </a:cxn>
                    <a:cxn ang="0">
                      <a:pos x="189" y="172"/>
                    </a:cxn>
                    <a:cxn ang="0">
                      <a:pos x="186" y="153"/>
                    </a:cxn>
                    <a:cxn ang="0">
                      <a:pos x="182" y="135"/>
                    </a:cxn>
                    <a:cxn ang="0">
                      <a:pos x="175" y="117"/>
                    </a:cxn>
                    <a:cxn ang="0">
                      <a:pos x="167" y="101"/>
                    </a:cxn>
                    <a:cxn ang="0">
                      <a:pos x="158" y="84"/>
                    </a:cxn>
                    <a:cxn ang="0">
                      <a:pos x="146" y="70"/>
                    </a:cxn>
                    <a:cxn ang="0">
                      <a:pos x="134" y="57"/>
                    </a:cxn>
                    <a:cxn ang="0">
                      <a:pos x="121" y="44"/>
                    </a:cxn>
                    <a:cxn ang="0">
                      <a:pos x="107" y="33"/>
                    </a:cxn>
                    <a:cxn ang="0">
                      <a:pos x="90" y="23"/>
                    </a:cxn>
                    <a:cxn ang="0">
                      <a:pos x="74" y="16"/>
                    </a:cxn>
                    <a:cxn ang="0">
                      <a:pos x="56" y="9"/>
                    </a:cxn>
                    <a:cxn ang="0">
                      <a:pos x="38" y="4"/>
                    </a:cxn>
                    <a:cxn ang="0">
                      <a:pos x="19" y="1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 w="191" h="193">
                      <a:moveTo>
                        <a:pt x="190" y="192"/>
                      </a:moveTo>
                      <a:lnTo>
                        <a:pt x="190" y="192"/>
                      </a:lnTo>
                      <a:lnTo>
                        <a:pt x="189" y="172"/>
                      </a:lnTo>
                      <a:lnTo>
                        <a:pt x="186" y="153"/>
                      </a:lnTo>
                      <a:lnTo>
                        <a:pt x="182" y="135"/>
                      </a:lnTo>
                      <a:lnTo>
                        <a:pt x="175" y="117"/>
                      </a:lnTo>
                      <a:lnTo>
                        <a:pt x="167" y="101"/>
                      </a:lnTo>
                      <a:lnTo>
                        <a:pt x="158" y="84"/>
                      </a:lnTo>
                      <a:lnTo>
                        <a:pt x="146" y="70"/>
                      </a:lnTo>
                      <a:lnTo>
                        <a:pt x="134" y="57"/>
                      </a:lnTo>
                      <a:lnTo>
                        <a:pt x="121" y="44"/>
                      </a:lnTo>
                      <a:lnTo>
                        <a:pt x="107" y="33"/>
                      </a:lnTo>
                      <a:lnTo>
                        <a:pt x="90" y="23"/>
                      </a:lnTo>
                      <a:lnTo>
                        <a:pt x="74" y="16"/>
                      </a:lnTo>
                      <a:lnTo>
                        <a:pt x="56" y="9"/>
                      </a:lnTo>
                      <a:lnTo>
                        <a:pt x="38" y="4"/>
                      </a:lnTo>
                      <a:lnTo>
                        <a:pt x="19" y="1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chemeClr val="bg1"/>
                </a:solidFill>
                <a:ln w="25400" cap="rnd" cmpd="sng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/>
                <a:lstStyle/>
                <a:p>
                  <a:endParaRPr lang="es-ES_tradnl" noProof="0" dirty="0"/>
                </a:p>
              </p:txBody>
            </p:sp>
          </p:grpSp>
          <p:grpSp>
            <p:nvGrpSpPr>
              <p:cNvPr id="57" name="Group 378">
                <a:extLst>
                  <a:ext uri="{FF2B5EF4-FFF2-40B4-BE49-F238E27FC236}">
                    <a16:creationId xmlns:a16="http://schemas.microsoft.com/office/drawing/2014/main" id="{8C0C4604-13EB-2D43-990F-80BC1EC7F6C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984" y="1656"/>
                <a:ext cx="384" cy="336"/>
                <a:chOff x="4464" y="1200"/>
                <a:chExt cx="432" cy="432"/>
              </a:xfrm>
            </p:grpSpPr>
            <p:sp>
              <p:nvSpPr>
                <p:cNvPr id="12303" name="Freeform 379">
                  <a:extLst>
                    <a:ext uri="{FF2B5EF4-FFF2-40B4-BE49-F238E27FC236}">
                      <a16:creationId xmlns:a16="http://schemas.microsoft.com/office/drawing/2014/main" id="{9AC52B74-08E2-552B-2A39-3012A06C5DFC}"/>
                    </a:ext>
                  </a:extLst>
                </p:cNvPr>
                <p:cNvSpPr>
                  <a:spLocks/>
                </p:cNvSpPr>
                <p:nvPr/>
              </p:nvSpPr>
              <p:spPr bwMode="blackWhite">
                <a:xfrm>
                  <a:off x="4703" y="1416"/>
                  <a:ext cx="193" cy="216"/>
                </a:xfrm>
                <a:custGeom>
                  <a:avLst/>
                  <a:gdLst/>
                  <a:ahLst/>
                  <a:cxnLst>
                    <a:cxn ang="0">
                      <a:pos x="0" y="191"/>
                    </a:cxn>
                    <a:cxn ang="0">
                      <a:pos x="0" y="191"/>
                    </a:cxn>
                    <a:cxn ang="0">
                      <a:pos x="0" y="191"/>
                    </a:cxn>
                    <a:cxn ang="0">
                      <a:pos x="0" y="191"/>
                    </a:cxn>
                    <a:cxn ang="0">
                      <a:pos x="0" y="191"/>
                    </a:cxn>
                    <a:cxn ang="0">
                      <a:pos x="0" y="191"/>
                    </a:cxn>
                    <a:cxn ang="0">
                      <a:pos x="0" y="191"/>
                    </a:cxn>
                    <a:cxn ang="0">
                      <a:pos x="19" y="190"/>
                    </a:cxn>
                    <a:cxn ang="0">
                      <a:pos x="38" y="187"/>
                    </a:cxn>
                    <a:cxn ang="0">
                      <a:pos x="56" y="182"/>
                    </a:cxn>
                    <a:cxn ang="0">
                      <a:pos x="74" y="175"/>
                    </a:cxn>
                    <a:cxn ang="0">
                      <a:pos x="90" y="168"/>
                    </a:cxn>
                    <a:cxn ang="0">
                      <a:pos x="107" y="158"/>
                    </a:cxn>
                    <a:cxn ang="0">
                      <a:pos x="121" y="147"/>
                    </a:cxn>
                    <a:cxn ang="0">
                      <a:pos x="134" y="134"/>
                    </a:cxn>
                    <a:cxn ang="0">
                      <a:pos x="146" y="121"/>
                    </a:cxn>
                    <a:cxn ang="0">
                      <a:pos x="158" y="107"/>
                    </a:cxn>
                    <a:cxn ang="0">
                      <a:pos x="167" y="90"/>
                    </a:cxn>
                    <a:cxn ang="0">
                      <a:pos x="175" y="74"/>
                    </a:cxn>
                    <a:cxn ang="0">
                      <a:pos x="182" y="56"/>
                    </a:cxn>
                    <a:cxn ang="0">
                      <a:pos x="186" y="38"/>
                    </a:cxn>
                    <a:cxn ang="0">
                      <a:pos x="189" y="19"/>
                    </a:cxn>
                    <a:cxn ang="0">
                      <a:pos x="190" y="0"/>
                    </a:cxn>
                  </a:cxnLst>
                  <a:rect l="0" t="0" r="r" b="b"/>
                  <a:pathLst>
                    <a:path w="191" h="192">
                      <a:moveTo>
                        <a:pt x="0" y="191"/>
                      </a:moveTo>
                      <a:lnTo>
                        <a:pt x="0" y="191"/>
                      </a:lnTo>
                      <a:lnTo>
                        <a:pt x="0" y="191"/>
                      </a:lnTo>
                      <a:lnTo>
                        <a:pt x="0" y="191"/>
                      </a:lnTo>
                      <a:lnTo>
                        <a:pt x="0" y="191"/>
                      </a:lnTo>
                      <a:lnTo>
                        <a:pt x="0" y="191"/>
                      </a:lnTo>
                      <a:lnTo>
                        <a:pt x="0" y="191"/>
                      </a:lnTo>
                      <a:lnTo>
                        <a:pt x="19" y="190"/>
                      </a:lnTo>
                      <a:lnTo>
                        <a:pt x="38" y="187"/>
                      </a:lnTo>
                      <a:lnTo>
                        <a:pt x="56" y="182"/>
                      </a:lnTo>
                      <a:lnTo>
                        <a:pt x="74" y="175"/>
                      </a:lnTo>
                      <a:lnTo>
                        <a:pt x="90" y="168"/>
                      </a:lnTo>
                      <a:lnTo>
                        <a:pt x="107" y="158"/>
                      </a:lnTo>
                      <a:lnTo>
                        <a:pt x="121" y="147"/>
                      </a:lnTo>
                      <a:lnTo>
                        <a:pt x="134" y="134"/>
                      </a:lnTo>
                      <a:lnTo>
                        <a:pt x="146" y="121"/>
                      </a:lnTo>
                      <a:lnTo>
                        <a:pt x="158" y="107"/>
                      </a:lnTo>
                      <a:lnTo>
                        <a:pt x="167" y="90"/>
                      </a:lnTo>
                      <a:lnTo>
                        <a:pt x="175" y="74"/>
                      </a:lnTo>
                      <a:lnTo>
                        <a:pt x="182" y="56"/>
                      </a:lnTo>
                      <a:lnTo>
                        <a:pt x="186" y="38"/>
                      </a:lnTo>
                      <a:lnTo>
                        <a:pt x="189" y="19"/>
                      </a:lnTo>
                      <a:lnTo>
                        <a:pt x="190" y="0"/>
                      </a:lnTo>
                    </a:path>
                  </a:pathLst>
                </a:custGeom>
                <a:solidFill>
                  <a:schemeClr val="bg1"/>
                </a:solidFill>
                <a:ln w="25400" cap="rnd" cmpd="sng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/>
                <a:lstStyle/>
                <a:p>
                  <a:endParaRPr lang="es-ES_tradnl" noProof="0" dirty="0"/>
                </a:p>
              </p:txBody>
            </p:sp>
            <p:sp>
              <p:nvSpPr>
                <p:cNvPr id="12304" name="Freeform 380">
                  <a:extLst>
                    <a:ext uri="{FF2B5EF4-FFF2-40B4-BE49-F238E27FC236}">
                      <a16:creationId xmlns:a16="http://schemas.microsoft.com/office/drawing/2014/main" id="{84415AA7-DE3C-4481-29AC-9B22973054E3}"/>
                    </a:ext>
                  </a:extLst>
                </p:cNvPr>
                <p:cNvSpPr>
                  <a:spLocks/>
                </p:cNvSpPr>
                <p:nvPr/>
              </p:nvSpPr>
              <p:spPr bwMode="blackWhite">
                <a:xfrm>
                  <a:off x="4464" y="1200"/>
                  <a:ext cx="239" cy="432"/>
                </a:xfrm>
                <a:custGeom>
                  <a:avLst/>
                  <a:gdLst/>
                  <a:ahLst/>
                  <a:cxnLst>
                    <a:cxn ang="0">
                      <a:pos x="379" y="383"/>
                    </a:cxn>
                    <a:cxn ang="0">
                      <a:pos x="0" y="383"/>
                    </a:cxn>
                    <a:cxn ang="0">
                      <a:pos x="0" y="0"/>
                    </a:cxn>
                    <a:cxn ang="0">
                      <a:pos x="379" y="0"/>
                    </a:cxn>
                  </a:cxnLst>
                  <a:rect l="0" t="0" r="r" b="b"/>
                  <a:pathLst>
                    <a:path w="380" h="384">
                      <a:moveTo>
                        <a:pt x="379" y="383"/>
                      </a:moveTo>
                      <a:lnTo>
                        <a:pt x="0" y="383"/>
                      </a:lnTo>
                      <a:lnTo>
                        <a:pt x="0" y="0"/>
                      </a:lnTo>
                      <a:lnTo>
                        <a:pt x="379" y="0"/>
                      </a:lnTo>
                    </a:path>
                  </a:pathLst>
                </a:custGeom>
                <a:solidFill>
                  <a:schemeClr val="bg1"/>
                </a:solidFill>
                <a:ln w="25400" cap="rnd" cmpd="sng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/>
                <a:lstStyle/>
                <a:p>
                  <a:endParaRPr lang="es-ES_tradnl" noProof="0" dirty="0"/>
                </a:p>
              </p:txBody>
            </p:sp>
            <p:sp>
              <p:nvSpPr>
                <p:cNvPr id="12305" name="Freeform 381">
                  <a:extLst>
                    <a:ext uri="{FF2B5EF4-FFF2-40B4-BE49-F238E27FC236}">
                      <a16:creationId xmlns:a16="http://schemas.microsoft.com/office/drawing/2014/main" id="{B19BDA98-85A2-20E3-161F-5196AEA38F55}"/>
                    </a:ext>
                  </a:extLst>
                </p:cNvPr>
                <p:cNvSpPr>
                  <a:spLocks/>
                </p:cNvSpPr>
                <p:nvPr/>
              </p:nvSpPr>
              <p:spPr bwMode="blackWhite">
                <a:xfrm>
                  <a:off x="4703" y="1200"/>
                  <a:ext cx="193" cy="217"/>
                </a:xfrm>
                <a:custGeom>
                  <a:avLst/>
                  <a:gdLst/>
                  <a:ahLst/>
                  <a:cxnLst>
                    <a:cxn ang="0">
                      <a:pos x="190" y="192"/>
                    </a:cxn>
                    <a:cxn ang="0">
                      <a:pos x="190" y="192"/>
                    </a:cxn>
                    <a:cxn ang="0">
                      <a:pos x="189" y="172"/>
                    </a:cxn>
                    <a:cxn ang="0">
                      <a:pos x="186" y="153"/>
                    </a:cxn>
                    <a:cxn ang="0">
                      <a:pos x="182" y="135"/>
                    </a:cxn>
                    <a:cxn ang="0">
                      <a:pos x="175" y="117"/>
                    </a:cxn>
                    <a:cxn ang="0">
                      <a:pos x="167" y="101"/>
                    </a:cxn>
                    <a:cxn ang="0">
                      <a:pos x="158" y="84"/>
                    </a:cxn>
                    <a:cxn ang="0">
                      <a:pos x="146" y="70"/>
                    </a:cxn>
                    <a:cxn ang="0">
                      <a:pos x="134" y="57"/>
                    </a:cxn>
                    <a:cxn ang="0">
                      <a:pos x="121" y="44"/>
                    </a:cxn>
                    <a:cxn ang="0">
                      <a:pos x="107" y="33"/>
                    </a:cxn>
                    <a:cxn ang="0">
                      <a:pos x="90" y="23"/>
                    </a:cxn>
                    <a:cxn ang="0">
                      <a:pos x="74" y="16"/>
                    </a:cxn>
                    <a:cxn ang="0">
                      <a:pos x="56" y="9"/>
                    </a:cxn>
                    <a:cxn ang="0">
                      <a:pos x="38" y="4"/>
                    </a:cxn>
                    <a:cxn ang="0">
                      <a:pos x="19" y="1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 w="191" h="193">
                      <a:moveTo>
                        <a:pt x="190" y="192"/>
                      </a:moveTo>
                      <a:lnTo>
                        <a:pt x="190" y="192"/>
                      </a:lnTo>
                      <a:lnTo>
                        <a:pt x="189" y="172"/>
                      </a:lnTo>
                      <a:lnTo>
                        <a:pt x="186" y="153"/>
                      </a:lnTo>
                      <a:lnTo>
                        <a:pt x="182" y="135"/>
                      </a:lnTo>
                      <a:lnTo>
                        <a:pt x="175" y="117"/>
                      </a:lnTo>
                      <a:lnTo>
                        <a:pt x="167" y="101"/>
                      </a:lnTo>
                      <a:lnTo>
                        <a:pt x="158" y="84"/>
                      </a:lnTo>
                      <a:lnTo>
                        <a:pt x="146" y="70"/>
                      </a:lnTo>
                      <a:lnTo>
                        <a:pt x="134" y="57"/>
                      </a:lnTo>
                      <a:lnTo>
                        <a:pt x="121" y="44"/>
                      </a:lnTo>
                      <a:lnTo>
                        <a:pt x="107" y="33"/>
                      </a:lnTo>
                      <a:lnTo>
                        <a:pt x="90" y="23"/>
                      </a:lnTo>
                      <a:lnTo>
                        <a:pt x="74" y="16"/>
                      </a:lnTo>
                      <a:lnTo>
                        <a:pt x="56" y="9"/>
                      </a:lnTo>
                      <a:lnTo>
                        <a:pt x="38" y="4"/>
                      </a:lnTo>
                      <a:lnTo>
                        <a:pt x="19" y="1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chemeClr val="bg1"/>
                </a:solidFill>
                <a:ln w="25400" cap="rnd" cmpd="sng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/>
                <a:lstStyle/>
                <a:p>
                  <a:endParaRPr lang="es-ES_tradnl" noProof="0" dirty="0"/>
                </a:p>
              </p:txBody>
            </p:sp>
          </p:grpSp>
          <p:grpSp>
            <p:nvGrpSpPr>
              <p:cNvPr id="58" name="Group 382">
                <a:extLst>
                  <a:ext uri="{FF2B5EF4-FFF2-40B4-BE49-F238E27FC236}">
                    <a16:creationId xmlns:a16="http://schemas.microsoft.com/office/drawing/2014/main" id="{CE2F0800-4023-76B5-04BD-0931995BF47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984" y="2040"/>
                <a:ext cx="384" cy="336"/>
                <a:chOff x="4464" y="1200"/>
                <a:chExt cx="432" cy="432"/>
              </a:xfrm>
            </p:grpSpPr>
            <p:sp>
              <p:nvSpPr>
                <p:cNvPr id="12300" name="Freeform 383">
                  <a:extLst>
                    <a:ext uri="{FF2B5EF4-FFF2-40B4-BE49-F238E27FC236}">
                      <a16:creationId xmlns:a16="http://schemas.microsoft.com/office/drawing/2014/main" id="{8013FAC3-A7A6-B15F-EB8F-15F7D0FD61DD}"/>
                    </a:ext>
                  </a:extLst>
                </p:cNvPr>
                <p:cNvSpPr>
                  <a:spLocks/>
                </p:cNvSpPr>
                <p:nvPr/>
              </p:nvSpPr>
              <p:spPr bwMode="blackWhite">
                <a:xfrm>
                  <a:off x="4703" y="1416"/>
                  <a:ext cx="193" cy="216"/>
                </a:xfrm>
                <a:custGeom>
                  <a:avLst/>
                  <a:gdLst/>
                  <a:ahLst/>
                  <a:cxnLst>
                    <a:cxn ang="0">
                      <a:pos x="0" y="191"/>
                    </a:cxn>
                    <a:cxn ang="0">
                      <a:pos x="0" y="191"/>
                    </a:cxn>
                    <a:cxn ang="0">
                      <a:pos x="0" y="191"/>
                    </a:cxn>
                    <a:cxn ang="0">
                      <a:pos x="0" y="191"/>
                    </a:cxn>
                    <a:cxn ang="0">
                      <a:pos x="0" y="191"/>
                    </a:cxn>
                    <a:cxn ang="0">
                      <a:pos x="0" y="191"/>
                    </a:cxn>
                    <a:cxn ang="0">
                      <a:pos x="0" y="191"/>
                    </a:cxn>
                    <a:cxn ang="0">
                      <a:pos x="19" y="190"/>
                    </a:cxn>
                    <a:cxn ang="0">
                      <a:pos x="38" y="187"/>
                    </a:cxn>
                    <a:cxn ang="0">
                      <a:pos x="56" y="182"/>
                    </a:cxn>
                    <a:cxn ang="0">
                      <a:pos x="74" y="175"/>
                    </a:cxn>
                    <a:cxn ang="0">
                      <a:pos x="90" y="168"/>
                    </a:cxn>
                    <a:cxn ang="0">
                      <a:pos x="107" y="158"/>
                    </a:cxn>
                    <a:cxn ang="0">
                      <a:pos x="121" y="147"/>
                    </a:cxn>
                    <a:cxn ang="0">
                      <a:pos x="134" y="134"/>
                    </a:cxn>
                    <a:cxn ang="0">
                      <a:pos x="146" y="121"/>
                    </a:cxn>
                    <a:cxn ang="0">
                      <a:pos x="158" y="107"/>
                    </a:cxn>
                    <a:cxn ang="0">
                      <a:pos x="167" y="90"/>
                    </a:cxn>
                    <a:cxn ang="0">
                      <a:pos x="175" y="74"/>
                    </a:cxn>
                    <a:cxn ang="0">
                      <a:pos x="182" y="56"/>
                    </a:cxn>
                    <a:cxn ang="0">
                      <a:pos x="186" y="38"/>
                    </a:cxn>
                    <a:cxn ang="0">
                      <a:pos x="189" y="19"/>
                    </a:cxn>
                    <a:cxn ang="0">
                      <a:pos x="190" y="0"/>
                    </a:cxn>
                  </a:cxnLst>
                  <a:rect l="0" t="0" r="r" b="b"/>
                  <a:pathLst>
                    <a:path w="191" h="192">
                      <a:moveTo>
                        <a:pt x="0" y="191"/>
                      </a:moveTo>
                      <a:lnTo>
                        <a:pt x="0" y="191"/>
                      </a:lnTo>
                      <a:lnTo>
                        <a:pt x="0" y="191"/>
                      </a:lnTo>
                      <a:lnTo>
                        <a:pt x="0" y="191"/>
                      </a:lnTo>
                      <a:lnTo>
                        <a:pt x="0" y="191"/>
                      </a:lnTo>
                      <a:lnTo>
                        <a:pt x="0" y="191"/>
                      </a:lnTo>
                      <a:lnTo>
                        <a:pt x="0" y="191"/>
                      </a:lnTo>
                      <a:lnTo>
                        <a:pt x="19" y="190"/>
                      </a:lnTo>
                      <a:lnTo>
                        <a:pt x="38" y="187"/>
                      </a:lnTo>
                      <a:lnTo>
                        <a:pt x="56" y="182"/>
                      </a:lnTo>
                      <a:lnTo>
                        <a:pt x="74" y="175"/>
                      </a:lnTo>
                      <a:lnTo>
                        <a:pt x="90" y="168"/>
                      </a:lnTo>
                      <a:lnTo>
                        <a:pt x="107" y="158"/>
                      </a:lnTo>
                      <a:lnTo>
                        <a:pt x="121" y="147"/>
                      </a:lnTo>
                      <a:lnTo>
                        <a:pt x="134" y="134"/>
                      </a:lnTo>
                      <a:lnTo>
                        <a:pt x="146" y="121"/>
                      </a:lnTo>
                      <a:lnTo>
                        <a:pt x="158" y="107"/>
                      </a:lnTo>
                      <a:lnTo>
                        <a:pt x="167" y="90"/>
                      </a:lnTo>
                      <a:lnTo>
                        <a:pt x="175" y="74"/>
                      </a:lnTo>
                      <a:lnTo>
                        <a:pt x="182" y="56"/>
                      </a:lnTo>
                      <a:lnTo>
                        <a:pt x="186" y="38"/>
                      </a:lnTo>
                      <a:lnTo>
                        <a:pt x="189" y="19"/>
                      </a:lnTo>
                      <a:lnTo>
                        <a:pt x="190" y="0"/>
                      </a:lnTo>
                    </a:path>
                  </a:pathLst>
                </a:custGeom>
                <a:solidFill>
                  <a:schemeClr val="bg1"/>
                </a:solidFill>
                <a:ln w="25400" cap="rnd" cmpd="sng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/>
                <a:lstStyle/>
                <a:p>
                  <a:endParaRPr lang="es-ES_tradnl" noProof="0" dirty="0"/>
                </a:p>
              </p:txBody>
            </p:sp>
            <p:sp>
              <p:nvSpPr>
                <p:cNvPr id="12301" name="Freeform 384">
                  <a:extLst>
                    <a:ext uri="{FF2B5EF4-FFF2-40B4-BE49-F238E27FC236}">
                      <a16:creationId xmlns:a16="http://schemas.microsoft.com/office/drawing/2014/main" id="{D334B979-2664-2431-95D3-EF3B58A55088}"/>
                    </a:ext>
                  </a:extLst>
                </p:cNvPr>
                <p:cNvSpPr>
                  <a:spLocks/>
                </p:cNvSpPr>
                <p:nvPr/>
              </p:nvSpPr>
              <p:spPr bwMode="blackWhite">
                <a:xfrm>
                  <a:off x="4464" y="1200"/>
                  <a:ext cx="239" cy="432"/>
                </a:xfrm>
                <a:custGeom>
                  <a:avLst/>
                  <a:gdLst/>
                  <a:ahLst/>
                  <a:cxnLst>
                    <a:cxn ang="0">
                      <a:pos x="379" y="383"/>
                    </a:cxn>
                    <a:cxn ang="0">
                      <a:pos x="0" y="383"/>
                    </a:cxn>
                    <a:cxn ang="0">
                      <a:pos x="0" y="0"/>
                    </a:cxn>
                    <a:cxn ang="0">
                      <a:pos x="379" y="0"/>
                    </a:cxn>
                  </a:cxnLst>
                  <a:rect l="0" t="0" r="r" b="b"/>
                  <a:pathLst>
                    <a:path w="380" h="384">
                      <a:moveTo>
                        <a:pt x="379" y="383"/>
                      </a:moveTo>
                      <a:lnTo>
                        <a:pt x="0" y="383"/>
                      </a:lnTo>
                      <a:lnTo>
                        <a:pt x="0" y="0"/>
                      </a:lnTo>
                      <a:lnTo>
                        <a:pt x="379" y="0"/>
                      </a:lnTo>
                    </a:path>
                  </a:pathLst>
                </a:custGeom>
                <a:solidFill>
                  <a:schemeClr val="bg1"/>
                </a:solidFill>
                <a:ln w="25400" cap="rnd" cmpd="sng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/>
                <a:lstStyle/>
                <a:p>
                  <a:endParaRPr lang="es-ES_tradnl" noProof="0" dirty="0"/>
                </a:p>
              </p:txBody>
            </p:sp>
            <p:sp>
              <p:nvSpPr>
                <p:cNvPr id="12302" name="Freeform 385">
                  <a:extLst>
                    <a:ext uri="{FF2B5EF4-FFF2-40B4-BE49-F238E27FC236}">
                      <a16:creationId xmlns:a16="http://schemas.microsoft.com/office/drawing/2014/main" id="{451604D7-A17A-3AFD-06C2-7F3FBEE6BB5F}"/>
                    </a:ext>
                  </a:extLst>
                </p:cNvPr>
                <p:cNvSpPr>
                  <a:spLocks/>
                </p:cNvSpPr>
                <p:nvPr/>
              </p:nvSpPr>
              <p:spPr bwMode="blackWhite">
                <a:xfrm>
                  <a:off x="4703" y="1200"/>
                  <a:ext cx="193" cy="217"/>
                </a:xfrm>
                <a:custGeom>
                  <a:avLst/>
                  <a:gdLst/>
                  <a:ahLst/>
                  <a:cxnLst>
                    <a:cxn ang="0">
                      <a:pos x="190" y="192"/>
                    </a:cxn>
                    <a:cxn ang="0">
                      <a:pos x="190" y="192"/>
                    </a:cxn>
                    <a:cxn ang="0">
                      <a:pos x="189" y="172"/>
                    </a:cxn>
                    <a:cxn ang="0">
                      <a:pos x="186" y="153"/>
                    </a:cxn>
                    <a:cxn ang="0">
                      <a:pos x="182" y="135"/>
                    </a:cxn>
                    <a:cxn ang="0">
                      <a:pos x="175" y="117"/>
                    </a:cxn>
                    <a:cxn ang="0">
                      <a:pos x="167" y="101"/>
                    </a:cxn>
                    <a:cxn ang="0">
                      <a:pos x="158" y="84"/>
                    </a:cxn>
                    <a:cxn ang="0">
                      <a:pos x="146" y="70"/>
                    </a:cxn>
                    <a:cxn ang="0">
                      <a:pos x="134" y="57"/>
                    </a:cxn>
                    <a:cxn ang="0">
                      <a:pos x="121" y="44"/>
                    </a:cxn>
                    <a:cxn ang="0">
                      <a:pos x="107" y="33"/>
                    </a:cxn>
                    <a:cxn ang="0">
                      <a:pos x="90" y="23"/>
                    </a:cxn>
                    <a:cxn ang="0">
                      <a:pos x="74" y="16"/>
                    </a:cxn>
                    <a:cxn ang="0">
                      <a:pos x="56" y="9"/>
                    </a:cxn>
                    <a:cxn ang="0">
                      <a:pos x="38" y="4"/>
                    </a:cxn>
                    <a:cxn ang="0">
                      <a:pos x="19" y="1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 w="191" h="193">
                      <a:moveTo>
                        <a:pt x="190" y="192"/>
                      </a:moveTo>
                      <a:lnTo>
                        <a:pt x="190" y="192"/>
                      </a:lnTo>
                      <a:lnTo>
                        <a:pt x="189" y="172"/>
                      </a:lnTo>
                      <a:lnTo>
                        <a:pt x="186" y="153"/>
                      </a:lnTo>
                      <a:lnTo>
                        <a:pt x="182" y="135"/>
                      </a:lnTo>
                      <a:lnTo>
                        <a:pt x="175" y="117"/>
                      </a:lnTo>
                      <a:lnTo>
                        <a:pt x="167" y="101"/>
                      </a:lnTo>
                      <a:lnTo>
                        <a:pt x="158" y="84"/>
                      </a:lnTo>
                      <a:lnTo>
                        <a:pt x="146" y="70"/>
                      </a:lnTo>
                      <a:lnTo>
                        <a:pt x="134" y="57"/>
                      </a:lnTo>
                      <a:lnTo>
                        <a:pt x="121" y="44"/>
                      </a:lnTo>
                      <a:lnTo>
                        <a:pt x="107" y="33"/>
                      </a:lnTo>
                      <a:lnTo>
                        <a:pt x="90" y="23"/>
                      </a:lnTo>
                      <a:lnTo>
                        <a:pt x="74" y="16"/>
                      </a:lnTo>
                      <a:lnTo>
                        <a:pt x="56" y="9"/>
                      </a:lnTo>
                      <a:lnTo>
                        <a:pt x="38" y="4"/>
                      </a:lnTo>
                      <a:lnTo>
                        <a:pt x="19" y="1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chemeClr val="bg1"/>
                </a:solidFill>
                <a:ln w="25400" cap="rnd" cmpd="sng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/>
                <a:lstStyle/>
                <a:p>
                  <a:endParaRPr lang="es-ES_tradnl" noProof="0" dirty="0"/>
                </a:p>
              </p:txBody>
            </p:sp>
          </p:grpSp>
          <p:grpSp>
            <p:nvGrpSpPr>
              <p:cNvPr id="59" name="Group 414">
                <a:extLst>
                  <a:ext uri="{FF2B5EF4-FFF2-40B4-BE49-F238E27FC236}">
                    <a16:creationId xmlns:a16="http://schemas.microsoft.com/office/drawing/2014/main" id="{ECFDCAF2-9518-C4D8-9E5E-3F3662177B1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984" y="1272"/>
                <a:ext cx="384" cy="336"/>
                <a:chOff x="4464" y="1200"/>
                <a:chExt cx="432" cy="432"/>
              </a:xfrm>
            </p:grpSpPr>
            <p:sp>
              <p:nvSpPr>
                <p:cNvPr id="12297" name="Freeform 415">
                  <a:extLst>
                    <a:ext uri="{FF2B5EF4-FFF2-40B4-BE49-F238E27FC236}">
                      <a16:creationId xmlns:a16="http://schemas.microsoft.com/office/drawing/2014/main" id="{524FA3BE-B017-05AF-D941-B9ABF93F1917}"/>
                    </a:ext>
                  </a:extLst>
                </p:cNvPr>
                <p:cNvSpPr>
                  <a:spLocks/>
                </p:cNvSpPr>
                <p:nvPr/>
              </p:nvSpPr>
              <p:spPr bwMode="blackWhite">
                <a:xfrm>
                  <a:off x="4703" y="1416"/>
                  <a:ext cx="193" cy="216"/>
                </a:xfrm>
                <a:custGeom>
                  <a:avLst/>
                  <a:gdLst/>
                  <a:ahLst/>
                  <a:cxnLst>
                    <a:cxn ang="0">
                      <a:pos x="0" y="191"/>
                    </a:cxn>
                    <a:cxn ang="0">
                      <a:pos x="0" y="191"/>
                    </a:cxn>
                    <a:cxn ang="0">
                      <a:pos x="0" y="191"/>
                    </a:cxn>
                    <a:cxn ang="0">
                      <a:pos x="0" y="191"/>
                    </a:cxn>
                    <a:cxn ang="0">
                      <a:pos x="0" y="191"/>
                    </a:cxn>
                    <a:cxn ang="0">
                      <a:pos x="0" y="191"/>
                    </a:cxn>
                    <a:cxn ang="0">
                      <a:pos x="0" y="191"/>
                    </a:cxn>
                    <a:cxn ang="0">
                      <a:pos x="19" y="190"/>
                    </a:cxn>
                    <a:cxn ang="0">
                      <a:pos x="38" y="187"/>
                    </a:cxn>
                    <a:cxn ang="0">
                      <a:pos x="56" y="182"/>
                    </a:cxn>
                    <a:cxn ang="0">
                      <a:pos x="74" y="175"/>
                    </a:cxn>
                    <a:cxn ang="0">
                      <a:pos x="90" y="168"/>
                    </a:cxn>
                    <a:cxn ang="0">
                      <a:pos x="107" y="158"/>
                    </a:cxn>
                    <a:cxn ang="0">
                      <a:pos x="121" y="147"/>
                    </a:cxn>
                    <a:cxn ang="0">
                      <a:pos x="134" y="134"/>
                    </a:cxn>
                    <a:cxn ang="0">
                      <a:pos x="146" y="121"/>
                    </a:cxn>
                    <a:cxn ang="0">
                      <a:pos x="158" y="107"/>
                    </a:cxn>
                    <a:cxn ang="0">
                      <a:pos x="167" y="90"/>
                    </a:cxn>
                    <a:cxn ang="0">
                      <a:pos x="175" y="74"/>
                    </a:cxn>
                    <a:cxn ang="0">
                      <a:pos x="182" y="56"/>
                    </a:cxn>
                    <a:cxn ang="0">
                      <a:pos x="186" y="38"/>
                    </a:cxn>
                    <a:cxn ang="0">
                      <a:pos x="189" y="19"/>
                    </a:cxn>
                    <a:cxn ang="0">
                      <a:pos x="190" y="0"/>
                    </a:cxn>
                  </a:cxnLst>
                  <a:rect l="0" t="0" r="r" b="b"/>
                  <a:pathLst>
                    <a:path w="191" h="192">
                      <a:moveTo>
                        <a:pt x="0" y="191"/>
                      </a:moveTo>
                      <a:lnTo>
                        <a:pt x="0" y="191"/>
                      </a:lnTo>
                      <a:lnTo>
                        <a:pt x="0" y="191"/>
                      </a:lnTo>
                      <a:lnTo>
                        <a:pt x="0" y="191"/>
                      </a:lnTo>
                      <a:lnTo>
                        <a:pt x="0" y="191"/>
                      </a:lnTo>
                      <a:lnTo>
                        <a:pt x="0" y="191"/>
                      </a:lnTo>
                      <a:lnTo>
                        <a:pt x="0" y="191"/>
                      </a:lnTo>
                      <a:lnTo>
                        <a:pt x="19" y="190"/>
                      </a:lnTo>
                      <a:lnTo>
                        <a:pt x="38" y="187"/>
                      </a:lnTo>
                      <a:lnTo>
                        <a:pt x="56" y="182"/>
                      </a:lnTo>
                      <a:lnTo>
                        <a:pt x="74" y="175"/>
                      </a:lnTo>
                      <a:lnTo>
                        <a:pt x="90" y="168"/>
                      </a:lnTo>
                      <a:lnTo>
                        <a:pt x="107" y="158"/>
                      </a:lnTo>
                      <a:lnTo>
                        <a:pt x="121" y="147"/>
                      </a:lnTo>
                      <a:lnTo>
                        <a:pt x="134" y="134"/>
                      </a:lnTo>
                      <a:lnTo>
                        <a:pt x="146" y="121"/>
                      </a:lnTo>
                      <a:lnTo>
                        <a:pt x="158" y="107"/>
                      </a:lnTo>
                      <a:lnTo>
                        <a:pt x="167" y="90"/>
                      </a:lnTo>
                      <a:lnTo>
                        <a:pt x="175" y="74"/>
                      </a:lnTo>
                      <a:lnTo>
                        <a:pt x="182" y="56"/>
                      </a:lnTo>
                      <a:lnTo>
                        <a:pt x="186" y="38"/>
                      </a:lnTo>
                      <a:lnTo>
                        <a:pt x="189" y="19"/>
                      </a:lnTo>
                      <a:lnTo>
                        <a:pt x="190" y="0"/>
                      </a:lnTo>
                    </a:path>
                  </a:pathLst>
                </a:custGeom>
                <a:solidFill>
                  <a:schemeClr val="bg1"/>
                </a:solidFill>
                <a:ln w="25400" cap="rnd" cmpd="sng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/>
                <a:lstStyle/>
                <a:p>
                  <a:endParaRPr lang="es-ES_tradnl" noProof="0" dirty="0"/>
                </a:p>
              </p:txBody>
            </p:sp>
            <p:sp>
              <p:nvSpPr>
                <p:cNvPr id="12298" name="Freeform 416">
                  <a:extLst>
                    <a:ext uri="{FF2B5EF4-FFF2-40B4-BE49-F238E27FC236}">
                      <a16:creationId xmlns:a16="http://schemas.microsoft.com/office/drawing/2014/main" id="{ED023F83-D660-EF88-5048-C3E1A829F2E5}"/>
                    </a:ext>
                  </a:extLst>
                </p:cNvPr>
                <p:cNvSpPr>
                  <a:spLocks/>
                </p:cNvSpPr>
                <p:nvPr/>
              </p:nvSpPr>
              <p:spPr bwMode="blackWhite">
                <a:xfrm>
                  <a:off x="4464" y="1200"/>
                  <a:ext cx="239" cy="432"/>
                </a:xfrm>
                <a:custGeom>
                  <a:avLst/>
                  <a:gdLst/>
                  <a:ahLst/>
                  <a:cxnLst>
                    <a:cxn ang="0">
                      <a:pos x="379" y="383"/>
                    </a:cxn>
                    <a:cxn ang="0">
                      <a:pos x="0" y="383"/>
                    </a:cxn>
                    <a:cxn ang="0">
                      <a:pos x="0" y="0"/>
                    </a:cxn>
                    <a:cxn ang="0">
                      <a:pos x="379" y="0"/>
                    </a:cxn>
                  </a:cxnLst>
                  <a:rect l="0" t="0" r="r" b="b"/>
                  <a:pathLst>
                    <a:path w="380" h="384">
                      <a:moveTo>
                        <a:pt x="379" y="383"/>
                      </a:moveTo>
                      <a:lnTo>
                        <a:pt x="0" y="383"/>
                      </a:lnTo>
                      <a:lnTo>
                        <a:pt x="0" y="0"/>
                      </a:lnTo>
                      <a:lnTo>
                        <a:pt x="379" y="0"/>
                      </a:lnTo>
                    </a:path>
                  </a:pathLst>
                </a:custGeom>
                <a:solidFill>
                  <a:schemeClr val="bg1"/>
                </a:solidFill>
                <a:ln w="25400" cap="rnd" cmpd="sng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/>
                <a:lstStyle/>
                <a:p>
                  <a:endParaRPr lang="es-ES_tradnl" noProof="0" dirty="0"/>
                </a:p>
              </p:txBody>
            </p:sp>
            <p:sp>
              <p:nvSpPr>
                <p:cNvPr id="12299" name="Freeform 417">
                  <a:extLst>
                    <a:ext uri="{FF2B5EF4-FFF2-40B4-BE49-F238E27FC236}">
                      <a16:creationId xmlns:a16="http://schemas.microsoft.com/office/drawing/2014/main" id="{5693431A-370E-7E73-D876-CBEB73B06AAA}"/>
                    </a:ext>
                  </a:extLst>
                </p:cNvPr>
                <p:cNvSpPr>
                  <a:spLocks/>
                </p:cNvSpPr>
                <p:nvPr/>
              </p:nvSpPr>
              <p:spPr bwMode="blackWhite">
                <a:xfrm>
                  <a:off x="4703" y="1200"/>
                  <a:ext cx="193" cy="217"/>
                </a:xfrm>
                <a:custGeom>
                  <a:avLst/>
                  <a:gdLst/>
                  <a:ahLst/>
                  <a:cxnLst>
                    <a:cxn ang="0">
                      <a:pos x="190" y="192"/>
                    </a:cxn>
                    <a:cxn ang="0">
                      <a:pos x="190" y="192"/>
                    </a:cxn>
                    <a:cxn ang="0">
                      <a:pos x="189" y="172"/>
                    </a:cxn>
                    <a:cxn ang="0">
                      <a:pos x="186" y="153"/>
                    </a:cxn>
                    <a:cxn ang="0">
                      <a:pos x="182" y="135"/>
                    </a:cxn>
                    <a:cxn ang="0">
                      <a:pos x="175" y="117"/>
                    </a:cxn>
                    <a:cxn ang="0">
                      <a:pos x="167" y="101"/>
                    </a:cxn>
                    <a:cxn ang="0">
                      <a:pos x="158" y="84"/>
                    </a:cxn>
                    <a:cxn ang="0">
                      <a:pos x="146" y="70"/>
                    </a:cxn>
                    <a:cxn ang="0">
                      <a:pos x="134" y="57"/>
                    </a:cxn>
                    <a:cxn ang="0">
                      <a:pos x="121" y="44"/>
                    </a:cxn>
                    <a:cxn ang="0">
                      <a:pos x="107" y="33"/>
                    </a:cxn>
                    <a:cxn ang="0">
                      <a:pos x="90" y="23"/>
                    </a:cxn>
                    <a:cxn ang="0">
                      <a:pos x="74" y="16"/>
                    </a:cxn>
                    <a:cxn ang="0">
                      <a:pos x="56" y="9"/>
                    </a:cxn>
                    <a:cxn ang="0">
                      <a:pos x="38" y="4"/>
                    </a:cxn>
                    <a:cxn ang="0">
                      <a:pos x="19" y="1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 w="191" h="193">
                      <a:moveTo>
                        <a:pt x="190" y="192"/>
                      </a:moveTo>
                      <a:lnTo>
                        <a:pt x="190" y="192"/>
                      </a:lnTo>
                      <a:lnTo>
                        <a:pt x="189" y="172"/>
                      </a:lnTo>
                      <a:lnTo>
                        <a:pt x="186" y="153"/>
                      </a:lnTo>
                      <a:lnTo>
                        <a:pt x="182" y="135"/>
                      </a:lnTo>
                      <a:lnTo>
                        <a:pt x="175" y="117"/>
                      </a:lnTo>
                      <a:lnTo>
                        <a:pt x="167" y="101"/>
                      </a:lnTo>
                      <a:lnTo>
                        <a:pt x="158" y="84"/>
                      </a:lnTo>
                      <a:lnTo>
                        <a:pt x="146" y="70"/>
                      </a:lnTo>
                      <a:lnTo>
                        <a:pt x="134" y="57"/>
                      </a:lnTo>
                      <a:lnTo>
                        <a:pt x="121" y="44"/>
                      </a:lnTo>
                      <a:lnTo>
                        <a:pt x="107" y="33"/>
                      </a:lnTo>
                      <a:lnTo>
                        <a:pt x="90" y="23"/>
                      </a:lnTo>
                      <a:lnTo>
                        <a:pt x="74" y="16"/>
                      </a:lnTo>
                      <a:lnTo>
                        <a:pt x="56" y="9"/>
                      </a:lnTo>
                      <a:lnTo>
                        <a:pt x="38" y="4"/>
                      </a:lnTo>
                      <a:lnTo>
                        <a:pt x="19" y="1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chemeClr val="bg1"/>
                </a:solidFill>
                <a:ln w="25400" cap="rnd" cmpd="sng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/>
                <a:lstStyle/>
                <a:p>
                  <a:endParaRPr lang="es-ES_tradnl" noProof="0" dirty="0"/>
                </a:p>
              </p:txBody>
            </p:sp>
          </p:grpSp>
          <p:grpSp>
            <p:nvGrpSpPr>
              <p:cNvPr id="60" name="Group 436">
                <a:extLst>
                  <a:ext uri="{FF2B5EF4-FFF2-40B4-BE49-F238E27FC236}">
                    <a16:creationId xmlns:a16="http://schemas.microsoft.com/office/drawing/2014/main" id="{79180334-80A2-5257-1949-F159D4163A1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984" y="3048"/>
                <a:ext cx="384" cy="336"/>
                <a:chOff x="4464" y="1200"/>
                <a:chExt cx="432" cy="432"/>
              </a:xfrm>
            </p:grpSpPr>
            <p:sp>
              <p:nvSpPr>
                <p:cNvPr id="12294" name="Freeform 437">
                  <a:extLst>
                    <a:ext uri="{FF2B5EF4-FFF2-40B4-BE49-F238E27FC236}">
                      <a16:creationId xmlns:a16="http://schemas.microsoft.com/office/drawing/2014/main" id="{AB92678D-DB73-5936-083D-45AE66B728F6}"/>
                    </a:ext>
                  </a:extLst>
                </p:cNvPr>
                <p:cNvSpPr>
                  <a:spLocks/>
                </p:cNvSpPr>
                <p:nvPr/>
              </p:nvSpPr>
              <p:spPr bwMode="blackWhite">
                <a:xfrm>
                  <a:off x="4703" y="1416"/>
                  <a:ext cx="193" cy="216"/>
                </a:xfrm>
                <a:custGeom>
                  <a:avLst/>
                  <a:gdLst/>
                  <a:ahLst/>
                  <a:cxnLst>
                    <a:cxn ang="0">
                      <a:pos x="0" y="191"/>
                    </a:cxn>
                    <a:cxn ang="0">
                      <a:pos x="0" y="191"/>
                    </a:cxn>
                    <a:cxn ang="0">
                      <a:pos x="0" y="191"/>
                    </a:cxn>
                    <a:cxn ang="0">
                      <a:pos x="0" y="191"/>
                    </a:cxn>
                    <a:cxn ang="0">
                      <a:pos x="0" y="191"/>
                    </a:cxn>
                    <a:cxn ang="0">
                      <a:pos x="0" y="191"/>
                    </a:cxn>
                    <a:cxn ang="0">
                      <a:pos x="0" y="191"/>
                    </a:cxn>
                    <a:cxn ang="0">
                      <a:pos x="19" y="190"/>
                    </a:cxn>
                    <a:cxn ang="0">
                      <a:pos x="38" y="187"/>
                    </a:cxn>
                    <a:cxn ang="0">
                      <a:pos x="56" y="182"/>
                    </a:cxn>
                    <a:cxn ang="0">
                      <a:pos x="74" y="175"/>
                    </a:cxn>
                    <a:cxn ang="0">
                      <a:pos x="90" y="168"/>
                    </a:cxn>
                    <a:cxn ang="0">
                      <a:pos x="107" y="158"/>
                    </a:cxn>
                    <a:cxn ang="0">
                      <a:pos x="121" y="147"/>
                    </a:cxn>
                    <a:cxn ang="0">
                      <a:pos x="134" y="134"/>
                    </a:cxn>
                    <a:cxn ang="0">
                      <a:pos x="146" y="121"/>
                    </a:cxn>
                    <a:cxn ang="0">
                      <a:pos x="158" y="107"/>
                    </a:cxn>
                    <a:cxn ang="0">
                      <a:pos x="167" y="90"/>
                    </a:cxn>
                    <a:cxn ang="0">
                      <a:pos x="175" y="74"/>
                    </a:cxn>
                    <a:cxn ang="0">
                      <a:pos x="182" y="56"/>
                    </a:cxn>
                    <a:cxn ang="0">
                      <a:pos x="186" y="38"/>
                    </a:cxn>
                    <a:cxn ang="0">
                      <a:pos x="189" y="19"/>
                    </a:cxn>
                    <a:cxn ang="0">
                      <a:pos x="190" y="0"/>
                    </a:cxn>
                  </a:cxnLst>
                  <a:rect l="0" t="0" r="r" b="b"/>
                  <a:pathLst>
                    <a:path w="191" h="192">
                      <a:moveTo>
                        <a:pt x="0" y="191"/>
                      </a:moveTo>
                      <a:lnTo>
                        <a:pt x="0" y="191"/>
                      </a:lnTo>
                      <a:lnTo>
                        <a:pt x="0" y="191"/>
                      </a:lnTo>
                      <a:lnTo>
                        <a:pt x="0" y="191"/>
                      </a:lnTo>
                      <a:lnTo>
                        <a:pt x="0" y="191"/>
                      </a:lnTo>
                      <a:lnTo>
                        <a:pt x="0" y="191"/>
                      </a:lnTo>
                      <a:lnTo>
                        <a:pt x="0" y="191"/>
                      </a:lnTo>
                      <a:lnTo>
                        <a:pt x="19" y="190"/>
                      </a:lnTo>
                      <a:lnTo>
                        <a:pt x="38" y="187"/>
                      </a:lnTo>
                      <a:lnTo>
                        <a:pt x="56" y="182"/>
                      </a:lnTo>
                      <a:lnTo>
                        <a:pt x="74" y="175"/>
                      </a:lnTo>
                      <a:lnTo>
                        <a:pt x="90" y="168"/>
                      </a:lnTo>
                      <a:lnTo>
                        <a:pt x="107" y="158"/>
                      </a:lnTo>
                      <a:lnTo>
                        <a:pt x="121" y="147"/>
                      </a:lnTo>
                      <a:lnTo>
                        <a:pt x="134" y="134"/>
                      </a:lnTo>
                      <a:lnTo>
                        <a:pt x="146" y="121"/>
                      </a:lnTo>
                      <a:lnTo>
                        <a:pt x="158" y="107"/>
                      </a:lnTo>
                      <a:lnTo>
                        <a:pt x="167" y="90"/>
                      </a:lnTo>
                      <a:lnTo>
                        <a:pt x="175" y="74"/>
                      </a:lnTo>
                      <a:lnTo>
                        <a:pt x="182" y="56"/>
                      </a:lnTo>
                      <a:lnTo>
                        <a:pt x="186" y="38"/>
                      </a:lnTo>
                      <a:lnTo>
                        <a:pt x="189" y="19"/>
                      </a:lnTo>
                      <a:lnTo>
                        <a:pt x="190" y="0"/>
                      </a:lnTo>
                    </a:path>
                  </a:pathLst>
                </a:custGeom>
                <a:solidFill>
                  <a:schemeClr val="bg1"/>
                </a:solidFill>
                <a:ln w="25400" cap="rnd" cmpd="sng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/>
                <a:lstStyle/>
                <a:p>
                  <a:endParaRPr lang="es-ES_tradnl" noProof="0" dirty="0"/>
                </a:p>
              </p:txBody>
            </p:sp>
            <p:sp>
              <p:nvSpPr>
                <p:cNvPr id="12295" name="Freeform 438">
                  <a:extLst>
                    <a:ext uri="{FF2B5EF4-FFF2-40B4-BE49-F238E27FC236}">
                      <a16:creationId xmlns:a16="http://schemas.microsoft.com/office/drawing/2014/main" id="{53156BCD-9876-E098-35F0-DDDA5BBCC07C}"/>
                    </a:ext>
                  </a:extLst>
                </p:cNvPr>
                <p:cNvSpPr>
                  <a:spLocks/>
                </p:cNvSpPr>
                <p:nvPr/>
              </p:nvSpPr>
              <p:spPr bwMode="blackWhite">
                <a:xfrm>
                  <a:off x="4464" y="1200"/>
                  <a:ext cx="239" cy="432"/>
                </a:xfrm>
                <a:custGeom>
                  <a:avLst/>
                  <a:gdLst/>
                  <a:ahLst/>
                  <a:cxnLst>
                    <a:cxn ang="0">
                      <a:pos x="379" y="383"/>
                    </a:cxn>
                    <a:cxn ang="0">
                      <a:pos x="0" y="383"/>
                    </a:cxn>
                    <a:cxn ang="0">
                      <a:pos x="0" y="0"/>
                    </a:cxn>
                    <a:cxn ang="0">
                      <a:pos x="379" y="0"/>
                    </a:cxn>
                  </a:cxnLst>
                  <a:rect l="0" t="0" r="r" b="b"/>
                  <a:pathLst>
                    <a:path w="380" h="384">
                      <a:moveTo>
                        <a:pt x="379" y="383"/>
                      </a:moveTo>
                      <a:lnTo>
                        <a:pt x="0" y="383"/>
                      </a:lnTo>
                      <a:lnTo>
                        <a:pt x="0" y="0"/>
                      </a:lnTo>
                      <a:lnTo>
                        <a:pt x="379" y="0"/>
                      </a:lnTo>
                    </a:path>
                  </a:pathLst>
                </a:custGeom>
                <a:solidFill>
                  <a:schemeClr val="bg1"/>
                </a:solidFill>
                <a:ln w="25400" cap="rnd" cmpd="sng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/>
                <a:lstStyle/>
                <a:p>
                  <a:endParaRPr lang="es-ES_tradnl" noProof="0" dirty="0"/>
                </a:p>
              </p:txBody>
            </p:sp>
            <p:sp>
              <p:nvSpPr>
                <p:cNvPr id="12296" name="Freeform 439">
                  <a:extLst>
                    <a:ext uri="{FF2B5EF4-FFF2-40B4-BE49-F238E27FC236}">
                      <a16:creationId xmlns:a16="http://schemas.microsoft.com/office/drawing/2014/main" id="{F8458C32-D71B-C217-8797-7FD692DED7E5}"/>
                    </a:ext>
                  </a:extLst>
                </p:cNvPr>
                <p:cNvSpPr>
                  <a:spLocks/>
                </p:cNvSpPr>
                <p:nvPr/>
              </p:nvSpPr>
              <p:spPr bwMode="blackWhite">
                <a:xfrm>
                  <a:off x="4703" y="1200"/>
                  <a:ext cx="193" cy="217"/>
                </a:xfrm>
                <a:custGeom>
                  <a:avLst/>
                  <a:gdLst/>
                  <a:ahLst/>
                  <a:cxnLst>
                    <a:cxn ang="0">
                      <a:pos x="190" y="192"/>
                    </a:cxn>
                    <a:cxn ang="0">
                      <a:pos x="190" y="192"/>
                    </a:cxn>
                    <a:cxn ang="0">
                      <a:pos x="189" y="172"/>
                    </a:cxn>
                    <a:cxn ang="0">
                      <a:pos x="186" y="153"/>
                    </a:cxn>
                    <a:cxn ang="0">
                      <a:pos x="182" y="135"/>
                    </a:cxn>
                    <a:cxn ang="0">
                      <a:pos x="175" y="117"/>
                    </a:cxn>
                    <a:cxn ang="0">
                      <a:pos x="167" y="101"/>
                    </a:cxn>
                    <a:cxn ang="0">
                      <a:pos x="158" y="84"/>
                    </a:cxn>
                    <a:cxn ang="0">
                      <a:pos x="146" y="70"/>
                    </a:cxn>
                    <a:cxn ang="0">
                      <a:pos x="134" y="57"/>
                    </a:cxn>
                    <a:cxn ang="0">
                      <a:pos x="121" y="44"/>
                    </a:cxn>
                    <a:cxn ang="0">
                      <a:pos x="107" y="33"/>
                    </a:cxn>
                    <a:cxn ang="0">
                      <a:pos x="90" y="23"/>
                    </a:cxn>
                    <a:cxn ang="0">
                      <a:pos x="74" y="16"/>
                    </a:cxn>
                    <a:cxn ang="0">
                      <a:pos x="56" y="9"/>
                    </a:cxn>
                    <a:cxn ang="0">
                      <a:pos x="38" y="4"/>
                    </a:cxn>
                    <a:cxn ang="0">
                      <a:pos x="19" y="1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 w="191" h="193">
                      <a:moveTo>
                        <a:pt x="190" y="192"/>
                      </a:moveTo>
                      <a:lnTo>
                        <a:pt x="190" y="192"/>
                      </a:lnTo>
                      <a:lnTo>
                        <a:pt x="189" y="172"/>
                      </a:lnTo>
                      <a:lnTo>
                        <a:pt x="186" y="153"/>
                      </a:lnTo>
                      <a:lnTo>
                        <a:pt x="182" y="135"/>
                      </a:lnTo>
                      <a:lnTo>
                        <a:pt x="175" y="117"/>
                      </a:lnTo>
                      <a:lnTo>
                        <a:pt x="167" y="101"/>
                      </a:lnTo>
                      <a:lnTo>
                        <a:pt x="158" y="84"/>
                      </a:lnTo>
                      <a:lnTo>
                        <a:pt x="146" y="70"/>
                      </a:lnTo>
                      <a:lnTo>
                        <a:pt x="134" y="57"/>
                      </a:lnTo>
                      <a:lnTo>
                        <a:pt x="121" y="44"/>
                      </a:lnTo>
                      <a:lnTo>
                        <a:pt x="107" y="33"/>
                      </a:lnTo>
                      <a:lnTo>
                        <a:pt x="90" y="23"/>
                      </a:lnTo>
                      <a:lnTo>
                        <a:pt x="74" y="16"/>
                      </a:lnTo>
                      <a:lnTo>
                        <a:pt x="56" y="9"/>
                      </a:lnTo>
                      <a:lnTo>
                        <a:pt x="38" y="4"/>
                      </a:lnTo>
                      <a:lnTo>
                        <a:pt x="19" y="1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chemeClr val="bg1"/>
                </a:solidFill>
                <a:ln w="25400" cap="rnd" cmpd="sng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/>
                <a:lstStyle/>
                <a:p>
                  <a:endParaRPr lang="es-ES_tradnl" noProof="0" dirty="0"/>
                </a:p>
              </p:txBody>
            </p:sp>
          </p:grpSp>
          <p:grpSp>
            <p:nvGrpSpPr>
              <p:cNvPr id="61" name="Group 440">
                <a:extLst>
                  <a:ext uri="{FF2B5EF4-FFF2-40B4-BE49-F238E27FC236}">
                    <a16:creationId xmlns:a16="http://schemas.microsoft.com/office/drawing/2014/main" id="{995CEBCF-C3CA-F00E-3C86-F73563CA7B6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984" y="3432"/>
                <a:ext cx="384" cy="336"/>
                <a:chOff x="4464" y="1200"/>
                <a:chExt cx="432" cy="432"/>
              </a:xfrm>
            </p:grpSpPr>
            <p:sp>
              <p:nvSpPr>
                <p:cNvPr id="12291" name="Freeform 441">
                  <a:extLst>
                    <a:ext uri="{FF2B5EF4-FFF2-40B4-BE49-F238E27FC236}">
                      <a16:creationId xmlns:a16="http://schemas.microsoft.com/office/drawing/2014/main" id="{C1454B5B-B942-3793-2BB2-3D6A1882C988}"/>
                    </a:ext>
                  </a:extLst>
                </p:cNvPr>
                <p:cNvSpPr>
                  <a:spLocks/>
                </p:cNvSpPr>
                <p:nvPr/>
              </p:nvSpPr>
              <p:spPr bwMode="blackWhite">
                <a:xfrm>
                  <a:off x="4703" y="1416"/>
                  <a:ext cx="193" cy="216"/>
                </a:xfrm>
                <a:custGeom>
                  <a:avLst/>
                  <a:gdLst/>
                  <a:ahLst/>
                  <a:cxnLst>
                    <a:cxn ang="0">
                      <a:pos x="0" y="191"/>
                    </a:cxn>
                    <a:cxn ang="0">
                      <a:pos x="0" y="191"/>
                    </a:cxn>
                    <a:cxn ang="0">
                      <a:pos x="0" y="191"/>
                    </a:cxn>
                    <a:cxn ang="0">
                      <a:pos x="0" y="191"/>
                    </a:cxn>
                    <a:cxn ang="0">
                      <a:pos x="0" y="191"/>
                    </a:cxn>
                    <a:cxn ang="0">
                      <a:pos x="0" y="191"/>
                    </a:cxn>
                    <a:cxn ang="0">
                      <a:pos x="0" y="191"/>
                    </a:cxn>
                    <a:cxn ang="0">
                      <a:pos x="19" y="190"/>
                    </a:cxn>
                    <a:cxn ang="0">
                      <a:pos x="38" y="187"/>
                    </a:cxn>
                    <a:cxn ang="0">
                      <a:pos x="56" y="182"/>
                    </a:cxn>
                    <a:cxn ang="0">
                      <a:pos x="74" y="175"/>
                    </a:cxn>
                    <a:cxn ang="0">
                      <a:pos x="90" y="168"/>
                    </a:cxn>
                    <a:cxn ang="0">
                      <a:pos x="107" y="158"/>
                    </a:cxn>
                    <a:cxn ang="0">
                      <a:pos x="121" y="147"/>
                    </a:cxn>
                    <a:cxn ang="0">
                      <a:pos x="134" y="134"/>
                    </a:cxn>
                    <a:cxn ang="0">
                      <a:pos x="146" y="121"/>
                    </a:cxn>
                    <a:cxn ang="0">
                      <a:pos x="158" y="107"/>
                    </a:cxn>
                    <a:cxn ang="0">
                      <a:pos x="167" y="90"/>
                    </a:cxn>
                    <a:cxn ang="0">
                      <a:pos x="175" y="74"/>
                    </a:cxn>
                    <a:cxn ang="0">
                      <a:pos x="182" y="56"/>
                    </a:cxn>
                    <a:cxn ang="0">
                      <a:pos x="186" y="38"/>
                    </a:cxn>
                    <a:cxn ang="0">
                      <a:pos x="189" y="19"/>
                    </a:cxn>
                    <a:cxn ang="0">
                      <a:pos x="190" y="0"/>
                    </a:cxn>
                  </a:cxnLst>
                  <a:rect l="0" t="0" r="r" b="b"/>
                  <a:pathLst>
                    <a:path w="191" h="192">
                      <a:moveTo>
                        <a:pt x="0" y="191"/>
                      </a:moveTo>
                      <a:lnTo>
                        <a:pt x="0" y="191"/>
                      </a:lnTo>
                      <a:lnTo>
                        <a:pt x="0" y="191"/>
                      </a:lnTo>
                      <a:lnTo>
                        <a:pt x="0" y="191"/>
                      </a:lnTo>
                      <a:lnTo>
                        <a:pt x="0" y="191"/>
                      </a:lnTo>
                      <a:lnTo>
                        <a:pt x="0" y="191"/>
                      </a:lnTo>
                      <a:lnTo>
                        <a:pt x="0" y="191"/>
                      </a:lnTo>
                      <a:lnTo>
                        <a:pt x="19" y="190"/>
                      </a:lnTo>
                      <a:lnTo>
                        <a:pt x="38" y="187"/>
                      </a:lnTo>
                      <a:lnTo>
                        <a:pt x="56" y="182"/>
                      </a:lnTo>
                      <a:lnTo>
                        <a:pt x="74" y="175"/>
                      </a:lnTo>
                      <a:lnTo>
                        <a:pt x="90" y="168"/>
                      </a:lnTo>
                      <a:lnTo>
                        <a:pt x="107" y="158"/>
                      </a:lnTo>
                      <a:lnTo>
                        <a:pt x="121" y="147"/>
                      </a:lnTo>
                      <a:lnTo>
                        <a:pt x="134" y="134"/>
                      </a:lnTo>
                      <a:lnTo>
                        <a:pt x="146" y="121"/>
                      </a:lnTo>
                      <a:lnTo>
                        <a:pt x="158" y="107"/>
                      </a:lnTo>
                      <a:lnTo>
                        <a:pt x="167" y="90"/>
                      </a:lnTo>
                      <a:lnTo>
                        <a:pt x="175" y="74"/>
                      </a:lnTo>
                      <a:lnTo>
                        <a:pt x="182" y="56"/>
                      </a:lnTo>
                      <a:lnTo>
                        <a:pt x="186" y="38"/>
                      </a:lnTo>
                      <a:lnTo>
                        <a:pt x="189" y="19"/>
                      </a:lnTo>
                      <a:lnTo>
                        <a:pt x="190" y="0"/>
                      </a:lnTo>
                    </a:path>
                  </a:pathLst>
                </a:custGeom>
                <a:solidFill>
                  <a:schemeClr val="bg1"/>
                </a:solidFill>
                <a:ln w="25400" cap="rnd" cmpd="sng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/>
                <a:lstStyle/>
                <a:p>
                  <a:endParaRPr lang="es-ES_tradnl" noProof="0" dirty="0"/>
                </a:p>
              </p:txBody>
            </p:sp>
            <p:sp>
              <p:nvSpPr>
                <p:cNvPr id="12292" name="Freeform 442">
                  <a:extLst>
                    <a:ext uri="{FF2B5EF4-FFF2-40B4-BE49-F238E27FC236}">
                      <a16:creationId xmlns:a16="http://schemas.microsoft.com/office/drawing/2014/main" id="{60AE6E8F-888B-E035-9919-5DD8FBBDC5E5}"/>
                    </a:ext>
                  </a:extLst>
                </p:cNvPr>
                <p:cNvSpPr>
                  <a:spLocks/>
                </p:cNvSpPr>
                <p:nvPr/>
              </p:nvSpPr>
              <p:spPr bwMode="blackWhite">
                <a:xfrm>
                  <a:off x="4464" y="1200"/>
                  <a:ext cx="239" cy="432"/>
                </a:xfrm>
                <a:custGeom>
                  <a:avLst/>
                  <a:gdLst/>
                  <a:ahLst/>
                  <a:cxnLst>
                    <a:cxn ang="0">
                      <a:pos x="379" y="383"/>
                    </a:cxn>
                    <a:cxn ang="0">
                      <a:pos x="0" y="383"/>
                    </a:cxn>
                    <a:cxn ang="0">
                      <a:pos x="0" y="0"/>
                    </a:cxn>
                    <a:cxn ang="0">
                      <a:pos x="379" y="0"/>
                    </a:cxn>
                  </a:cxnLst>
                  <a:rect l="0" t="0" r="r" b="b"/>
                  <a:pathLst>
                    <a:path w="380" h="384">
                      <a:moveTo>
                        <a:pt x="379" y="383"/>
                      </a:moveTo>
                      <a:lnTo>
                        <a:pt x="0" y="383"/>
                      </a:lnTo>
                      <a:lnTo>
                        <a:pt x="0" y="0"/>
                      </a:lnTo>
                      <a:lnTo>
                        <a:pt x="379" y="0"/>
                      </a:lnTo>
                    </a:path>
                  </a:pathLst>
                </a:custGeom>
                <a:solidFill>
                  <a:schemeClr val="bg1"/>
                </a:solidFill>
                <a:ln w="25400" cap="rnd" cmpd="sng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/>
                <a:lstStyle/>
                <a:p>
                  <a:endParaRPr lang="es-ES_tradnl" noProof="0" dirty="0"/>
                </a:p>
              </p:txBody>
            </p:sp>
            <p:sp>
              <p:nvSpPr>
                <p:cNvPr id="12293" name="Freeform 443">
                  <a:extLst>
                    <a:ext uri="{FF2B5EF4-FFF2-40B4-BE49-F238E27FC236}">
                      <a16:creationId xmlns:a16="http://schemas.microsoft.com/office/drawing/2014/main" id="{70126352-C507-8C60-DF18-DB3DEAA94F0E}"/>
                    </a:ext>
                  </a:extLst>
                </p:cNvPr>
                <p:cNvSpPr>
                  <a:spLocks/>
                </p:cNvSpPr>
                <p:nvPr/>
              </p:nvSpPr>
              <p:spPr bwMode="blackWhite">
                <a:xfrm>
                  <a:off x="4703" y="1200"/>
                  <a:ext cx="193" cy="217"/>
                </a:xfrm>
                <a:custGeom>
                  <a:avLst/>
                  <a:gdLst/>
                  <a:ahLst/>
                  <a:cxnLst>
                    <a:cxn ang="0">
                      <a:pos x="190" y="192"/>
                    </a:cxn>
                    <a:cxn ang="0">
                      <a:pos x="190" y="192"/>
                    </a:cxn>
                    <a:cxn ang="0">
                      <a:pos x="189" y="172"/>
                    </a:cxn>
                    <a:cxn ang="0">
                      <a:pos x="186" y="153"/>
                    </a:cxn>
                    <a:cxn ang="0">
                      <a:pos x="182" y="135"/>
                    </a:cxn>
                    <a:cxn ang="0">
                      <a:pos x="175" y="117"/>
                    </a:cxn>
                    <a:cxn ang="0">
                      <a:pos x="167" y="101"/>
                    </a:cxn>
                    <a:cxn ang="0">
                      <a:pos x="158" y="84"/>
                    </a:cxn>
                    <a:cxn ang="0">
                      <a:pos x="146" y="70"/>
                    </a:cxn>
                    <a:cxn ang="0">
                      <a:pos x="134" y="57"/>
                    </a:cxn>
                    <a:cxn ang="0">
                      <a:pos x="121" y="44"/>
                    </a:cxn>
                    <a:cxn ang="0">
                      <a:pos x="107" y="33"/>
                    </a:cxn>
                    <a:cxn ang="0">
                      <a:pos x="90" y="23"/>
                    </a:cxn>
                    <a:cxn ang="0">
                      <a:pos x="74" y="16"/>
                    </a:cxn>
                    <a:cxn ang="0">
                      <a:pos x="56" y="9"/>
                    </a:cxn>
                    <a:cxn ang="0">
                      <a:pos x="38" y="4"/>
                    </a:cxn>
                    <a:cxn ang="0">
                      <a:pos x="19" y="1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 w="191" h="193">
                      <a:moveTo>
                        <a:pt x="190" y="192"/>
                      </a:moveTo>
                      <a:lnTo>
                        <a:pt x="190" y="192"/>
                      </a:lnTo>
                      <a:lnTo>
                        <a:pt x="189" y="172"/>
                      </a:lnTo>
                      <a:lnTo>
                        <a:pt x="186" y="153"/>
                      </a:lnTo>
                      <a:lnTo>
                        <a:pt x="182" y="135"/>
                      </a:lnTo>
                      <a:lnTo>
                        <a:pt x="175" y="117"/>
                      </a:lnTo>
                      <a:lnTo>
                        <a:pt x="167" y="101"/>
                      </a:lnTo>
                      <a:lnTo>
                        <a:pt x="158" y="84"/>
                      </a:lnTo>
                      <a:lnTo>
                        <a:pt x="146" y="70"/>
                      </a:lnTo>
                      <a:lnTo>
                        <a:pt x="134" y="57"/>
                      </a:lnTo>
                      <a:lnTo>
                        <a:pt x="121" y="44"/>
                      </a:lnTo>
                      <a:lnTo>
                        <a:pt x="107" y="33"/>
                      </a:lnTo>
                      <a:lnTo>
                        <a:pt x="90" y="23"/>
                      </a:lnTo>
                      <a:lnTo>
                        <a:pt x="74" y="16"/>
                      </a:lnTo>
                      <a:lnTo>
                        <a:pt x="56" y="9"/>
                      </a:lnTo>
                      <a:lnTo>
                        <a:pt x="38" y="4"/>
                      </a:lnTo>
                      <a:lnTo>
                        <a:pt x="19" y="1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chemeClr val="bg1"/>
                </a:solidFill>
                <a:ln w="25400" cap="rnd" cmpd="sng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/>
                <a:lstStyle/>
                <a:p>
                  <a:endParaRPr lang="es-ES_tradnl" noProof="0" dirty="0"/>
                </a:p>
              </p:txBody>
            </p:sp>
          </p:grpSp>
          <p:grpSp>
            <p:nvGrpSpPr>
              <p:cNvPr id="62" name="Group 454">
                <a:extLst>
                  <a:ext uri="{FF2B5EF4-FFF2-40B4-BE49-F238E27FC236}">
                    <a16:creationId xmlns:a16="http://schemas.microsoft.com/office/drawing/2014/main" id="{D3EFFA74-405D-A8BF-5E54-86A19F01C85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984" y="2664"/>
                <a:ext cx="384" cy="336"/>
                <a:chOff x="4464" y="1200"/>
                <a:chExt cx="432" cy="432"/>
              </a:xfrm>
            </p:grpSpPr>
            <p:sp>
              <p:nvSpPr>
                <p:cNvPr id="63" name="Freeform 455">
                  <a:extLst>
                    <a:ext uri="{FF2B5EF4-FFF2-40B4-BE49-F238E27FC236}">
                      <a16:creationId xmlns:a16="http://schemas.microsoft.com/office/drawing/2014/main" id="{99EEDF24-DD4E-C103-6B32-9BA85F0E1AF2}"/>
                    </a:ext>
                  </a:extLst>
                </p:cNvPr>
                <p:cNvSpPr>
                  <a:spLocks/>
                </p:cNvSpPr>
                <p:nvPr/>
              </p:nvSpPr>
              <p:spPr bwMode="blackWhite">
                <a:xfrm>
                  <a:off x="4703" y="1416"/>
                  <a:ext cx="193" cy="216"/>
                </a:xfrm>
                <a:custGeom>
                  <a:avLst/>
                  <a:gdLst/>
                  <a:ahLst/>
                  <a:cxnLst>
                    <a:cxn ang="0">
                      <a:pos x="0" y="191"/>
                    </a:cxn>
                    <a:cxn ang="0">
                      <a:pos x="0" y="191"/>
                    </a:cxn>
                    <a:cxn ang="0">
                      <a:pos x="0" y="191"/>
                    </a:cxn>
                    <a:cxn ang="0">
                      <a:pos x="0" y="191"/>
                    </a:cxn>
                    <a:cxn ang="0">
                      <a:pos x="0" y="191"/>
                    </a:cxn>
                    <a:cxn ang="0">
                      <a:pos x="0" y="191"/>
                    </a:cxn>
                    <a:cxn ang="0">
                      <a:pos x="0" y="191"/>
                    </a:cxn>
                    <a:cxn ang="0">
                      <a:pos x="19" y="190"/>
                    </a:cxn>
                    <a:cxn ang="0">
                      <a:pos x="38" y="187"/>
                    </a:cxn>
                    <a:cxn ang="0">
                      <a:pos x="56" y="182"/>
                    </a:cxn>
                    <a:cxn ang="0">
                      <a:pos x="74" y="175"/>
                    </a:cxn>
                    <a:cxn ang="0">
                      <a:pos x="90" y="168"/>
                    </a:cxn>
                    <a:cxn ang="0">
                      <a:pos x="107" y="158"/>
                    </a:cxn>
                    <a:cxn ang="0">
                      <a:pos x="121" y="147"/>
                    </a:cxn>
                    <a:cxn ang="0">
                      <a:pos x="134" y="134"/>
                    </a:cxn>
                    <a:cxn ang="0">
                      <a:pos x="146" y="121"/>
                    </a:cxn>
                    <a:cxn ang="0">
                      <a:pos x="158" y="107"/>
                    </a:cxn>
                    <a:cxn ang="0">
                      <a:pos x="167" y="90"/>
                    </a:cxn>
                    <a:cxn ang="0">
                      <a:pos x="175" y="74"/>
                    </a:cxn>
                    <a:cxn ang="0">
                      <a:pos x="182" y="56"/>
                    </a:cxn>
                    <a:cxn ang="0">
                      <a:pos x="186" y="38"/>
                    </a:cxn>
                    <a:cxn ang="0">
                      <a:pos x="189" y="19"/>
                    </a:cxn>
                    <a:cxn ang="0">
                      <a:pos x="190" y="0"/>
                    </a:cxn>
                  </a:cxnLst>
                  <a:rect l="0" t="0" r="r" b="b"/>
                  <a:pathLst>
                    <a:path w="191" h="192">
                      <a:moveTo>
                        <a:pt x="0" y="191"/>
                      </a:moveTo>
                      <a:lnTo>
                        <a:pt x="0" y="191"/>
                      </a:lnTo>
                      <a:lnTo>
                        <a:pt x="0" y="191"/>
                      </a:lnTo>
                      <a:lnTo>
                        <a:pt x="0" y="191"/>
                      </a:lnTo>
                      <a:lnTo>
                        <a:pt x="0" y="191"/>
                      </a:lnTo>
                      <a:lnTo>
                        <a:pt x="0" y="191"/>
                      </a:lnTo>
                      <a:lnTo>
                        <a:pt x="0" y="191"/>
                      </a:lnTo>
                      <a:lnTo>
                        <a:pt x="19" y="190"/>
                      </a:lnTo>
                      <a:lnTo>
                        <a:pt x="38" y="187"/>
                      </a:lnTo>
                      <a:lnTo>
                        <a:pt x="56" y="182"/>
                      </a:lnTo>
                      <a:lnTo>
                        <a:pt x="74" y="175"/>
                      </a:lnTo>
                      <a:lnTo>
                        <a:pt x="90" y="168"/>
                      </a:lnTo>
                      <a:lnTo>
                        <a:pt x="107" y="158"/>
                      </a:lnTo>
                      <a:lnTo>
                        <a:pt x="121" y="147"/>
                      </a:lnTo>
                      <a:lnTo>
                        <a:pt x="134" y="134"/>
                      </a:lnTo>
                      <a:lnTo>
                        <a:pt x="146" y="121"/>
                      </a:lnTo>
                      <a:lnTo>
                        <a:pt x="158" y="107"/>
                      </a:lnTo>
                      <a:lnTo>
                        <a:pt x="167" y="90"/>
                      </a:lnTo>
                      <a:lnTo>
                        <a:pt x="175" y="74"/>
                      </a:lnTo>
                      <a:lnTo>
                        <a:pt x="182" y="56"/>
                      </a:lnTo>
                      <a:lnTo>
                        <a:pt x="186" y="38"/>
                      </a:lnTo>
                      <a:lnTo>
                        <a:pt x="189" y="19"/>
                      </a:lnTo>
                      <a:lnTo>
                        <a:pt x="190" y="0"/>
                      </a:lnTo>
                    </a:path>
                  </a:pathLst>
                </a:custGeom>
                <a:solidFill>
                  <a:schemeClr val="bg1"/>
                </a:solidFill>
                <a:ln w="25400" cap="rnd" cmpd="sng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/>
                <a:lstStyle/>
                <a:p>
                  <a:endParaRPr lang="es-ES_tradnl" noProof="0" dirty="0"/>
                </a:p>
              </p:txBody>
            </p:sp>
            <p:sp>
              <p:nvSpPr>
                <p:cNvPr id="12288" name="Freeform 456">
                  <a:extLst>
                    <a:ext uri="{FF2B5EF4-FFF2-40B4-BE49-F238E27FC236}">
                      <a16:creationId xmlns:a16="http://schemas.microsoft.com/office/drawing/2014/main" id="{C94C54CE-FAB4-62D1-024E-3B19642F003E}"/>
                    </a:ext>
                  </a:extLst>
                </p:cNvPr>
                <p:cNvSpPr>
                  <a:spLocks/>
                </p:cNvSpPr>
                <p:nvPr/>
              </p:nvSpPr>
              <p:spPr bwMode="blackWhite">
                <a:xfrm>
                  <a:off x="4464" y="1200"/>
                  <a:ext cx="239" cy="432"/>
                </a:xfrm>
                <a:custGeom>
                  <a:avLst/>
                  <a:gdLst/>
                  <a:ahLst/>
                  <a:cxnLst>
                    <a:cxn ang="0">
                      <a:pos x="379" y="383"/>
                    </a:cxn>
                    <a:cxn ang="0">
                      <a:pos x="0" y="383"/>
                    </a:cxn>
                    <a:cxn ang="0">
                      <a:pos x="0" y="0"/>
                    </a:cxn>
                    <a:cxn ang="0">
                      <a:pos x="379" y="0"/>
                    </a:cxn>
                  </a:cxnLst>
                  <a:rect l="0" t="0" r="r" b="b"/>
                  <a:pathLst>
                    <a:path w="380" h="384">
                      <a:moveTo>
                        <a:pt x="379" y="383"/>
                      </a:moveTo>
                      <a:lnTo>
                        <a:pt x="0" y="383"/>
                      </a:lnTo>
                      <a:lnTo>
                        <a:pt x="0" y="0"/>
                      </a:lnTo>
                      <a:lnTo>
                        <a:pt x="379" y="0"/>
                      </a:lnTo>
                    </a:path>
                  </a:pathLst>
                </a:custGeom>
                <a:solidFill>
                  <a:schemeClr val="bg1"/>
                </a:solidFill>
                <a:ln w="25400" cap="rnd" cmpd="sng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/>
                <a:lstStyle/>
                <a:p>
                  <a:endParaRPr lang="es-ES_tradnl" noProof="0" dirty="0"/>
                </a:p>
              </p:txBody>
            </p:sp>
            <p:sp>
              <p:nvSpPr>
                <p:cNvPr id="12289" name="Freeform 457">
                  <a:extLst>
                    <a:ext uri="{FF2B5EF4-FFF2-40B4-BE49-F238E27FC236}">
                      <a16:creationId xmlns:a16="http://schemas.microsoft.com/office/drawing/2014/main" id="{0D894A99-7AA7-1E95-F074-E9558C5B60D0}"/>
                    </a:ext>
                  </a:extLst>
                </p:cNvPr>
                <p:cNvSpPr>
                  <a:spLocks/>
                </p:cNvSpPr>
                <p:nvPr/>
              </p:nvSpPr>
              <p:spPr bwMode="blackWhite">
                <a:xfrm>
                  <a:off x="4703" y="1200"/>
                  <a:ext cx="193" cy="217"/>
                </a:xfrm>
                <a:custGeom>
                  <a:avLst/>
                  <a:gdLst/>
                  <a:ahLst/>
                  <a:cxnLst>
                    <a:cxn ang="0">
                      <a:pos x="190" y="192"/>
                    </a:cxn>
                    <a:cxn ang="0">
                      <a:pos x="190" y="192"/>
                    </a:cxn>
                    <a:cxn ang="0">
                      <a:pos x="189" y="172"/>
                    </a:cxn>
                    <a:cxn ang="0">
                      <a:pos x="186" y="153"/>
                    </a:cxn>
                    <a:cxn ang="0">
                      <a:pos x="182" y="135"/>
                    </a:cxn>
                    <a:cxn ang="0">
                      <a:pos x="175" y="117"/>
                    </a:cxn>
                    <a:cxn ang="0">
                      <a:pos x="167" y="101"/>
                    </a:cxn>
                    <a:cxn ang="0">
                      <a:pos x="158" y="84"/>
                    </a:cxn>
                    <a:cxn ang="0">
                      <a:pos x="146" y="70"/>
                    </a:cxn>
                    <a:cxn ang="0">
                      <a:pos x="134" y="57"/>
                    </a:cxn>
                    <a:cxn ang="0">
                      <a:pos x="121" y="44"/>
                    </a:cxn>
                    <a:cxn ang="0">
                      <a:pos x="107" y="33"/>
                    </a:cxn>
                    <a:cxn ang="0">
                      <a:pos x="90" y="23"/>
                    </a:cxn>
                    <a:cxn ang="0">
                      <a:pos x="74" y="16"/>
                    </a:cxn>
                    <a:cxn ang="0">
                      <a:pos x="56" y="9"/>
                    </a:cxn>
                    <a:cxn ang="0">
                      <a:pos x="38" y="4"/>
                    </a:cxn>
                    <a:cxn ang="0">
                      <a:pos x="19" y="1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 w="191" h="193">
                      <a:moveTo>
                        <a:pt x="190" y="192"/>
                      </a:moveTo>
                      <a:lnTo>
                        <a:pt x="190" y="192"/>
                      </a:lnTo>
                      <a:lnTo>
                        <a:pt x="189" y="172"/>
                      </a:lnTo>
                      <a:lnTo>
                        <a:pt x="186" y="153"/>
                      </a:lnTo>
                      <a:lnTo>
                        <a:pt x="182" y="135"/>
                      </a:lnTo>
                      <a:lnTo>
                        <a:pt x="175" y="117"/>
                      </a:lnTo>
                      <a:lnTo>
                        <a:pt x="167" y="101"/>
                      </a:lnTo>
                      <a:lnTo>
                        <a:pt x="158" y="84"/>
                      </a:lnTo>
                      <a:lnTo>
                        <a:pt x="146" y="70"/>
                      </a:lnTo>
                      <a:lnTo>
                        <a:pt x="134" y="57"/>
                      </a:lnTo>
                      <a:lnTo>
                        <a:pt x="121" y="44"/>
                      </a:lnTo>
                      <a:lnTo>
                        <a:pt x="107" y="33"/>
                      </a:lnTo>
                      <a:lnTo>
                        <a:pt x="90" y="23"/>
                      </a:lnTo>
                      <a:lnTo>
                        <a:pt x="74" y="16"/>
                      </a:lnTo>
                      <a:lnTo>
                        <a:pt x="56" y="9"/>
                      </a:lnTo>
                      <a:lnTo>
                        <a:pt x="38" y="4"/>
                      </a:lnTo>
                      <a:lnTo>
                        <a:pt x="19" y="1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chemeClr val="bg1"/>
                </a:solidFill>
                <a:ln w="25400" cap="rnd" cmpd="sng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/>
                <a:lstStyle/>
                <a:p>
                  <a:endParaRPr lang="es-ES_tradnl" noProof="0" dirty="0"/>
                </a:p>
              </p:txBody>
            </p:sp>
          </p:grpSp>
        </p:grpSp>
        <p:sp>
          <p:nvSpPr>
            <p:cNvPr id="17" name="Freeform 467">
              <a:extLst>
                <a:ext uri="{FF2B5EF4-FFF2-40B4-BE49-F238E27FC236}">
                  <a16:creationId xmlns:a16="http://schemas.microsoft.com/office/drawing/2014/main" id="{9FF7A3C1-6921-05BA-4E0D-FB0243E34B5C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6934200" y="4838700"/>
              <a:ext cx="838200" cy="457200"/>
            </a:xfrm>
            <a:custGeom>
              <a:avLst/>
              <a:gdLst/>
              <a:ahLst/>
              <a:cxnLst>
                <a:cxn ang="0">
                  <a:pos x="0" y="192"/>
                </a:cxn>
                <a:cxn ang="0">
                  <a:pos x="240" y="192"/>
                </a:cxn>
                <a:cxn ang="0">
                  <a:pos x="240" y="0"/>
                </a:cxn>
                <a:cxn ang="0">
                  <a:pos x="528" y="0"/>
                </a:cxn>
              </a:cxnLst>
              <a:rect l="0" t="0" r="r" b="b"/>
              <a:pathLst>
                <a:path w="528" h="192">
                  <a:moveTo>
                    <a:pt x="0" y="192"/>
                  </a:moveTo>
                  <a:lnTo>
                    <a:pt x="240" y="192"/>
                  </a:lnTo>
                  <a:lnTo>
                    <a:pt x="240" y="0"/>
                  </a:lnTo>
                  <a:lnTo>
                    <a:pt x="528" y="0"/>
                  </a:lnTo>
                </a:path>
              </a:pathLst>
            </a:custGeom>
            <a:noFill/>
            <a:ln w="19050" cap="flat" cmpd="sng">
              <a:solidFill>
                <a:schemeClr val="tx2"/>
              </a:solidFill>
              <a:prstDash val="solid"/>
              <a:round/>
              <a:headEnd/>
              <a:tailEnd/>
            </a:ln>
            <a:effectLst/>
          </p:spPr>
          <p:txBody>
            <a:bodyPr anchor="ctr"/>
            <a:lstStyle/>
            <a:p>
              <a:endParaRPr lang="es-ES_tradnl" noProof="0" dirty="0"/>
            </a:p>
          </p:txBody>
        </p:sp>
        <p:sp>
          <p:nvSpPr>
            <p:cNvPr id="18" name="Line 470">
              <a:extLst>
                <a:ext uri="{FF2B5EF4-FFF2-40B4-BE49-F238E27FC236}">
                  <a16:creationId xmlns:a16="http://schemas.microsoft.com/office/drawing/2014/main" id="{187DFFA6-D6E4-0E06-6C67-340630AEDED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382000" y="5448300"/>
              <a:ext cx="228600" cy="0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/>
            </a:ln>
            <a:effectLst/>
          </p:spPr>
          <p:txBody>
            <a:bodyPr anchor="ctr"/>
            <a:lstStyle/>
            <a:p>
              <a:endParaRPr lang="es-ES_tradnl" noProof="0" dirty="0"/>
            </a:p>
          </p:txBody>
        </p:sp>
        <p:sp>
          <p:nvSpPr>
            <p:cNvPr id="19" name="Line 472">
              <a:extLst>
                <a:ext uri="{FF2B5EF4-FFF2-40B4-BE49-F238E27FC236}">
                  <a16:creationId xmlns:a16="http://schemas.microsoft.com/office/drawing/2014/main" id="{3D838A35-0CE2-F8A4-5527-C53287FBAD1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934200" y="5448300"/>
              <a:ext cx="838200" cy="0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/>
            </a:ln>
            <a:effectLst/>
          </p:spPr>
          <p:txBody>
            <a:bodyPr anchor="ctr"/>
            <a:lstStyle/>
            <a:p>
              <a:endParaRPr lang="es-ES_tradnl" noProof="0" dirty="0"/>
            </a:p>
          </p:txBody>
        </p:sp>
        <p:sp>
          <p:nvSpPr>
            <p:cNvPr id="20" name="Freeform 473">
              <a:extLst>
                <a:ext uri="{FF2B5EF4-FFF2-40B4-BE49-F238E27FC236}">
                  <a16:creationId xmlns:a16="http://schemas.microsoft.com/office/drawing/2014/main" id="{CCED4888-5E5D-38D2-33F8-58D574E12EF5}"/>
                </a:ext>
              </a:extLst>
            </p:cNvPr>
            <p:cNvSpPr>
              <a:spLocks/>
            </p:cNvSpPr>
            <p:nvPr/>
          </p:nvSpPr>
          <p:spPr bwMode="auto">
            <a:xfrm>
              <a:off x="6934200" y="5600700"/>
              <a:ext cx="838200" cy="457200"/>
            </a:xfrm>
            <a:custGeom>
              <a:avLst/>
              <a:gdLst/>
              <a:ahLst/>
              <a:cxnLst>
                <a:cxn ang="0">
                  <a:pos x="0" y="192"/>
                </a:cxn>
                <a:cxn ang="0">
                  <a:pos x="240" y="192"/>
                </a:cxn>
                <a:cxn ang="0">
                  <a:pos x="240" y="0"/>
                </a:cxn>
                <a:cxn ang="0">
                  <a:pos x="528" y="0"/>
                </a:cxn>
              </a:cxnLst>
              <a:rect l="0" t="0" r="r" b="b"/>
              <a:pathLst>
                <a:path w="528" h="192">
                  <a:moveTo>
                    <a:pt x="0" y="192"/>
                  </a:moveTo>
                  <a:lnTo>
                    <a:pt x="240" y="192"/>
                  </a:lnTo>
                  <a:lnTo>
                    <a:pt x="240" y="0"/>
                  </a:lnTo>
                  <a:lnTo>
                    <a:pt x="528" y="0"/>
                  </a:lnTo>
                </a:path>
              </a:pathLst>
            </a:custGeom>
            <a:noFill/>
            <a:ln w="19050" cap="flat" cmpd="sng">
              <a:solidFill>
                <a:schemeClr val="tx2"/>
              </a:solidFill>
              <a:prstDash val="solid"/>
              <a:round/>
              <a:headEnd/>
              <a:tailEnd/>
            </a:ln>
            <a:effectLst/>
          </p:spPr>
          <p:txBody>
            <a:bodyPr anchor="ctr"/>
            <a:lstStyle/>
            <a:p>
              <a:endParaRPr lang="es-ES_tradnl" noProof="0" dirty="0"/>
            </a:p>
          </p:txBody>
        </p:sp>
        <p:sp>
          <p:nvSpPr>
            <p:cNvPr id="21" name="Freeform 476">
              <a:extLst>
                <a:ext uri="{FF2B5EF4-FFF2-40B4-BE49-F238E27FC236}">
                  <a16:creationId xmlns:a16="http://schemas.microsoft.com/office/drawing/2014/main" id="{DE87A3C6-1D2C-4869-8BEC-1884D481DCD4}"/>
                </a:ext>
              </a:extLst>
            </p:cNvPr>
            <p:cNvSpPr>
              <a:spLocks/>
            </p:cNvSpPr>
            <p:nvPr/>
          </p:nvSpPr>
          <p:spPr bwMode="auto">
            <a:xfrm>
              <a:off x="6934200" y="2628900"/>
              <a:ext cx="838200" cy="22860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92" y="0"/>
                </a:cxn>
                <a:cxn ang="0">
                  <a:pos x="192" y="144"/>
                </a:cxn>
                <a:cxn ang="0">
                  <a:pos x="528" y="144"/>
                </a:cxn>
              </a:cxnLst>
              <a:rect l="0" t="0" r="r" b="b"/>
              <a:pathLst>
                <a:path w="528" h="144">
                  <a:moveTo>
                    <a:pt x="0" y="0"/>
                  </a:moveTo>
                  <a:lnTo>
                    <a:pt x="192" y="0"/>
                  </a:lnTo>
                  <a:lnTo>
                    <a:pt x="192" y="144"/>
                  </a:lnTo>
                  <a:lnTo>
                    <a:pt x="528" y="144"/>
                  </a:lnTo>
                </a:path>
              </a:pathLst>
            </a:custGeom>
            <a:noFill/>
            <a:ln w="19050" cap="flat" cmpd="sng">
              <a:solidFill>
                <a:schemeClr val="tx2"/>
              </a:solidFill>
              <a:prstDash val="solid"/>
              <a:round/>
              <a:headEnd/>
              <a:tailEnd/>
            </a:ln>
            <a:effectLst/>
          </p:spPr>
          <p:txBody>
            <a:bodyPr anchor="ctr"/>
            <a:lstStyle/>
            <a:p>
              <a:endParaRPr lang="es-ES_tradnl" noProof="0" dirty="0"/>
            </a:p>
          </p:txBody>
        </p:sp>
        <p:sp>
          <p:nvSpPr>
            <p:cNvPr id="22" name="Freeform 477">
              <a:extLst>
                <a:ext uri="{FF2B5EF4-FFF2-40B4-BE49-F238E27FC236}">
                  <a16:creationId xmlns:a16="http://schemas.microsoft.com/office/drawing/2014/main" id="{95873004-4C1F-F8FA-C8B8-8A716CD51AD6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6934200" y="3009900"/>
              <a:ext cx="838200" cy="22860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92" y="0"/>
                </a:cxn>
                <a:cxn ang="0">
                  <a:pos x="192" y="144"/>
                </a:cxn>
                <a:cxn ang="0">
                  <a:pos x="528" y="144"/>
                </a:cxn>
              </a:cxnLst>
              <a:rect l="0" t="0" r="r" b="b"/>
              <a:pathLst>
                <a:path w="528" h="144">
                  <a:moveTo>
                    <a:pt x="0" y="0"/>
                  </a:moveTo>
                  <a:lnTo>
                    <a:pt x="192" y="0"/>
                  </a:lnTo>
                  <a:lnTo>
                    <a:pt x="192" y="144"/>
                  </a:lnTo>
                  <a:lnTo>
                    <a:pt x="528" y="144"/>
                  </a:lnTo>
                </a:path>
              </a:pathLst>
            </a:custGeom>
            <a:noFill/>
            <a:ln w="19050" cap="flat" cmpd="sng">
              <a:solidFill>
                <a:schemeClr val="tx2"/>
              </a:solidFill>
              <a:prstDash val="solid"/>
              <a:round/>
              <a:headEnd/>
              <a:tailEnd/>
            </a:ln>
            <a:effectLst/>
          </p:spPr>
          <p:txBody>
            <a:bodyPr anchor="ctr"/>
            <a:lstStyle/>
            <a:p>
              <a:endParaRPr lang="es-ES_tradnl" noProof="0" dirty="0"/>
            </a:p>
          </p:txBody>
        </p:sp>
        <p:sp>
          <p:nvSpPr>
            <p:cNvPr id="23" name="Freeform 478">
              <a:extLst>
                <a:ext uri="{FF2B5EF4-FFF2-40B4-BE49-F238E27FC236}">
                  <a16:creationId xmlns:a16="http://schemas.microsoft.com/office/drawing/2014/main" id="{DA0B2B9C-738B-6607-2F47-4FF1688A9399}"/>
                </a:ext>
              </a:extLst>
            </p:cNvPr>
            <p:cNvSpPr>
              <a:spLocks/>
            </p:cNvSpPr>
            <p:nvPr/>
          </p:nvSpPr>
          <p:spPr bwMode="auto">
            <a:xfrm>
              <a:off x="6019800" y="3695700"/>
              <a:ext cx="304800" cy="99060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624"/>
                </a:cxn>
                <a:cxn ang="0">
                  <a:pos x="240" y="624"/>
                </a:cxn>
              </a:cxnLst>
              <a:rect l="0" t="0" r="r" b="b"/>
              <a:pathLst>
                <a:path w="240" h="624">
                  <a:moveTo>
                    <a:pt x="0" y="0"/>
                  </a:moveTo>
                  <a:lnTo>
                    <a:pt x="0" y="624"/>
                  </a:lnTo>
                  <a:lnTo>
                    <a:pt x="240" y="624"/>
                  </a:lnTo>
                </a:path>
              </a:pathLst>
            </a:custGeom>
            <a:noFill/>
            <a:ln w="19050" cap="flat" cmpd="sng">
              <a:solidFill>
                <a:schemeClr val="tx2"/>
              </a:solidFill>
              <a:prstDash val="solid"/>
              <a:round/>
              <a:headEnd/>
              <a:tailEnd/>
            </a:ln>
            <a:effectLst/>
          </p:spPr>
          <p:txBody>
            <a:bodyPr anchor="ctr"/>
            <a:lstStyle/>
            <a:p>
              <a:endParaRPr lang="es-ES_tradnl" noProof="0" dirty="0"/>
            </a:p>
          </p:txBody>
        </p:sp>
        <p:sp>
          <p:nvSpPr>
            <p:cNvPr id="24" name="Freeform 480">
              <a:extLst>
                <a:ext uri="{FF2B5EF4-FFF2-40B4-BE49-F238E27FC236}">
                  <a16:creationId xmlns:a16="http://schemas.microsoft.com/office/drawing/2014/main" id="{4588DDD8-4508-3EB8-7584-E07206C164E3}"/>
                </a:ext>
              </a:extLst>
            </p:cNvPr>
            <p:cNvSpPr>
              <a:spLocks/>
            </p:cNvSpPr>
            <p:nvPr/>
          </p:nvSpPr>
          <p:spPr bwMode="auto">
            <a:xfrm>
              <a:off x="5867400" y="3848100"/>
              <a:ext cx="457200" cy="114300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624"/>
                </a:cxn>
                <a:cxn ang="0">
                  <a:pos x="240" y="624"/>
                </a:cxn>
              </a:cxnLst>
              <a:rect l="0" t="0" r="r" b="b"/>
              <a:pathLst>
                <a:path w="240" h="624">
                  <a:moveTo>
                    <a:pt x="0" y="0"/>
                  </a:moveTo>
                  <a:lnTo>
                    <a:pt x="0" y="624"/>
                  </a:lnTo>
                  <a:lnTo>
                    <a:pt x="240" y="624"/>
                  </a:lnTo>
                </a:path>
              </a:pathLst>
            </a:custGeom>
            <a:noFill/>
            <a:ln w="19050" cap="flat" cmpd="sng">
              <a:solidFill>
                <a:schemeClr val="tx2"/>
              </a:solidFill>
              <a:prstDash val="solid"/>
              <a:round/>
              <a:headEnd/>
              <a:tailEnd/>
            </a:ln>
            <a:effectLst/>
          </p:spPr>
          <p:txBody>
            <a:bodyPr anchor="ctr"/>
            <a:lstStyle/>
            <a:p>
              <a:endParaRPr lang="es-ES_tradnl" noProof="0" dirty="0"/>
            </a:p>
          </p:txBody>
        </p:sp>
        <p:sp>
          <p:nvSpPr>
            <p:cNvPr id="25" name="Freeform 481">
              <a:extLst>
                <a:ext uri="{FF2B5EF4-FFF2-40B4-BE49-F238E27FC236}">
                  <a16:creationId xmlns:a16="http://schemas.microsoft.com/office/drawing/2014/main" id="{2B3DB159-32A2-3804-B932-205DC5326E61}"/>
                </a:ext>
              </a:extLst>
            </p:cNvPr>
            <p:cNvSpPr>
              <a:spLocks/>
            </p:cNvSpPr>
            <p:nvPr/>
          </p:nvSpPr>
          <p:spPr bwMode="auto">
            <a:xfrm>
              <a:off x="5867400" y="4991100"/>
              <a:ext cx="457200" cy="91440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624"/>
                </a:cxn>
                <a:cxn ang="0">
                  <a:pos x="240" y="624"/>
                </a:cxn>
              </a:cxnLst>
              <a:rect l="0" t="0" r="r" b="b"/>
              <a:pathLst>
                <a:path w="240" h="624">
                  <a:moveTo>
                    <a:pt x="0" y="0"/>
                  </a:moveTo>
                  <a:lnTo>
                    <a:pt x="0" y="624"/>
                  </a:lnTo>
                  <a:lnTo>
                    <a:pt x="240" y="624"/>
                  </a:lnTo>
                </a:path>
              </a:pathLst>
            </a:custGeom>
            <a:noFill/>
            <a:ln w="19050" cap="flat" cmpd="sng">
              <a:solidFill>
                <a:schemeClr val="tx2"/>
              </a:solidFill>
              <a:prstDash val="solid"/>
              <a:round/>
              <a:headEnd/>
              <a:tailEnd/>
            </a:ln>
            <a:effectLst/>
          </p:spPr>
          <p:txBody>
            <a:bodyPr anchor="ctr"/>
            <a:lstStyle/>
            <a:p>
              <a:endParaRPr lang="es-ES_tradnl" noProof="0" dirty="0"/>
            </a:p>
          </p:txBody>
        </p:sp>
        <p:sp>
          <p:nvSpPr>
            <p:cNvPr id="26" name="Freeform 482">
              <a:extLst>
                <a:ext uri="{FF2B5EF4-FFF2-40B4-BE49-F238E27FC236}">
                  <a16:creationId xmlns:a16="http://schemas.microsoft.com/office/drawing/2014/main" id="{A43465EC-87B6-4B06-9194-EC5F0C53A2B3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5000" y="4000500"/>
              <a:ext cx="609600" cy="160020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624"/>
                </a:cxn>
                <a:cxn ang="0">
                  <a:pos x="240" y="624"/>
                </a:cxn>
              </a:cxnLst>
              <a:rect l="0" t="0" r="r" b="b"/>
              <a:pathLst>
                <a:path w="240" h="624">
                  <a:moveTo>
                    <a:pt x="0" y="0"/>
                  </a:moveTo>
                  <a:lnTo>
                    <a:pt x="0" y="624"/>
                  </a:lnTo>
                  <a:lnTo>
                    <a:pt x="240" y="624"/>
                  </a:lnTo>
                </a:path>
              </a:pathLst>
            </a:custGeom>
            <a:noFill/>
            <a:ln w="19050" cap="flat" cmpd="sng">
              <a:solidFill>
                <a:schemeClr val="tx2"/>
              </a:solidFill>
              <a:prstDash val="solid"/>
              <a:round/>
              <a:headEnd/>
              <a:tailEnd/>
            </a:ln>
            <a:effectLst/>
          </p:spPr>
          <p:txBody>
            <a:bodyPr anchor="ctr"/>
            <a:lstStyle/>
            <a:p>
              <a:endParaRPr lang="es-ES_tradnl" noProof="0" dirty="0"/>
            </a:p>
          </p:txBody>
        </p:sp>
        <p:sp>
          <p:nvSpPr>
            <p:cNvPr id="27" name="Freeform 483">
              <a:extLst>
                <a:ext uri="{FF2B5EF4-FFF2-40B4-BE49-F238E27FC236}">
                  <a16:creationId xmlns:a16="http://schemas.microsoft.com/office/drawing/2014/main" id="{9DDCD2F6-06B4-F263-16A8-8083B85025B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5000" y="5600700"/>
              <a:ext cx="609600" cy="60960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624"/>
                </a:cxn>
                <a:cxn ang="0">
                  <a:pos x="240" y="624"/>
                </a:cxn>
              </a:cxnLst>
              <a:rect l="0" t="0" r="r" b="b"/>
              <a:pathLst>
                <a:path w="240" h="624">
                  <a:moveTo>
                    <a:pt x="0" y="0"/>
                  </a:moveTo>
                  <a:lnTo>
                    <a:pt x="0" y="624"/>
                  </a:lnTo>
                  <a:lnTo>
                    <a:pt x="240" y="624"/>
                  </a:lnTo>
                </a:path>
              </a:pathLst>
            </a:custGeom>
            <a:noFill/>
            <a:ln w="19050" cap="flat" cmpd="sng">
              <a:solidFill>
                <a:schemeClr val="tx2"/>
              </a:solidFill>
              <a:prstDash val="solid"/>
              <a:round/>
              <a:headEnd/>
              <a:tailEnd/>
            </a:ln>
            <a:effectLst/>
          </p:spPr>
          <p:txBody>
            <a:bodyPr anchor="ctr"/>
            <a:lstStyle/>
            <a:p>
              <a:endParaRPr lang="es-ES_tradnl" noProof="0" dirty="0"/>
            </a:p>
          </p:txBody>
        </p:sp>
        <p:sp>
          <p:nvSpPr>
            <p:cNvPr id="28" name="Freeform 484">
              <a:extLst>
                <a:ext uri="{FF2B5EF4-FFF2-40B4-BE49-F238E27FC236}">
                  <a16:creationId xmlns:a16="http://schemas.microsoft.com/office/drawing/2014/main" id="{502E8B2F-FA7E-04F1-7518-E0F82CBC0612}"/>
                </a:ext>
              </a:extLst>
            </p:cNvPr>
            <p:cNvSpPr>
              <a:spLocks/>
            </p:cNvSpPr>
            <p:nvPr/>
          </p:nvSpPr>
          <p:spPr bwMode="auto">
            <a:xfrm>
              <a:off x="4191000" y="1866900"/>
              <a:ext cx="533400" cy="1828800"/>
            </a:xfrm>
            <a:custGeom>
              <a:avLst/>
              <a:gdLst/>
              <a:ahLst/>
              <a:cxnLst>
                <a:cxn ang="0">
                  <a:pos x="0" y="384"/>
                </a:cxn>
                <a:cxn ang="0">
                  <a:pos x="0" y="0"/>
                </a:cxn>
                <a:cxn ang="0">
                  <a:pos x="192" y="0"/>
                </a:cxn>
              </a:cxnLst>
              <a:rect l="0" t="0" r="r" b="b"/>
              <a:pathLst>
                <a:path w="192" h="384">
                  <a:moveTo>
                    <a:pt x="0" y="384"/>
                  </a:moveTo>
                  <a:lnTo>
                    <a:pt x="0" y="0"/>
                  </a:lnTo>
                  <a:lnTo>
                    <a:pt x="192" y="0"/>
                  </a:lnTo>
                </a:path>
              </a:pathLst>
            </a:custGeom>
            <a:noFill/>
            <a:ln w="19050" cap="flat" cmpd="sng">
              <a:solidFill>
                <a:schemeClr val="tx2"/>
              </a:solidFill>
              <a:prstDash val="solid"/>
              <a:round/>
              <a:headEnd/>
              <a:tailEnd/>
            </a:ln>
            <a:effectLst/>
          </p:spPr>
          <p:txBody>
            <a:bodyPr anchor="ctr"/>
            <a:lstStyle/>
            <a:p>
              <a:endParaRPr lang="es-ES_tradnl" noProof="0" dirty="0"/>
            </a:p>
          </p:txBody>
        </p:sp>
        <p:sp>
          <p:nvSpPr>
            <p:cNvPr id="29" name="Freeform 485">
              <a:extLst>
                <a:ext uri="{FF2B5EF4-FFF2-40B4-BE49-F238E27FC236}">
                  <a16:creationId xmlns:a16="http://schemas.microsoft.com/office/drawing/2014/main" id="{DEE65C54-18DB-0B32-3571-2CC0DBF99A9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19800" y="1866900"/>
              <a:ext cx="152400" cy="60960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624"/>
                </a:cxn>
                <a:cxn ang="0">
                  <a:pos x="240" y="624"/>
                </a:cxn>
              </a:cxnLst>
              <a:rect l="0" t="0" r="r" b="b"/>
              <a:pathLst>
                <a:path w="240" h="624">
                  <a:moveTo>
                    <a:pt x="0" y="0"/>
                  </a:moveTo>
                  <a:lnTo>
                    <a:pt x="0" y="624"/>
                  </a:lnTo>
                  <a:lnTo>
                    <a:pt x="240" y="624"/>
                  </a:lnTo>
                </a:path>
              </a:pathLst>
            </a:custGeom>
            <a:noFill/>
            <a:ln w="19050" cap="flat" cmpd="sng">
              <a:solidFill>
                <a:schemeClr val="tx2"/>
              </a:solidFill>
              <a:prstDash val="solid"/>
              <a:round/>
              <a:headEnd/>
              <a:tailEnd/>
            </a:ln>
            <a:effectLst/>
          </p:spPr>
          <p:txBody>
            <a:bodyPr anchor="ctr"/>
            <a:lstStyle/>
            <a:p>
              <a:endParaRPr lang="es-ES_tradnl" noProof="0" dirty="0"/>
            </a:p>
          </p:txBody>
        </p:sp>
        <p:sp>
          <p:nvSpPr>
            <p:cNvPr id="30" name="Freeform 486">
              <a:extLst>
                <a:ext uri="{FF2B5EF4-FFF2-40B4-BE49-F238E27FC236}">
                  <a16:creationId xmlns:a16="http://schemas.microsoft.com/office/drawing/2014/main" id="{234814F6-9623-0F46-0AFC-C0C3DE11640D}"/>
                </a:ext>
              </a:extLst>
            </p:cNvPr>
            <p:cNvSpPr>
              <a:spLocks/>
            </p:cNvSpPr>
            <p:nvPr/>
          </p:nvSpPr>
          <p:spPr bwMode="auto">
            <a:xfrm>
              <a:off x="5867400" y="3086100"/>
              <a:ext cx="304800" cy="609600"/>
            </a:xfrm>
            <a:custGeom>
              <a:avLst/>
              <a:gdLst/>
              <a:ahLst/>
              <a:cxnLst>
                <a:cxn ang="0">
                  <a:pos x="0" y="384"/>
                </a:cxn>
                <a:cxn ang="0">
                  <a:pos x="0" y="0"/>
                </a:cxn>
                <a:cxn ang="0">
                  <a:pos x="192" y="0"/>
                </a:cxn>
              </a:cxnLst>
              <a:rect l="0" t="0" r="r" b="b"/>
              <a:pathLst>
                <a:path w="192" h="384">
                  <a:moveTo>
                    <a:pt x="0" y="384"/>
                  </a:moveTo>
                  <a:lnTo>
                    <a:pt x="0" y="0"/>
                  </a:lnTo>
                  <a:lnTo>
                    <a:pt x="192" y="0"/>
                  </a:lnTo>
                </a:path>
              </a:pathLst>
            </a:custGeom>
            <a:noFill/>
            <a:ln w="19050" cap="flat" cmpd="sng">
              <a:solidFill>
                <a:schemeClr val="tx2"/>
              </a:solidFill>
              <a:prstDash val="solid"/>
              <a:round/>
              <a:headEnd/>
              <a:tailEnd/>
            </a:ln>
            <a:effectLst/>
          </p:spPr>
          <p:txBody>
            <a:bodyPr anchor="ctr"/>
            <a:lstStyle/>
            <a:p>
              <a:endParaRPr lang="es-ES_tradnl" noProof="0" dirty="0"/>
            </a:p>
          </p:txBody>
        </p:sp>
        <p:sp>
          <p:nvSpPr>
            <p:cNvPr id="31" name="Freeform 490">
              <a:extLst>
                <a:ext uri="{FF2B5EF4-FFF2-40B4-BE49-F238E27FC236}">
                  <a16:creationId xmlns:a16="http://schemas.microsoft.com/office/drawing/2014/main" id="{4277E5E8-32FE-8193-F2D3-6C56FA1C4138}"/>
                </a:ext>
              </a:extLst>
            </p:cNvPr>
            <p:cNvSpPr>
              <a:spLocks/>
            </p:cNvSpPr>
            <p:nvPr/>
          </p:nvSpPr>
          <p:spPr bwMode="auto">
            <a:xfrm>
              <a:off x="4343400" y="2628900"/>
              <a:ext cx="381000" cy="1219200"/>
            </a:xfrm>
            <a:custGeom>
              <a:avLst/>
              <a:gdLst/>
              <a:ahLst/>
              <a:cxnLst>
                <a:cxn ang="0">
                  <a:pos x="0" y="384"/>
                </a:cxn>
                <a:cxn ang="0">
                  <a:pos x="0" y="0"/>
                </a:cxn>
                <a:cxn ang="0">
                  <a:pos x="192" y="0"/>
                </a:cxn>
              </a:cxnLst>
              <a:rect l="0" t="0" r="r" b="b"/>
              <a:pathLst>
                <a:path w="192" h="384">
                  <a:moveTo>
                    <a:pt x="0" y="384"/>
                  </a:moveTo>
                  <a:lnTo>
                    <a:pt x="0" y="0"/>
                  </a:lnTo>
                  <a:lnTo>
                    <a:pt x="192" y="0"/>
                  </a:lnTo>
                </a:path>
              </a:pathLst>
            </a:custGeom>
            <a:noFill/>
            <a:ln w="19050" cap="flat" cmpd="sng">
              <a:solidFill>
                <a:schemeClr val="tx2"/>
              </a:solidFill>
              <a:prstDash val="solid"/>
              <a:round/>
              <a:headEnd/>
              <a:tailEnd/>
            </a:ln>
            <a:effectLst/>
          </p:spPr>
          <p:txBody>
            <a:bodyPr anchor="ctr"/>
            <a:lstStyle/>
            <a:p>
              <a:endParaRPr lang="es-ES_tradnl" noProof="0" dirty="0"/>
            </a:p>
          </p:txBody>
        </p:sp>
        <p:grpSp>
          <p:nvGrpSpPr>
            <p:cNvPr id="32" name="Group 512">
              <a:extLst>
                <a:ext uri="{FF2B5EF4-FFF2-40B4-BE49-F238E27FC236}">
                  <a16:creationId xmlns:a16="http://schemas.microsoft.com/office/drawing/2014/main" id="{0DADAC4F-64AB-77E4-C550-358C59DD846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24400" y="1714500"/>
              <a:ext cx="457200" cy="1828800"/>
              <a:chOff x="2976" y="864"/>
              <a:chExt cx="288" cy="1152"/>
            </a:xfrm>
          </p:grpSpPr>
          <p:grpSp>
            <p:nvGrpSpPr>
              <p:cNvPr id="47" name="Group 434">
                <a:extLst>
                  <a:ext uri="{FF2B5EF4-FFF2-40B4-BE49-F238E27FC236}">
                    <a16:creationId xmlns:a16="http://schemas.microsoft.com/office/drawing/2014/main" id="{7B7A35BF-9E7C-19DC-790F-929D0DCE839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976" y="864"/>
                <a:ext cx="288" cy="192"/>
                <a:chOff x="3216" y="1584"/>
                <a:chExt cx="288" cy="192"/>
              </a:xfrm>
            </p:grpSpPr>
            <p:sp>
              <p:nvSpPr>
                <p:cNvPr id="54" name="Freeform 432">
                  <a:extLst>
                    <a:ext uri="{FF2B5EF4-FFF2-40B4-BE49-F238E27FC236}">
                      <a16:creationId xmlns:a16="http://schemas.microsoft.com/office/drawing/2014/main" id="{0A5C76F0-9F48-813C-32AF-FB1D4257106B}"/>
                    </a:ext>
                  </a:extLst>
                </p:cNvPr>
                <p:cNvSpPr>
                  <a:spLocks/>
                </p:cNvSpPr>
                <p:nvPr/>
              </p:nvSpPr>
              <p:spPr bwMode="blackWhite">
                <a:xfrm>
                  <a:off x="3216" y="1584"/>
                  <a:ext cx="192" cy="192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44" y="48"/>
                    </a:cxn>
                    <a:cxn ang="0">
                      <a:pos x="0" y="96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 w="144" h="96">
                      <a:moveTo>
                        <a:pt x="0" y="0"/>
                      </a:moveTo>
                      <a:lnTo>
                        <a:pt x="144" y="48"/>
                      </a:lnTo>
                      <a:lnTo>
                        <a:pt x="0" y="96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25400" cap="rnd" cmpd="sng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/>
                <a:lstStyle/>
                <a:p>
                  <a:endParaRPr lang="es-ES_tradnl" noProof="0" dirty="0"/>
                </a:p>
              </p:txBody>
            </p:sp>
            <p:sp>
              <p:nvSpPr>
                <p:cNvPr id="55" name="Oval 433">
                  <a:extLst>
                    <a:ext uri="{FF2B5EF4-FFF2-40B4-BE49-F238E27FC236}">
                      <a16:creationId xmlns:a16="http://schemas.microsoft.com/office/drawing/2014/main" id="{BF529B9A-682A-2F8A-958F-809C8BDB118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blackWhite">
                <a:xfrm>
                  <a:off x="3408" y="1632"/>
                  <a:ext cx="96" cy="96"/>
                </a:xfrm>
                <a:prstGeom prst="ellipse">
                  <a:avLst/>
                </a:prstGeom>
                <a:solidFill>
                  <a:schemeClr val="bg1"/>
                </a:solidFill>
                <a:ln w="25400" cap="rnd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ffectLst/>
              </p:spPr>
              <p:txBody>
                <a:bodyPr/>
                <a:lstStyle/>
                <a:p>
                  <a:endParaRPr lang="es-ES_tradnl" noProof="0" dirty="0"/>
                </a:p>
              </p:txBody>
            </p:sp>
          </p:grpSp>
          <p:grpSp>
            <p:nvGrpSpPr>
              <p:cNvPr id="48" name="Group 487">
                <a:extLst>
                  <a:ext uri="{FF2B5EF4-FFF2-40B4-BE49-F238E27FC236}">
                    <a16:creationId xmlns:a16="http://schemas.microsoft.com/office/drawing/2014/main" id="{D5578615-540C-88DA-972E-6DDC97452FD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976" y="1344"/>
                <a:ext cx="288" cy="192"/>
                <a:chOff x="3216" y="1584"/>
                <a:chExt cx="288" cy="192"/>
              </a:xfrm>
            </p:grpSpPr>
            <p:sp>
              <p:nvSpPr>
                <p:cNvPr id="52" name="Freeform 488">
                  <a:extLst>
                    <a:ext uri="{FF2B5EF4-FFF2-40B4-BE49-F238E27FC236}">
                      <a16:creationId xmlns:a16="http://schemas.microsoft.com/office/drawing/2014/main" id="{93A59FE1-8EEF-AFA9-0BDC-1C7EDFA4D121}"/>
                    </a:ext>
                  </a:extLst>
                </p:cNvPr>
                <p:cNvSpPr>
                  <a:spLocks/>
                </p:cNvSpPr>
                <p:nvPr/>
              </p:nvSpPr>
              <p:spPr bwMode="blackWhite">
                <a:xfrm>
                  <a:off x="3216" y="1584"/>
                  <a:ext cx="192" cy="192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44" y="48"/>
                    </a:cxn>
                    <a:cxn ang="0">
                      <a:pos x="0" y="96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 w="144" h="96">
                      <a:moveTo>
                        <a:pt x="0" y="0"/>
                      </a:moveTo>
                      <a:lnTo>
                        <a:pt x="144" y="48"/>
                      </a:lnTo>
                      <a:lnTo>
                        <a:pt x="0" y="96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25400" cap="rnd" cmpd="sng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/>
                <a:lstStyle/>
                <a:p>
                  <a:endParaRPr lang="es-ES_tradnl" noProof="0" dirty="0"/>
                </a:p>
              </p:txBody>
            </p:sp>
            <p:sp>
              <p:nvSpPr>
                <p:cNvPr id="53" name="Oval 489">
                  <a:extLst>
                    <a:ext uri="{FF2B5EF4-FFF2-40B4-BE49-F238E27FC236}">
                      <a16:creationId xmlns:a16="http://schemas.microsoft.com/office/drawing/2014/main" id="{74AFD857-FB8F-DBFA-5C32-F91ED673EF6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blackWhite">
                <a:xfrm>
                  <a:off x="3408" y="1632"/>
                  <a:ext cx="96" cy="96"/>
                </a:xfrm>
                <a:prstGeom prst="ellipse">
                  <a:avLst/>
                </a:prstGeom>
                <a:solidFill>
                  <a:schemeClr val="bg1"/>
                </a:solidFill>
                <a:ln w="25400" cap="rnd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ffectLst/>
              </p:spPr>
              <p:txBody>
                <a:bodyPr/>
                <a:lstStyle/>
                <a:p>
                  <a:endParaRPr lang="es-ES_tradnl" noProof="0" dirty="0"/>
                </a:p>
              </p:txBody>
            </p:sp>
          </p:grpSp>
          <p:grpSp>
            <p:nvGrpSpPr>
              <p:cNvPr id="49" name="Group 491">
                <a:extLst>
                  <a:ext uri="{FF2B5EF4-FFF2-40B4-BE49-F238E27FC236}">
                    <a16:creationId xmlns:a16="http://schemas.microsoft.com/office/drawing/2014/main" id="{6A1C89CB-0F39-B612-9F3D-F37742EB7F4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976" y="1824"/>
                <a:ext cx="288" cy="192"/>
                <a:chOff x="3216" y="1584"/>
                <a:chExt cx="288" cy="192"/>
              </a:xfrm>
            </p:grpSpPr>
            <p:sp>
              <p:nvSpPr>
                <p:cNvPr id="50" name="Freeform 492">
                  <a:extLst>
                    <a:ext uri="{FF2B5EF4-FFF2-40B4-BE49-F238E27FC236}">
                      <a16:creationId xmlns:a16="http://schemas.microsoft.com/office/drawing/2014/main" id="{F8106C0E-D8C7-08AC-A97F-4EF32ADD3D88}"/>
                    </a:ext>
                  </a:extLst>
                </p:cNvPr>
                <p:cNvSpPr>
                  <a:spLocks/>
                </p:cNvSpPr>
                <p:nvPr/>
              </p:nvSpPr>
              <p:spPr bwMode="blackWhite">
                <a:xfrm>
                  <a:off x="3216" y="1584"/>
                  <a:ext cx="192" cy="192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44" y="48"/>
                    </a:cxn>
                    <a:cxn ang="0">
                      <a:pos x="0" y="96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 w="144" h="96">
                      <a:moveTo>
                        <a:pt x="0" y="0"/>
                      </a:moveTo>
                      <a:lnTo>
                        <a:pt x="144" y="48"/>
                      </a:lnTo>
                      <a:lnTo>
                        <a:pt x="0" y="96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25400" cap="rnd" cmpd="sng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/>
                <a:lstStyle/>
                <a:p>
                  <a:endParaRPr lang="es-ES_tradnl" noProof="0" dirty="0"/>
                </a:p>
              </p:txBody>
            </p:sp>
            <p:sp>
              <p:nvSpPr>
                <p:cNvPr id="51" name="Oval 493">
                  <a:extLst>
                    <a:ext uri="{FF2B5EF4-FFF2-40B4-BE49-F238E27FC236}">
                      <a16:creationId xmlns:a16="http://schemas.microsoft.com/office/drawing/2014/main" id="{4FC110CC-3DEB-9375-C3FD-967D06DC314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blackWhite">
                <a:xfrm>
                  <a:off x="3408" y="1632"/>
                  <a:ext cx="96" cy="96"/>
                </a:xfrm>
                <a:prstGeom prst="ellipse">
                  <a:avLst/>
                </a:prstGeom>
                <a:solidFill>
                  <a:schemeClr val="bg1"/>
                </a:solidFill>
                <a:ln w="25400" cap="rnd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ffectLst/>
              </p:spPr>
              <p:txBody>
                <a:bodyPr/>
                <a:lstStyle/>
                <a:p>
                  <a:endParaRPr lang="es-ES_tradnl" noProof="0" dirty="0"/>
                </a:p>
              </p:txBody>
            </p:sp>
          </p:grpSp>
        </p:grpSp>
        <p:sp>
          <p:nvSpPr>
            <p:cNvPr id="33" name="Freeform 494">
              <a:extLst>
                <a:ext uri="{FF2B5EF4-FFF2-40B4-BE49-F238E27FC236}">
                  <a16:creationId xmlns:a16="http://schemas.microsoft.com/office/drawing/2014/main" id="{435E5022-6712-AF85-E184-A6D632AA7BA5}"/>
                </a:ext>
              </a:extLst>
            </p:cNvPr>
            <p:cNvSpPr>
              <a:spLocks/>
            </p:cNvSpPr>
            <p:nvPr/>
          </p:nvSpPr>
          <p:spPr bwMode="auto">
            <a:xfrm>
              <a:off x="4495800" y="3390900"/>
              <a:ext cx="228600" cy="609600"/>
            </a:xfrm>
            <a:custGeom>
              <a:avLst/>
              <a:gdLst/>
              <a:ahLst/>
              <a:cxnLst>
                <a:cxn ang="0">
                  <a:pos x="0" y="384"/>
                </a:cxn>
                <a:cxn ang="0">
                  <a:pos x="0" y="0"/>
                </a:cxn>
                <a:cxn ang="0">
                  <a:pos x="192" y="0"/>
                </a:cxn>
              </a:cxnLst>
              <a:rect l="0" t="0" r="r" b="b"/>
              <a:pathLst>
                <a:path w="192" h="384">
                  <a:moveTo>
                    <a:pt x="0" y="384"/>
                  </a:moveTo>
                  <a:lnTo>
                    <a:pt x="0" y="0"/>
                  </a:lnTo>
                  <a:lnTo>
                    <a:pt x="192" y="0"/>
                  </a:lnTo>
                </a:path>
              </a:pathLst>
            </a:custGeom>
            <a:noFill/>
            <a:ln w="19050" cap="flat" cmpd="sng">
              <a:solidFill>
                <a:schemeClr val="tx2"/>
              </a:solidFill>
              <a:prstDash val="solid"/>
              <a:round/>
              <a:headEnd/>
              <a:tailEnd/>
            </a:ln>
            <a:effectLst/>
          </p:spPr>
          <p:txBody>
            <a:bodyPr anchor="ctr"/>
            <a:lstStyle/>
            <a:p>
              <a:endParaRPr lang="es-ES_tradnl" noProof="0" dirty="0"/>
            </a:p>
          </p:txBody>
        </p:sp>
        <p:sp>
          <p:nvSpPr>
            <p:cNvPr id="34" name="Freeform 495">
              <a:extLst>
                <a:ext uri="{FF2B5EF4-FFF2-40B4-BE49-F238E27FC236}">
                  <a16:creationId xmlns:a16="http://schemas.microsoft.com/office/drawing/2014/main" id="{8B70FD5D-7879-F60C-8EF8-9637F21388B3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5000" y="2628900"/>
              <a:ext cx="609600" cy="1219200"/>
            </a:xfrm>
            <a:custGeom>
              <a:avLst/>
              <a:gdLst/>
              <a:ahLst/>
              <a:cxnLst>
                <a:cxn ang="0">
                  <a:pos x="0" y="384"/>
                </a:cxn>
                <a:cxn ang="0">
                  <a:pos x="0" y="0"/>
                </a:cxn>
                <a:cxn ang="0">
                  <a:pos x="192" y="0"/>
                </a:cxn>
              </a:cxnLst>
              <a:rect l="0" t="0" r="r" b="b"/>
              <a:pathLst>
                <a:path w="192" h="384">
                  <a:moveTo>
                    <a:pt x="0" y="384"/>
                  </a:moveTo>
                  <a:lnTo>
                    <a:pt x="0" y="0"/>
                  </a:lnTo>
                  <a:lnTo>
                    <a:pt x="192" y="0"/>
                  </a:lnTo>
                </a:path>
              </a:pathLst>
            </a:custGeom>
            <a:noFill/>
            <a:ln w="19050" cap="flat" cmpd="sng">
              <a:solidFill>
                <a:schemeClr val="tx2"/>
              </a:solidFill>
              <a:prstDash val="solid"/>
              <a:round/>
              <a:headEnd/>
              <a:tailEnd/>
            </a:ln>
            <a:effectLst/>
          </p:spPr>
          <p:txBody>
            <a:bodyPr anchor="ctr"/>
            <a:lstStyle/>
            <a:p>
              <a:endParaRPr lang="es-ES_tradnl" noProof="0" dirty="0"/>
            </a:p>
          </p:txBody>
        </p:sp>
        <p:sp>
          <p:nvSpPr>
            <p:cNvPr id="35" name="Freeform 496">
              <a:extLst>
                <a:ext uri="{FF2B5EF4-FFF2-40B4-BE49-F238E27FC236}">
                  <a16:creationId xmlns:a16="http://schemas.microsoft.com/office/drawing/2014/main" id="{C7ED8FB0-C7C1-0023-19E2-7E50A0368ADB}"/>
                </a:ext>
              </a:extLst>
            </p:cNvPr>
            <p:cNvSpPr>
              <a:spLocks/>
            </p:cNvSpPr>
            <p:nvPr/>
          </p:nvSpPr>
          <p:spPr bwMode="auto">
            <a:xfrm>
              <a:off x="5410200" y="2019300"/>
              <a:ext cx="914400" cy="609600"/>
            </a:xfrm>
            <a:custGeom>
              <a:avLst/>
              <a:gdLst/>
              <a:ahLst/>
              <a:cxnLst>
                <a:cxn ang="0">
                  <a:pos x="0" y="384"/>
                </a:cxn>
                <a:cxn ang="0">
                  <a:pos x="0" y="0"/>
                </a:cxn>
                <a:cxn ang="0">
                  <a:pos x="192" y="0"/>
                </a:cxn>
              </a:cxnLst>
              <a:rect l="0" t="0" r="r" b="b"/>
              <a:pathLst>
                <a:path w="192" h="384">
                  <a:moveTo>
                    <a:pt x="0" y="384"/>
                  </a:moveTo>
                  <a:lnTo>
                    <a:pt x="0" y="0"/>
                  </a:lnTo>
                  <a:lnTo>
                    <a:pt x="192" y="0"/>
                  </a:lnTo>
                </a:path>
              </a:pathLst>
            </a:custGeom>
            <a:noFill/>
            <a:ln w="19050" cap="flat" cmpd="sng">
              <a:solidFill>
                <a:schemeClr val="tx2"/>
              </a:solidFill>
              <a:prstDash val="solid"/>
              <a:round/>
              <a:headEnd/>
              <a:tailEnd/>
            </a:ln>
            <a:effectLst/>
          </p:spPr>
          <p:txBody>
            <a:bodyPr anchor="ctr"/>
            <a:lstStyle/>
            <a:p>
              <a:endParaRPr lang="es-ES_tradnl" noProof="0" dirty="0"/>
            </a:p>
          </p:txBody>
        </p:sp>
        <p:sp>
          <p:nvSpPr>
            <p:cNvPr id="36" name="Freeform 497">
              <a:extLst>
                <a:ext uri="{FF2B5EF4-FFF2-40B4-BE49-F238E27FC236}">
                  <a16:creationId xmlns:a16="http://schemas.microsoft.com/office/drawing/2014/main" id="{361AE316-6F51-CF47-4783-D10980409566}"/>
                </a:ext>
              </a:extLst>
            </p:cNvPr>
            <p:cNvSpPr>
              <a:spLocks/>
            </p:cNvSpPr>
            <p:nvPr/>
          </p:nvSpPr>
          <p:spPr bwMode="auto">
            <a:xfrm>
              <a:off x="5562600" y="2171700"/>
              <a:ext cx="762000" cy="1828800"/>
            </a:xfrm>
            <a:custGeom>
              <a:avLst/>
              <a:gdLst/>
              <a:ahLst/>
              <a:cxnLst>
                <a:cxn ang="0">
                  <a:pos x="0" y="384"/>
                </a:cxn>
                <a:cxn ang="0">
                  <a:pos x="0" y="0"/>
                </a:cxn>
                <a:cxn ang="0">
                  <a:pos x="192" y="0"/>
                </a:cxn>
              </a:cxnLst>
              <a:rect l="0" t="0" r="r" b="b"/>
              <a:pathLst>
                <a:path w="192" h="384">
                  <a:moveTo>
                    <a:pt x="0" y="384"/>
                  </a:moveTo>
                  <a:lnTo>
                    <a:pt x="0" y="0"/>
                  </a:lnTo>
                  <a:lnTo>
                    <a:pt x="192" y="0"/>
                  </a:lnTo>
                </a:path>
              </a:pathLst>
            </a:custGeom>
            <a:noFill/>
            <a:ln w="19050" cap="flat" cmpd="sng">
              <a:solidFill>
                <a:schemeClr val="tx2"/>
              </a:solidFill>
              <a:prstDash val="solid"/>
              <a:round/>
              <a:headEnd/>
              <a:tailEnd/>
            </a:ln>
            <a:effectLst/>
          </p:spPr>
          <p:txBody>
            <a:bodyPr anchor="ctr"/>
            <a:lstStyle/>
            <a:p>
              <a:endParaRPr lang="es-ES_tradnl" noProof="0" dirty="0"/>
            </a:p>
          </p:txBody>
        </p:sp>
        <p:sp>
          <p:nvSpPr>
            <p:cNvPr id="37" name="Freeform 498">
              <a:extLst>
                <a:ext uri="{FF2B5EF4-FFF2-40B4-BE49-F238E27FC236}">
                  <a16:creationId xmlns:a16="http://schemas.microsoft.com/office/drawing/2014/main" id="{DF041D49-6937-9EF0-50E8-75CAAFC95C09}"/>
                </a:ext>
              </a:extLst>
            </p:cNvPr>
            <p:cNvSpPr>
              <a:spLocks/>
            </p:cNvSpPr>
            <p:nvPr/>
          </p:nvSpPr>
          <p:spPr bwMode="auto">
            <a:xfrm>
              <a:off x="5410200" y="2628900"/>
              <a:ext cx="914400" cy="60960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624"/>
                </a:cxn>
                <a:cxn ang="0">
                  <a:pos x="240" y="624"/>
                </a:cxn>
              </a:cxnLst>
              <a:rect l="0" t="0" r="r" b="b"/>
              <a:pathLst>
                <a:path w="240" h="624">
                  <a:moveTo>
                    <a:pt x="0" y="0"/>
                  </a:moveTo>
                  <a:lnTo>
                    <a:pt x="0" y="624"/>
                  </a:lnTo>
                  <a:lnTo>
                    <a:pt x="240" y="624"/>
                  </a:lnTo>
                </a:path>
              </a:pathLst>
            </a:custGeom>
            <a:noFill/>
            <a:ln w="19050" cap="flat" cmpd="sng">
              <a:solidFill>
                <a:schemeClr val="tx2"/>
              </a:solidFill>
              <a:prstDash val="solid"/>
              <a:round/>
              <a:headEnd/>
              <a:tailEnd/>
            </a:ln>
            <a:effectLst/>
          </p:spPr>
          <p:txBody>
            <a:bodyPr anchor="ctr"/>
            <a:lstStyle/>
            <a:p>
              <a:endParaRPr lang="es-ES_tradnl" noProof="0" dirty="0"/>
            </a:p>
          </p:txBody>
        </p:sp>
        <p:sp>
          <p:nvSpPr>
            <p:cNvPr id="38" name="Freeform 499">
              <a:extLst>
                <a:ext uri="{FF2B5EF4-FFF2-40B4-BE49-F238E27FC236}">
                  <a16:creationId xmlns:a16="http://schemas.microsoft.com/office/drawing/2014/main" id="{F61E96AA-1A36-E6BE-573C-D3A148D91D6F}"/>
                </a:ext>
              </a:extLst>
            </p:cNvPr>
            <p:cNvSpPr>
              <a:spLocks/>
            </p:cNvSpPr>
            <p:nvPr/>
          </p:nvSpPr>
          <p:spPr bwMode="auto">
            <a:xfrm>
              <a:off x="6019800" y="2781300"/>
              <a:ext cx="304800" cy="609600"/>
            </a:xfrm>
            <a:custGeom>
              <a:avLst/>
              <a:gdLst/>
              <a:ahLst/>
              <a:cxnLst>
                <a:cxn ang="0">
                  <a:pos x="0" y="384"/>
                </a:cxn>
                <a:cxn ang="0">
                  <a:pos x="0" y="0"/>
                </a:cxn>
                <a:cxn ang="0">
                  <a:pos x="192" y="0"/>
                </a:cxn>
              </a:cxnLst>
              <a:rect l="0" t="0" r="r" b="b"/>
              <a:pathLst>
                <a:path w="192" h="384">
                  <a:moveTo>
                    <a:pt x="0" y="384"/>
                  </a:moveTo>
                  <a:lnTo>
                    <a:pt x="0" y="0"/>
                  </a:lnTo>
                  <a:lnTo>
                    <a:pt x="192" y="0"/>
                  </a:lnTo>
                </a:path>
              </a:pathLst>
            </a:custGeom>
            <a:noFill/>
            <a:ln w="19050" cap="flat" cmpd="sng">
              <a:solidFill>
                <a:schemeClr val="tx2"/>
              </a:solidFill>
              <a:prstDash val="solid"/>
              <a:round/>
              <a:headEnd/>
              <a:tailEnd/>
            </a:ln>
            <a:effectLst/>
          </p:spPr>
          <p:txBody>
            <a:bodyPr anchor="ctr"/>
            <a:lstStyle/>
            <a:p>
              <a:endParaRPr lang="es-ES_tradnl" noProof="0" dirty="0"/>
            </a:p>
          </p:txBody>
        </p:sp>
        <p:sp>
          <p:nvSpPr>
            <p:cNvPr id="39" name="Text Box 503">
              <a:extLst>
                <a:ext uri="{FF2B5EF4-FFF2-40B4-BE49-F238E27FC236}">
                  <a16:creationId xmlns:a16="http://schemas.microsoft.com/office/drawing/2014/main" id="{A7677E5F-3A5C-9F63-ED0D-994E57C43C9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87750" y="3467100"/>
              <a:ext cx="357188" cy="396875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/>
              <a:r>
                <a:rPr lang="es-ES_tradnl" i="1" noProof="0" dirty="0" err="1">
                  <a:solidFill>
                    <a:schemeClr val="tx1"/>
                  </a:solidFill>
                </a:rPr>
                <a:t>c</a:t>
              </a:r>
              <a:r>
                <a:rPr lang="es-ES_tradnl" b="1" i="1" baseline="-25000" noProof="0" dirty="0" err="1">
                  <a:solidFill>
                    <a:schemeClr val="tx1"/>
                  </a:solidFill>
                </a:rPr>
                <a:t>i</a:t>
              </a:r>
              <a:endParaRPr lang="es-ES_tradnl" b="1" i="1" baseline="-25000" noProof="0" dirty="0">
                <a:solidFill>
                  <a:schemeClr val="tx1"/>
                </a:solidFill>
              </a:endParaRPr>
            </a:p>
          </p:txBody>
        </p:sp>
        <p:sp>
          <p:nvSpPr>
            <p:cNvPr id="40" name="Text Box 504">
              <a:extLst>
                <a:ext uri="{FF2B5EF4-FFF2-40B4-BE49-F238E27FC236}">
                  <a16:creationId xmlns:a16="http://schemas.microsoft.com/office/drawing/2014/main" id="{2E3288E6-E7F0-71CF-A0AF-6770F6D44B0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75050" y="4076700"/>
              <a:ext cx="371475" cy="396875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/>
              <a:r>
                <a:rPr lang="es-ES_tradnl" i="1" noProof="0" dirty="0" err="1">
                  <a:solidFill>
                    <a:schemeClr val="tx1"/>
                  </a:solidFill>
                </a:rPr>
                <a:t>a</a:t>
              </a:r>
              <a:r>
                <a:rPr lang="es-ES_tradnl" b="1" i="1" baseline="-25000" noProof="0" dirty="0" err="1">
                  <a:solidFill>
                    <a:schemeClr val="tx1"/>
                  </a:solidFill>
                </a:rPr>
                <a:t>i</a:t>
              </a:r>
              <a:endParaRPr lang="es-ES_tradnl" b="1" i="1" baseline="-25000" noProof="0" dirty="0">
                <a:solidFill>
                  <a:schemeClr val="tx1"/>
                </a:solidFill>
              </a:endParaRPr>
            </a:p>
          </p:txBody>
        </p:sp>
        <p:sp>
          <p:nvSpPr>
            <p:cNvPr id="41" name="Text Box 505">
              <a:extLst>
                <a:ext uri="{FF2B5EF4-FFF2-40B4-BE49-F238E27FC236}">
                  <a16:creationId xmlns:a16="http://schemas.microsoft.com/office/drawing/2014/main" id="{6CD3D550-21B8-9BBA-D040-C501481FF3C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81400" y="3756025"/>
              <a:ext cx="371475" cy="396875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/>
              <a:r>
                <a:rPr lang="es-ES_tradnl" i="1" noProof="0" dirty="0" err="1">
                  <a:solidFill>
                    <a:schemeClr val="tx1"/>
                  </a:solidFill>
                </a:rPr>
                <a:t>b</a:t>
              </a:r>
              <a:r>
                <a:rPr lang="es-ES_tradnl" b="1" i="1" baseline="-25000" noProof="0" dirty="0" err="1">
                  <a:solidFill>
                    <a:schemeClr val="tx1"/>
                  </a:solidFill>
                </a:rPr>
                <a:t>i</a:t>
              </a:r>
              <a:endParaRPr lang="es-ES_tradnl" b="1" i="1" baseline="-25000" noProof="0" dirty="0">
                <a:solidFill>
                  <a:schemeClr val="tx1"/>
                </a:solidFill>
              </a:endParaRPr>
            </a:p>
          </p:txBody>
        </p:sp>
        <p:sp>
          <p:nvSpPr>
            <p:cNvPr id="42" name="Text Box 506">
              <a:extLst>
                <a:ext uri="{FF2B5EF4-FFF2-40B4-BE49-F238E27FC236}">
                  <a16:creationId xmlns:a16="http://schemas.microsoft.com/office/drawing/2014/main" id="{42334B72-9F70-8C89-CB15-7BA6F9B46F4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534400" y="2705100"/>
              <a:ext cx="357188" cy="396875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/>
              <a:r>
                <a:rPr lang="es-ES_tradnl" i="1" noProof="0" dirty="0">
                  <a:solidFill>
                    <a:schemeClr val="tx1"/>
                  </a:solidFill>
                </a:rPr>
                <a:t>s</a:t>
              </a:r>
              <a:r>
                <a:rPr lang="es-ES_tradnl" b="1" i="1" baseline="-25000" noProof="0" dirty="0">
                  <a:solidFill>
                    <a:schemeClr val="tx1"/>
                  </a:solidFill>
                </a:rPr>
                <a:t>i</a:t>
              </a:r>
            </a:p>
          </p:txBody>
        </p:sp>
        <p:sp>
          <p:nvSpPr>
            <p:cNvPr id="43" name="Text Box 507">
              <a:extLst>
                <a:ext uri="{FF2B5EF4-FFF2-40B4-BE49-F238E27FC236}">
                  <a16:creationId xmlns:a16="http://schemas.microsoft.com/office/drawing/2014/main" id="{C1F5589B-47B7-A159-8326-9C465EDB055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382000" y="5067300"/>
              <a:ext cx="546100" cy="396875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/>
              <a:r>
                <a:rPr lang="es-ES_tradnl" i="1" noProof="0" dirty="0">
                  <a:solidFill>
                    <a:schemeClr val="tx1"/>
                  </a:solidFill>
                </a:rPr>
                <a:t>c</a:t>
              </a:r>
              <a:r>
                <a:rPr lang="es-ES_tradnl" b="1" i="1" baseline="-25000" noProof="0" dirty="0">
                  <a:solidFill>
                    <a:schemeClr val="tx1"/>
                  </a:solidFill>
                </a:rPr>
                <a:t>i+1</a:t>
              </a:r>
            </a:p>
          </p:txBody>
        </p:sp>
        <p:sp>
          <p:nvSpPr>
            <p:cNvPr id="44" name="Freeform 508">
              <a:extLst>
                <a:ext uri="{FF2B5EF4-FFF2-40B4-BE49-F238E27FC236}">
                  <a16:creationId xmlns:a16="http://schemas.microsoft.com/office/drawing/2014/main" id="{FEBBD9B3-B9AD-6894-5409-36DF7804CE6A}"/>
                </a:ext>
              </a:extLst>
            </p:cNvPr>
            <p:cNvSpPr>
              <a:spLocks/>
            </p:cNvSpPr>
            <p:nvPr/>
          </p:nvSpPr>
          <p:spPr bwMode="auto">
            <a:xfrm>
              <a:off x="3962400" y="4000500"/>
              <a:ext cx="2362200" cy="304800"/>
            </a:xfrm>
            <a:custGeom>
              <a:avLst/>
              <a:gdLst/>
              <a:ahLst/>
              <a:cxnLst>
                <a:cxn ang="0">
                  <a:pos x="0" y="192"/>
                </a:cxn>
                <a:cxn ang="0">
                  <a:pos x="240" y="192"/>
                </a:cxn>
                <a:cxn ang="0">
                  <a:pos x="240" y="0"/>
                </a:cxn>
                <a:cxn ang="0">
                  <a:pos x="1488" y="0"/>
                </a:cxn>
              </a:cxnLst>
              <a:rect l="0" t="0" r="r" b="b"/>
              <a:pathLst>
                <a:path w="1488" h="192">
                  <a:moveTo>
                    <a:pt x="0" y="192"/>
                  </a:moveTo>
                  <a:lnTo>
                    <a:pt x="240" y="192"/>
                  </a:lnTo>
                  <a:lnTo>
                    <a:pt x="240" y="0"/>
                  </a:lnTo>
                  <a:lnTo>
                    <a:pt x="1488" y="0"/>
                  </a:lnTo>
                </a:path>
              </a:pathLst>
            </a:custGeom>
            <a:noFill/>
            <a:ln w="19050" cap="flat" cmpd="sng">
              <a:solidFill>
                <a:schemeClr val="tx2"/>
              </a:solidFill>
              <a:prstDash val="solid"/>
              <a:round/>
              <a:headEnd/>
              <a:tailEnd/>
            </a:ln>
            <a:effectLst/>
          </p:spPr>
          <p:txBody>
            <a:bodyPr anchor="ctr"/>
            <a:lstStyle/>
            <a:p>
              <a:endParaRPr lang="es-ES_tradnl" noProof="0" dirty="0"/>
            </a:p>
          </p:txBody>
        </p:sp>
        <p:sp>
          <p:nvSpPr>
            <p:cNvPr id="45" name="Freeform 509">
              <a:extLst>
                <a:ext uri="{FF2B5EF4-FFF2-40B4-BE49-F238E27FC236}">
                  <a16:creationId xmlns:a16="http://schemas.microsoft.com/office/drawing/2014/main" id="{8D8E5243-9DC9-A202-5AC1-56509775EDE4}"/>
                </a:ext>
              </a:extLst>
            </p:cNvPr>
            <p:cNvSpPr>
              <a:spLocks/>
            </p:cNvSpPr>
            <p:nvPr/>
          </p:nvSpPr>
          <p:spPr bwMode="auto">
            <a:xfrm>
              <a:off x="3962400" y="3848100"/>
              <a:ext cx="2362200" cy="152400"/>
            </a:xfrm>
            <a:custGeom>
              <a:avLst/>
              <a:gdLst/>
              <a:ahLst/>
              <a:cxnLst>
                <a:cxn ang="0">
                  <a:pos x="0" y="96"/>
                </a:cxn>
                <a:cxn ang="0">
                  <a:pos x="144" y="96"/>
                </a:cxn>
                <a:cxn ang="0">
                  <a:pos x="144" y="0"/>
                </a:cxn>
                <a:cxn ang="0">
                  <a:pos x="1488" y="0"/>
                </a:cxn>
              </a:cxnLst>
              <a:rect l="0" t="0" r="r" b="b"/>
              <a:pathLst>
                <a:path w="1488" h="96">
                  <a:moveTo>
                    <a:pt x="0" y="96"/>
                  </a:moveTo>
                  <a:lnTo>
                    <a:pt x="144" y="96"/>
                  </a:lnTo>
                  <a:lnTo>
                    <a:pt x="144" y="0"/>
                  </a:lnTo>
                  <a:lnTo>
                    <a:pt x="1488" y="0"/>
                  </a:lnTo>
                </a:path>
              </a:pathLst>
            </a:custGeom>
            <a:noFill/>
            <a:ln w="19050" cap="flat" cmpd="sng">
              <a:solidFill>
                <a:schemeClr val="tx2"/>
              </a:solidFill>
              <a:prstDash val="solid"/>
              <a:round/>
              <a:headEnd/>
              <a:tailEnd/>
            </a:ln>
            <a:effectLst/>
          </p:spPr>
          <p:txBody>
            <a:bodyPr anchor="ctr"/>
            <a:lstStyle/>
            <a:p>
              <a:endParaRPr lang="es-ES_tradnl" noProof="0" dirty="0"/>
            </a:p>
          </p:txBody>
        </p:sp>
        <p:sp>
          <p:nvSpPr>
            <p:cNvPr id="46" name="Freeform 513">
              <a:extLst>
                <a:ext uri="{FF2B5EF4-FFF2-40B4-BE49-F238E27FC236}">
                  <a16:creationId xmlns:a16="http://schemas.microsoft.com/office/drawing/2014/main" id="{C6701332-F3FE-F2CA-36DA-A2FCB3DD94E3}"/>
                </a:ext>
              </a:extLst>
            </p:cNvPr>
            <p:cNvSpPr>
              <a:spLocks/>
            </p:cNvSpPr>
            <p:nvPr/>
          </p:nvSpPr>
          <p:spPr bwMode="auto">
            <a:xfrm>
              <a:off x="6019800" y="4686300"/>
              <a:ext cx="304800" cy="60960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624"/>
                </a:cxn>
                <a:cxn ang="0">
                  <a:pos x="240" y="624"/>
                </a:cxn>
              </a:cxnLst>
              <a:rect l="0" t="0" r="r" b="b"/>
              <a:pathLst>
                <a:path w="240" h="624">
                  <a:moveTo>
                    <a:pt x="0" y="0"/>
                  </a:moveTo>
                  <a:lnTo>
                    <a:pt x="0" y="624"/>
                  </a:lnTo>
                  <a:lnTo>
                    <a:pt x="240" y="624"/>
                  </a:lnTo>
                </a:path>
              </a:pathLst>
            </a:custGeom>
            <a:noFill/>
            <a:ln w="19050" cap="flat" cmpd="sng">
              <a:solidFill>
                <a:schemeClr val="tx2"/>
              </a:solidFill>
              <a:prstDash val="solid"/>
              <a:round/>
              <a:headEnd/>
              <a:tailEnd/>
            </a:ln>
            <a:effectLst/>
          </p:spPr>
          <p:txBody>
            <a:bodyPr anchor="ctr"/>
            <a:lstStyle/>
            <a:p>
              <a:endParaRPr lang="es-ES_tradnl" noProof="0" dirty="0"/>
            </a:p>
          </p:txBody>
        </p:sp>
      </p:grpSp>
    </p:spTree>
    <p:extLst>
      <p:ext uri="{BB962C8B-B14F-4D97-AF65-F5344CB8AC3E}">
        <p14:creationId xmlns:p14="http://schemas.microsoft.com/office/powerpoint/2010/main" val="149343746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F64917-D4ED-8050-FFBB-068E21FB96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3 Marcador de número de diapositiva">
            <a:extLst>
              <a:ext uri="{FF2B5EF4-FFF2-40B4-BE49-F238E27FC236}">
                <a16:creationId xmlns:a16="http://schemas.microsoft.com/office/drawing/2014/main" id="{7D667BD3-C509-F5E7-B007-08881F273C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4E7847B6-FB90-4985-BDAD-0FC52C69182E}" type="slidenum">
              <a:rPr lang="es-ES_tradnl" noProof="0" smtClean="0"/>
              <a:pPr/>
              <a:t>27</a:t>
            </a:fld>
            <a:endParaRPr lang="es-ES_tradnl" noProof="0" dirty="0"/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2A7D1D59-82C1-638C-CEC6-4E15E05106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Operadores de suma</a:t>
            </a:r>
            <a:endParaRPr lang="en-US" dirty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D11BA3E-FCEA-E08D-B204-FF4BCBDADB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_tradnl" dirty="0"/>
              <a:t>El sumador completo de un bit: Prestaciones</a:t>
            </a:r>
          </a:p>
          <a:p>
            <a:pPr lvl="1"/>
            <a:r>
              <a:rPr lang="es-ES_tradnl" dirty="0"/>
              <a:t>Tiempo de retardo:</a:t>
            </a:r>
          </a:p>
          <a:p>
            <a:pPr lvl="1"/>
            <a:endParaRPr lang="es-ES_tradnl" dirty="0"/>
          </a:p>
          <a:p>
            <a:pPr lvl="1">
              <a:buNone/>
            </a:pPr>
            <a:r>
              <a:rPr lang="es-ES_tradnl" i="1" dirty="0"/>
              <a:t>	</a:t>
            </a:r>
            <a:r>
              <a:rPr lang="es-ES_tradnl" i="1" dirty="0" err="1"/>
              <a:t>t</a:t>
            </a:r>
            <a:r>
              <a:rPr lang="es-ES_tradnl" b="1" i="1" baseline="-25000" dirty="0" err="1"/>
              <a:t>S</a:t>
            </a:r>
            <a:r>
              <a:rPr lang="es-ES_tradnl" i="1" dirty="0"/>
              <a:t> =  </a:t>
            </a:r>
            <a:r>
              <a:rPr lang="es-ES_tradnl" i="1" dirty="0" err="1"/>
              <a:t>t</a:t>
            </a:r>
            <a:r>
              <a:rPr lang="es-ES_tradnl" b="1" i="1" baseline="-25000" dirty="0" err="1"/>
              <a:t>NOT</a:t>
            </a:r>
            <a:r>
              <a:rPr lang="es-ES_tradnl" b="1" i="1" dirty="0"/>
              <a:t> + </a:t>
            </a:r>
            <a:r>
              <a:rPr lang="es-ES_tradnl" b="1" i="1" dirty="0" err="1"/>
              <a:t>t</a:t>
            </a:r>
            <a:r>
              <a:rPr lang="es-ES_tradnl" b="1" i="1" baseline="-25000" dirty="0" err="1"/>
              <a:t>AND</a:t>
            </a:r>
            <a:r>
              <a:rPr lang="es-ES_tradnl" b="1" i="1" dirty="0"/>
              <a:t> + </a:t>
            </a:r>
            <a:r>
              <a:rPr lang="es-ES_tradnl" b="1" i="1" dirty="0" err="1"/>
              <a:t>t</a:t>
            </a:r>
            <a:r>
              <a:rPr lang="es-ES_tradnl" b="1" i="1" baseline="-25000" dirty="0" err="1"/>
              <a:t>OR</a:t>
            </a:r>
            <a:r>
              <a:rPr lang="es-ES_tradnl" b="1" i="1" dirty="0"/>
              <a:t> </a:t>
            </a:r>
            <a:endParaRPr lang="es-ES_tradnl" dirty="0"/>
          </a:p>
          <a:p>
            <a:pPr lvl="1">
              <a:buNone/>
            </a:pPr>
            <a:r>
              <a:rPr lang="es-ES_tradnl" i="1" dirty="0"/>
              <a:t>	</a:t>
            </a:r>
            <a:r>
              <a:rPr lang="es-ES_tradnl" i="1" dirty="0" err="1"/>
              <a:t>t</a:t>
            </a:r>
            <a:r>
              <a:rPr lang="es-ES_tradnl" b="1" i="1" baseline="-25000" dirty="0" err="1"/>
              <a:t>C</a:t>
            </a:r>
            <a:r>
              <a:rPr lang="es-ES_tradnl" i="1" dirty="0"/>
              <a:t> =  </a:t>
            </a:r>
            <a:r>
              <a:rPr lang="es-ES_tradnl" b="1" i="1" dirty="0" err="1"/>
              <a:t>t</a:t>
            </a:r>
            <a:r>
              <a:rPr lang="es-ES_tradnl" b="1" i="1" baseline="-25000" dirty="0" err="1"/>
              <a:t>AND</a:t>
            </a:r>
            <a:r>
              <a:rPr lang="es-ES_tradnl" b="1" i="1" dirty="0"/>
              <a:t> + </a:t>
            </a:r>
            <a:r>
              <a:rPr lang="es-ES_tradnl" b="1" i="1" dirty="0" err="1"/>
              <a:t>t</a:t>
            </a:r>
            <a:r>
              <a:rPr lang="es-ES_tradnl" b="1" i="1" baseline="-25000" dirty="0" err="1"/>
              <a:t>OR</a:t>
            </a:r>
            <a:r>
              <a:rPr lang="es-ES_tradnl" b="1" i="1" dirty="0"/>
              <a:t> </a:t>
            </a:r>
            <a:endParaRPr lang="es-ES_tradnl" dirty="0"/>
          </a:p>
          <a:p>
            <a:pPr lvl="1"/>
            <a:endParaRPr lang="es-ES_tradnl" dirty="0"/>
          </a:p>
          <a:p>
            <a:pPr lvl="1"/>
            <a:endParaRPr lang="es-ES_tradnl" dirty="0"/>
          </a:p>
          <a:p>
            <a:pPr lvl="1"/>
            <a:r>
              <a:rPr lang="es-ES_tradnl" dirty="0"/>
              <a:t>Complejidad: 12 puertas</a:t>
            </a:r>
          </a:p>
          <a:p>
            <a:endParaRPr lang="en-US" dirty="0"/>
          </a:p>
        </p:txBody>
      </p:sp>
      <p:grpSp>
        <p:nvGrpSpPr>
          <p:cNvPr id="2" name="Agrupar 97">
            <a:extLst>
              <a:ext uri="{FF2B5EF4-FFF2-40B4-BE49-F238E27FC236}">
                <a16:creationId xmlns:a16="http://schemas.microsoft.com/office/drawing/2014/main" id="{11DFBE26-A2A8-F4B0-C011-64741CAA53B9}"/>
              </a:ext>
            </a:extLst>
          </p:cNvPr>
          <p:cNvGrpSpPr/>
          <p:nvPr/>
        </p:nvGrpSpPr>
        <p:grpSpPr>
          <a:xfrm>
            <a:off x="4211960" y="2564904"/>
            <a:ext cx="4716140" cy="3759696"/>
            <a:chOff x="3575050" y="1714500"/>
            <a:chExt cx="5353050" cy="4610100"/>
          </a:xfrm>
        </p:grpSpPr>
        <p:sp>
          <p:nvSpPr>
            <p:cNvPr id="5" name="Line 411">
              <a:extLst>
                <a:ext uri="{FF2B5EF4-FFF2-40B4-BE49-F238E27FC236}">
                  <a16:creationId xmlns:a16="http://schemas.microsoft.com/office/drawing/2014/main" id="{A64A3DA0-01FD-C779-DD11-197C4A94478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81600" y="1866900"/>
              <a:ext cx="1143000" cy="0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/>
            </a:ln>
            <a:effectLst/>
          </p:spPr>
          <p:txBody>
            <a:bodyPr anchor="ctr"/>
            <a:lstStyle/>
            <a:p>
              <a:endParaRPr lang="es-ES_tradnl" noProof="0" dirty="0"/>
            </a:p>
          </p:txBody>
        </p:sp>
        <p:sp>
          <p:nvSpPr>
            <p:cNvPr id="6" name="Line 418">
              <a:extLst>
                <a:ext uri="{FF2B5EF4-FFF2-40B4-BE49-F238E27FC236}">
                  <a16:creationId xmlns:a16="http://schemas.microsoft.com/office/drawing/2014/main" id="{296B7BD4-981F-E6CA-302C-021923C3A3C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096000" y="2476500"/>
              <a:ext cx="228600" cy="0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/>
            </a:ln>
            <a:effectLst/>
          </p:spPr>
          <p:txBody>
            <a:bodyPr anchor="ctr"/>
            <a:lstStyle/>
            <a:p>
              <a:endParaRPr lang="es-ES_tradnl" noProof="0" dirty="0"/>
            </a:p>
          </p:txBody>
        </p:sp>
        <p:sp>
          <p:nvSpPr>
            <p:cNvPr id="7" name="Line 419">
              <a:extLst>
                <a:ext uri="{FF2B5EF4-FFF2-40B4-BE49-F238E27FC236}">
                  <a16:creationId xmlns:a16="http://schemas.microsoft.com/office/drawing/2014/main" id="{F4189FDF-0C29-D61F-4D08-2790DDF98C5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81600" y="2628900"/>
              <a:ext cx="228600" cy="0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/>
            </a:ln>
            <a:effectLst/>
          </p:spPr>
          <p:txBody>
            <a:bodyPr anchor="ctr"/>
            <a:lstStyle/>
            <a:p>
              <a:endParaRPr lang="es-ES_tradnl" noProof="0" dirty="0"/>
            </a:p>
          </p:txBody>
        </p:sp>
        <p:sp>
          <p:nvSpPr>
            <p:cNvPr id="8" name="Line 421">
              <a:extLst>
                <a:ext uri="{FF2B5EF4-FFF2-40B4-BE49-F238E27FC236}">
                  <a16:creationId xmlns:a16="http://schemas.microsoft.com/office/drawing/2014/main" id="{577D77BF-3899-6C67-8623-32513596BA2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096000" y="3086100"/>
              <a:ext cx="228600" cy="0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/>
            </a:ln>
            <a:effectLst/>
          </p:spPr>
          <p:txBody>
            <a:bodyPr anchor="ctr"/>
            <a:lstStyle/>
            <a:p>
              <a:endParaRPr lang="es-ES_tradnl" noProof="0" dirty="0"/>
            </a:p>
          </p:txBody>
        </p:sp>
        <p:sp>
          <p:nvSpPr>
            <p:cNvPr id="9" name="Line 423">
              <a:extLst>
                <a:ext uri="{FF2B5EF4-FFF2-40B4-BE49-F238E27FC236}">
                  <a16:creationId xmlns:a16="http://schemas.microsoft.com/office/drawing/2014/main" id="{1674467F-8201-62BD-F52D-871600CB946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81600" y="3390900"/>
              <a:ext cx="1143000" cy="0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/>
            </a:ln>
            <a:effectLst/>
          </p:spPr>
          <p:txBody>
            <a:bodyPr anchor="ctr"/>
            <a:lstStyle/>
            <a:p>
              <a:endParaRPr lang="es-ES_tradnl" noProof="0" dirty="0"/>
            </a:p>
          </p:txBody>
        </p:sp>
        <p:sp>
          <p:nvSpPr>
            <p:cNvPr id="10" name="Line 424">
              <a:extLst>
                <a:ext uri="{FF2B5EF4-FFF2-40B4-BE49-F238E27FC236}">
                  <a16:creationId xmlns:a16="http://schemas.microsoft.com/office/drawing/2014/main" id="{08D6B7C3-6873-1A23-7A10-88913F07670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62400" y="3695700"/>
              <a:ext cx="2362200" cy="0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/>
            </a:ln>
            <a:effectLst/>
          </p:spPr>
          <p:txBody>
            <a:bodyPr anchor="ctr"/>
            <a:lstStyle/>
            <a:p>
              <a:endParaRPr lang="es-ES_tradnl" noProof="0" dirty="0"/>
            </a:p>
          </p:txBody>
        </p:sp>
        <p:sp>
          <p:nvSpPr>
            <p:cNvPr id="11" name="Freeform 429">
              <a:extLst>
                <a:ext uri="{FF2B5EF4-FFF2-40B4-BE49-F238E27FC236}">
                  <a16:creationId xmlns:a16="http://schemas.microsoft.com/office/drawing/2014/main" id="{0804E94B-5660-81E4-1E0F-BD8CBF9E12C7}"/>
                </a:ext>
              </a:extLst>
            </p:cNvPr>
            <p:cNvSpPr>
              <a:spLocks/>
            </p:cNvSpPr>
            <p:nvPr/>
          </p:nvSpPr>
          <p:spPr bwMode="auto">
            <a:xfrm>
              <a:off x="6934200" y="2019300"/>
              <a:ext cx="762000" cy="68580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88" y="0"/>
                </a:cxn>
                <a:cxn ang="0">
                  <a:pos x="288" y="432"/>
                </a:cxn>
                <a:cxn ang="0">
                  <a:pos x="480" y="432"/>
                </a:cxn>
              </a:cxnLst>
              <a:rect l="0" t="0" r="r" b="b"/>
              <a:pathLst>
                <a:path w="480" h="432">
                  <a:moveTo>
                    <a:pt x="0" y="0"/>
                  </a:moveTo>
                  <a:lnTo>
                    <a:pt x="288" y="0"/>
                  </a:lnTo>
                  <a:lnTo>
                    <a:pt x="288" y="432"/>
                  </a:lnTo>
                  <a:lnTo>
                    <a:pt x="480" y="432"/>
                  </a:lnTo>
                </a:path>
              </a:pathLst>
            </a:custGeom>
            <a:noFill/>
            <a:ln w="19050" cap="flat" cmpd="sng">
              <a:solidFill>
                <a:schemeClr val="tx2"/>
              </a:solidFill>
              <a:prstDash val="solid"/>
              <a:round/>
              <a:headEnd/>
              <a:tailEnd/>
            </a:ln>
            <a:effectLst/>
          </p:spPr>
          <p:txBody>
            <a:bodyPr anchor="ctr"/>
            <a:lstStyle/>
            <a:p>
              <a:endParaRPr lang="es-ES_tradnl" noProof="0" dirty="0"/>
            </a:p>
          </p:txBody>
        </p:sp>
        <p:sp>
          <p:nvSpPr>
            <p:cNvPr id="12" name="Freeform 430">
              <a:extLst>
                <a:ext uri="{FF2B5EF4-FFF2-40B4-BE49-F238E27FC236}">
                  <a16:creationId xmlns:a16="http://schemas.microsoft.com/office/drawing/2014/main" id="{3189FB0A-767A-74B0-1427-E32FB256944E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6934200" y="3162300"/>
              <a:ext cx="762000" cy="68580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88" y="0"/>
                </a:cxn>
                <a:cxn ang="0">
                  <a:pos x="288" y="432"/>
                </a:cxn>
                <a:cxn ang="0">
                  <a:pos x="480" y="432"/>
                </a:cxn>
              </a:cxnLst>
              <a:rect l="0" t="0" r="r" b="b"/>
              <a:pathLst>
                <a:path w="480" h="432">
                  <a:moveTo>
                    <a:pt x="0" y="0"/>
                  </a:moveTo>
                  <a:lnTo>
                    <a:pt x="288" y="0"/>
                  </a:lnTo>
                  <a:lnTo>
                    <a:pt x="288" y="432"/>
                  </a:lnTo>
                  <a:lnTo>
                    <a:pt x="480" y="432"/>
                  </a:lnTo>
                </a:path>
              </a:pathLst>
            </a:custGeom>
            <a:noFill/>
            <a:ln w="19050" cap="flat" cmpd="sng">
              <a:solidFill>
                <a:schemeClr val="tx2"/>
              </a:solidFill>
              <a:prstDash val="solid"/>
              <a:round/>
              <a:headEnd/>
              <a:tailEnd/>
            </a:ln>
            <a:effectLst/>
          </p:spPr>
          <p:txBody>
            <a:bodyPr anchor="ctr"/>
            <a:lstStyle/>
            <a:p>
              <a:endParaRPr lang="es-ES_tradnl" noProof="0" dirty="0"/>
            </a:p>
          </p:txBody>
        </p:sp>
        <p:sp>
          <p:nvSpPr>
            <p:cNvPr id="13" name="Line 431">
              <a:extLst>
                <a:ext uri="{FF2B5EF4-FFF2-40B4-BE49-F238E27FC236}">
                  <a16:creationId xmlns:a16="http://schemas.microsoft.com/office/drawing/2014/main" id="{9D8EDB0B-B009-BED0-CE41-2AA9CDDC666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382000" y="2933700"/>
              <a:ext cx="228600" cy="0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/>
            </a:ln>
            <a:effectLst/>
          </p:spPr>
          <p:txBody>
            <a:bodyPr anchor="ctr"/>
            <a:lstStyle/>
            <a:p>
              <a:endParaRPr lang="es-ES_tradnl" noProof="0" dirty="0"/>
            </a:p>
          </p:txBody>
        </p:sp>
        <p:grpSp>
          <p:nvGrpSpPr>
            <p:cNvPr id="14" name="Group 511">
              <a:extLst>
                <a:ext uri="{FF2B5EF4-FFF2-40B4-BE49-F238E27FC236}">
                  <a16:creationId xmlns:a16="http://schemas.microsoft.com/office/drawing/2014/main" id="{D74A640B-49A4-51D6-003A-17CAF387216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696200" y="2667000"/>
              <a:ext cx="685800" cy="3048000"/>
              <a:chOff x="4848" y="1464"/>
              <a:chExt cx="432" cy="1920"/>
            </a:xfrm>
          </p:grpSpPr>
          <p:grpSp>
            <p:nvGrpSpPr>
              <p:cNvPr id="12308" name="Group 392">
                <a:extLst>
                  <a:ext uri="{FF2B5EF4-FFF2-40B4-BE49-F238E27FC236}">
                    <a16:creationId xmlns:a16="http://schemas.microsoft.com/office/drawing/2014/main" id="{BACAD019-FBA9-D1E4-FEAF-11F17F7982A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848" y="1464"/>
                <a:ext cx="432" cy="336"/>
                <a:chOff x="4309" y="1776"/>
                <a:chExt cx="491" cy="420"/>
              </a:xfrm>
            </p:grpSpPr>
            <p:sp>
              <p:nvSpPr>
                <p:cNvPr id="12316" name="Freeform 393">
                  <a:extLst>
                    <a:ext uri="{FF2B5EF4-FFF2-40B4-BE49-F238E27FC236}">
                      <a16:creationId xmlns:a16="http://schemas.microsoft.com/office/drawing/2014/main" id="{A01F18FE-797D-07E4-A988-667C8DDB12B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515" y="1980"/>
                  <a:ext cx="285" cy="216"/>
                </a:xfrm>
                <a:custGeom>
                  <a:avLst/>
                  <a:gdLst/>
                  <a:ahLst/>
                  <a:cxnLst>
                    <a:cxn ang="0">
                      <a:pos x="0" y="199"/>
                    </a:cxn>
                    <a:cxn ang="0">
                      <a:pos x="0" y="199"/>
                    </a:cxn>
                    <a:cxn ang="0">
                      <a:pos x="0" y="199"/>
                    </a:cxn>
                    <a:cxn ang="0">
                      <a:pos x="0" y="199"/>
                    </a:cxn>
                    <a:cxn ang="0">
                      <a:pos x="0" y="199"/>
                    </a:cxn>
                    <a:cxn ang="0">
                      <a:pos x="0" y="199"/>
                    </a:cxn>
                    <a:cxn ang="0">
                      <a:pos x="0" y="199"/>
                    </a:cxn>
                    <a:cxn ang="0">
                      <a:pos x="27" y="199"/>
                    </a:cxn>
                    <a:cxn ang="0">
                      <a:pos x="53" y="196"/>
                    </a:cxn>
                    <a:cxn ang="0">
                      <a:pos x="79" y="192"/>
                    </a:cxn>
                    <a:cxn ang="0">
                      <a:pos x="105" y="186"/>
                    </a:cxn>
                    <a:cxn ang="0">
                      <a:pos x="130" y="178"/>
                    </a:cxn>
                    <a:cxn ang="0">
                      <a:pos x="155" y="168"/>
                    </a:cxn>
                    <a:cxn ang="0">
                      <a:pos x="179" y="158"/>
                    </a:cxn>
                    <a:cxn ang="0">
                      <a:pos x="202" y="145"/>
                    </a:cxn>
                    <a:cxn ang="0">
                      <a:pos x="223" y="132"/>
                    </a:cxn>
                    <a:cxn ang="0">
                      <a:pos x="245" y="117"/>
                    </a:cxn>
                    <a:cxn ang="0">
                      <a:pos x="265" y="101"/>
                    </a:cxn>
                    <a:cxn ang="0">
                      <a:pos x="284" y="82"/>
                    </a:cxn>
                    <a:cxn ang="0">
                      <a:pos x="302" y="64"/>
                    </a:cxn>
                    <a:cxn ang="0">
                      <a:pos x="319" y="43"/>
                    </a:cxn>
                    <a:cxn ang="0">
                      <a:pos x="334" y="22"/>
                    </a:cxn>
                    <a:cxn ang="0">
                      <a:pos x="348" y="0"/>
                    </a:cxn>
                  </a:cxnLst>
                  <a:rect l="0" t="0" r="r" b="b"/>
                  <a:pathLst>
                    <a:path w="349" h="200">
                      <a:moveTo>
                        <a:pt x="0" y="199"/>
                      </a:moveTo>
                      <a:lnTo>
                        <a:pt x="0" y="199"/>
                      </a:lnTo>
                      <a:lnTo>
                        <a:pt x="0" y="199"/>
                      </a:lnTo>
                      <a:lnTo>
                        <a:pt x="0" y="199"/>
                      </a:lnTo>
                      <a:lnTo>
                        <a:pt x="0" y="199"/>
                      </a:lnTo>
                      <a:lnTo>
                        <a:pt x="0" y="199"/>
                      </a:lnTo>
                      <a:lnTo>
                        <a:pt x="0" y="199"/>
                      </a:lnTo>
                      <a:lnTo>
                        <a:pt x="27" y="199"/>
                      </a:lnTo>
                      <a:lnTo>
                        <a:pt x="53" y="196"/>
                      </a:lnTo>
                      <a:lnTo>
                        <a:pt x="79" y="192"/>
                      </a:lnTo>
                      <a:lnTo>
                        <a:pt x="105" y="186"/>
                      </a:lnTo>
                      <a:lnTo>
                        <a:pt x="130" y="178"/>
                      </a:lnTo>
                      <a:lnTo>
                        <a:pt x="155" y="168"/>
                      </a:lnTo>
                      <a:lnTo>
                        <a:pt x="179" y="158"/>
                      </a:lnTo>
                      <a:lnTo>
                        <a:pt x="202" y="145"/>
                      </a:lnTo>
                      <a:lnTo>
                        <a:pt x="223" y="132"/>
                      </a:lnTo>
                      <a:lnTo>
                        <a:pt x="245" y="117"/>
                      </a:lnTo>
                      <a:lnTo>
                        <a:pt x="265" y="101"/>
                      </a:lnTo>
                      <a:lnTo>
                        <a:pt x="284" y="82"/>
                      </a:lnTo>
                      <a:lnTo>
                        <a:pt x="302" y="64"/>
                      </a:lnTo>
                      <a:lnTo>
                        <a:pt x="319" y="43"/>
                      </a:lnTo>
                      <a:lnTo>
                        <a:pt x="334" y="22"/>
                      </a:lnTo>
                      <a:lnTo>
                        <a:pt x="348" y="0"/>
                      </a:lnTo>
                    </a:path>
                  </a:pathLst>
                </a:custGeom>
                <a:noFill/>
                <a:ln w="25400" cap="rnd" cmpd="sng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/>
                <a:lstStyle/>
                <a:p>
                  <a:endParaRPr lang="es-ES_tradnl" noProof="0" dirty="0"/>
                </a:p>
              </p:txBody>
            </p:sp>
            <p:sp>
              <p:nvSpPr>
                <p:cNvPr id="12317" name="Line 394">
                  <a:extLst>
                    <a:ext uri="{FF2B5EF4-FFF2-40B4-BE49-F238E27FC236}">
                      <a16:creationId xmlns:a16="http://schemas.microsoft.com/office/drawing/2014/main" id="{5B84D42E-13E6-1453-C10D-D3D2719BB4E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4310" y="2195"/>
                  <a:ext cx="204" cy="0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ffectLst/>
              </p:spPr>
              <p:txBody>
                <a:bodyPr wrap="none" anchor="ctr"/>
                <a:lstStyle/>
                <a:p>
                  <a:endParaRPr lang="es-ES_tradnl" noProof="0" dirty="0"/>
                </a:p>
              </p:txBody>
            </p:sp>
            <p:sp>
              <p:nvSpPr>
                <p:cNvPr id="12318" name="Freeform 395">
                  <a:extLst>
                    <a:ext uri="{FF2B5EF4-FFF2-40B4-BE49-F238E27FC236}">
                      <a16:creationId xmlns:a16="http://schemas.microsoft.com/office/drawing/2014/main" id="{D3AAB4FB-F9A3-33EC-8D9A-7E542F39A42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309" y="1986"/>
                  <a:ext cx="68" cy="209"/>
                </a:xfrm>
                <a:custGeom>
                  <a:avLst/>
                  <a:gdLst/>
                  <a:ahLst/>
                  <a:cxnLst>
                    <a:cxn ang="0">
                      <a:pos x="0" y="192"/>
                    </a:cxn>
                    <a:cxn ang="0">
                      <a:pos x="0" y="192"/>
                    </a:cxn>
                    <a:cxn ang="0">
                      <a:pos x="9" y="182"/>
                    </a:cxn>
                    <a:cxn ang="0">
                      <a:pos x="18" y="172"/>
                    </a:cxn>
                    <a:cxn ang="0">
                      <a:pos x="27" y="161"/>
                    </a:cxn>
                    <a:cxn ang="0">
                      <a:pos x="34" y="151"/>
                    </a:cxn>
                    <a:cxn ang="0">
                      <a:pos x="42" y="139"/>
                    </a:cxn>
                    <a:cxn ang="0">
                      <a:pos x="48" y="128"/>
                    </a:cxn>
                    <a:cxn ang="0">
                      <a:pos x="55" y="116"/>
                    </a:cxn>
                    <a:cxn ang="0">
                      <a:pos x="60" y="103"/>
                    </a:cxn>
                    <a:cxn ang="0">
                      <a:pos x="65" y="91"/>
                    </a:cxn>
                    <a:cxn ang="0">
                      <a:pos x="70" y="78"/>
                    </a:cxn>
                    <a:cxn ang="0">
                      <a:pos x="73" y="65"/>
                    </a:cxn>
                    <a:cxn ang="0">
                      <a:pos x="76" y="53"/>
                    </a:cxn>
                    <a:cxn ang="0">
                      <a:pos x="79" y="39"/>
                    </a:cxn>
                    <a:cxn ang="0">
                      <a:pos x="81" y="26"/>
                    </a:cxn>
                    <a:cxn ang="0">
                      <a:pos x="82" y="13"/>
                    </a:cxn>
                    <a:cxn ang="0">
                      <a:pos x="82" y="0"/>
                    </a:cxn>
                  </a:cxnLst>
                  <a:rect l="0" t="0" r="r" b="b"/>
                  <a:pathLst>
                    <a:path w="83" h="193">
                      <a:moveTo>
                        <a:pt x="0" y="192"/>
                      </a:moveTo>
                      <a:lnTo>
                        <a:pt x="0" y="192"/>
                      </a:lnTo>
                      <a:lnTo>
                        <a:pt x="9" y="182"/>
                      </a:lnTo>
                      <a:lnTo>
                        <a:pt x="18" y="172"/>
                      </a:lnTo>
                      <a:lnTo>
                        <a:pt x="27" y="161"/>
                      </a:lnTo>
                      <a:lnTo>
                        <a:pt x="34" y="151"/>
                      </a:lnTo>
                      <a:lnTo>
                        <a:pt x="42" y="139"/>
                      </a:lnTo>
                      <a:lnTo>
                        <a:pt x="48" y="128"/>
                      </a:lnTo>
                      <a:lnTo>
                        <a:pt x="55" y="116"/>
                      </a:lnTo>
                      <a:lnTo>
                        <a:pt x="60" y="103"/>
                      </a:lnTo>
                      <a:lnTo>
                        <a:pt x="65" y="91"/>
                      </a:lnTo>
                      <a:lnTo>
                        <a:pt x="70" y="78"/>
                      </a:lnTo>
                      <a:lnTo>
                        <a:pt x="73" y="65"/>
                      </a:lnTo>
                      <a:lnTo>
                        <a:pt x="76" y="53"/>
                      </a:lnTo>
                      <a:lnTo>
                        <a:pt x="79" y="39"/>
                      </a:lnTo>
                      <a:lnTo>
                        <a:pt x="81" y="26"/>
                      </a:lnTo>
                      <a:lnTo>
                        <a:pt x="82" y="13"/>
                      </a:lnTo>
                      <a:lnTo>
                        <a:pt x="82" y="0"/>
                      </a:lnTo>
                    </a:path>
                  </a:pathLst>
                </a:custGeom>
                <a:noFill/>
                <a:ln w="25400" cap="rnd" cmpd="sng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/>
                <a:lstStyle/>
                <a:p>
                  <a:endParaRPr lang="es-ES_tradnl" noProof="0" dirty="0"/>
                </a:p>
              </p:txBody>
            </p:sp>
            <p:sp>
              <p:nvSpPr>
                <p:cNvPr id="12319" name="Freeform 396">
                  <a:extLst>
                    <a:ext uri="{FF2B5EF4-FFF2-40B4-BE49-F238E27FC236}">
                      <a16:creationId xmlns:a16="http://schemas.microsoft.com/office/drawing/2014/main" id="{88D29DC2-0940-717E-A47C-BA2AEC4CF8F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309" y="1777"/>
                  <a:ext cx="68" cy="210"/>
                </a:xfrm>
                <a:custGeom>
                  <a:avLst/>
                  <a:gdLst/>
                  <a:ahLst/>
                  <a:cxnLst>
                    <a:cxn ang="0">
                      <a:pos x="82" y="193"/>
                    </a:cxn>
                    <a:cxn ang="0">
                      <a:pos x="82" y="193"/>
                    </a:cxn>
                    <a:cxn ang="0">
                      <a:pos x="82" y="179"/>
                    </a:cxn>
                    <a:cxn ang="0">
                      <a:pos x="81" y="166"/>
                    </a:cxn>
                    <a:cxn ang="0">
                      <a:pos x="79" y="153"/>
                    </a:cxn>
                    <a:cxn ang="0">
                      <a:pos x="76" y="139"/>
                    </a:cxn>
                    <a:cxn ang="0">
                      <a:pos x="73" y="127"/>
                    </a:cxn>
                    <a:cxn ang="0">
                      <a:pos x="70" y="114"/>
                    </a:cxn>
                    <a:cxn ang="0">
                      <a:pos x="65" y="101"/>
                    </a:cxn>
                    <a:cxn ang="0">
                      <a:pos x="60" y="89"/>
                    </a:cxn>
                    <a:cxn ang="0">
                      <a:pos x="55" y="76"/>
                    </a:cxn>
                    <a:cxn ang="0">
                      <a:pos x="48" y="64"/>
                    </a:cxn>
                    <a:cxn ang="0">
                      <a:pos x="42" y="53"/>
                    </a:cxn>
                    <a:cxn ang="0">
                      <a:pos x="34" y="41"/>
                    </a:cxn>
                    <a:cxn ang="0">
                      <a:pos x="27" y="31"/>
                    </a:cxn>
                    <a:cxn ang="0">
                      <a:pos x="18" y="20"/>
                    </a:cxn>
                    <a:cxn ang="0">
                      <a:pos x="9" y="10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 w="83" h="194">
                      <a:moveTo>
                        <a:pt x="82" y="193"/>
                      </a:moveTo>
                      <a:lnTo>
                        <a:pt x="82" y="193"/>
                      </a:lnTo>
                      <a:lnTo>
                        <a:pt x="82" y="179"/>
                      </a:lnTo>
                      <a:lnTo>
                        <a:pt x="81" y="166"/>
                      </a:lnTo>
                      <a:lnTo>
                        <a:pt x="79" y="153"/>
                      </a:lnTo>
                      <a:lnTo>
                        <a:pt x="76" y="139"/>
                      </a:lnTo>
                      <a:lnTo>
                        <a:pt x="73" y="127"/>
                      </a:lnTo>
                      <a:lnTo>
                        <a:pt x="70" y="114"/>
                      </a:lnTo>
                      <a:lnTo>
                        <a:pt x="65" y="101"/>
                      </a:lnTo>
                      <a:lnTo>
                        <a:pt x="60" y="89"/>
                      </a:lnTo>
                      <a:lnTo>
                        <a:pt x="55" y="76"/>
                      </a:lnTo>
                      <a:lnTo>
                        <a:pt x="48" y="64"/>
                      </a:lnTo>
                      <a:lnTo>
                        <a:pt x="42" y="53"/>
                      </a:lnTo>
                      <a:lnTo>
                        <a:pt x="34" y="41"/>
                      </a:lnTo>
                      <a:lnTo>
                        <a:pt x="27" y="31"/>
                      </a:lnTo>
                      <a:lnTo>
                        <a:pt x="18" y="20"/>
                      </a:lnTo>
                      <a:lnTo>
                        <a:pt x="9" y="10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25400" cap="rnd" cmpd="sng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/>
                <a:lstStyle/>
                <a:p>
                  <a:endParaRPr lang="es-ES_tradnl" noProof="0" dirty="0"/>
                </a:p>
              </p:txBody>
            </p:sp>
            <p:sp>
              <p:nvSpPr>
                <p:cNvPr id="12320" name="Line 397">
                  <a:extLst>
                    <a:ext uri="{FF2B5EF4-FFF2-40B4-BE49-F238E27FC236}">
                      <a16:creationId xmlns:a16="http://schemas.microsoft.com/office/drawing/2014/main" id="{F902673C-0020-01A6-D347-B6D635E69C7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310" y="1776"/>
                  <a:ext cx="204" cy="0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ffectLst/>
              </p:spPr>
              <p:txBody>
                <a:bodyPr wrap="none" anchor="ctr"/>
                <a:lstStyle/>
                <a:p>
                  <a:endParaRPr lang="es-ES_tradnl" noProof="0" dirty="0"/>
                </a:p>
              </p:txBody>
            </p:sp>
            <p:sp>
              <p:nvSpPr>
                <p:cNvPr id="12321" name="Freeform 398">
                  <a:extLst>
                    <a:ext uri="{FF2B5EF4-FFF2-40B4-BE49-F238E27FC236}">
                      <a16:creationId xmlns:a16="http://schemas.microsoft.com/office/drawing/2014/main" id="{006817A7-5620-02A4-D111-7B633A439F8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515" y="1776"/>
                  <a:ext cx="285" cy="216"/>
                </a:xfrm>
                <a:custGeom>
                  <a:avLst/>
                  <a:gdLst/>
                  <a:ahLst/>
                  <a:cxnLst>
                    <a:cxn ang="0">
                      <a:pos x="348" y="199"/>
                    </a:cxn>
                    <a:cxn ang="0">
                      <a:pos x="348" y="199"/>
                    </a:cxn>
                    <a:cxn ang="0">
                      <a:pos x="334" y="177"/>
                    </a:cxn>
                    <a:cxn ang="0">
                      <a:pos x="319" y="156"/>
                    </a:cxn>
                    <a:cxn ang="0">
                      <a:pos x="302" y="135"/>
                    </a:cxn>
                    <a:cxn ang="0">
                      <a:pos x="284" y="117"/>
                    </a:cxn>
                    <a:cxn ang="0">
                      <a:pos x="265" y="98"/>
                    </a:cxn>
                    <a:cxn ang="0">
                      <a:pos x="245" y="82"/>
                    </a:cxn>
                    <a:cxn ang="0">
                      <a:pos x="223" y="67"/>
                    </a:cxn>
                    <a:cxn ang="0">
                      <a:pos x="202" y="54"/>
                    </a:cxn>
                    <a:cxn ang="0">
                      <a:pos x="179" y="41"/>
                    </a:cxn>
                    <a:cxn ang="0">
                      <a:pos x="155" y="31"/>
                    </a:cxn>
                    <a:cxn ang="0">
                      <a:pos x="130" y="21"/>
                    </a:cxn>
                    <a:cxn ang="0">
                      <a:pos x="105" y="13"/>
                    </a:cxn>
                    <a:cxn ang="0">
                      <a:pos x="79" y="7"/>
                    </a:cxn>
                    <a:cxn ang="0">
                      <a:pos x="53" y="3"/>
                    </a:cxn>
                    <a:cxn ang="0">
                      <a:pos x="27" y="0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 w="349" h="200">
                      <a:moveTo>
                        <a:pt x="348" y="199"/>
                      </a:moveTo>
                      <a:lnTo>
                        <a:pt x="348" y="199"/>
                      </a:lnTo>
                      <a:lnTo>
                        <a:pt x="334" y="177"/>
                      </a:lnTo>
                      <a:lnTo>
                        <a:pt x="319" y="156"/>
                      </a:lnTo>
                      <a:lnTo>
                        <a:pt x="302" y="135"/>
                      </a:lnTo>
                      <a:lnTo>
                        <a:pt x="284" y="117"/>
                      </a:lnTo>
                      <a:lnTo>
                        <a:pt x="265" y="98"/>
                      </a:lnTo>
                      <a:lnTo>
                        <a:pt x="245" y="82"/>
                      </a:lnTo>
                      <a:lnTo>
                        <a:pt x="223" y="67"/>
                      </a:lnTo>
                      <a:lnTo>
                        <a:pt x="202" y="54"/>
                      </a:lnTo>
                      <a:lnTo>
                        <a:pt x="179" y="41"/>
                      </a:lnTo>
                      <a:lnTo>
                        <a:pt x="155" y="31"/>
                      </a:lnTo>
                      <a:lnTo>
                        <a:pt x="130" y="21"/>
                      </a:lnTo>
                      <a:lnTo>
                        <a:pt x="105" y="13"/>
                      </a:lnTo>
                      <a:lnTo>
                        <a:pt x="79" y="7"/>
                      </a:lnTo>
                      <a:lnTo>
                        <a:pt x="53" y="3"/>
                      </a:lnTo>
                      <a:lnTo>
                        <a:pt x="27" y="0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25400" cap="rnd" cmpd="sng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/>
                <a:lstStyle/>
                <a:p>
                  <a:endParaRPr lang="es-ES_tradnl" noProof="0" dirty="0"/>
                </a:p>
              </p:txBody>
            </p:sp>
          </p:grpSp>
          <p:grpSp>
            <p:nvGrpSpPr>
              <p:cNvPr id="12309" name="Group 444">
                <a:extLst>
                  <a:ext uri="{FF2B5EF4-FFF2-40B4-BE49-F238E27FC236}">
                    <a16:creationId xmlns:a16="http://schemas.microsoft.com/office/drawing/2014/main" id="{D86B5F21-8B36-B650-D551-8665C7C7FAB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848" y="3048"/>
                <a:ext cx="432" cy="336"/>
                <a:chOff x="4309" y="1776"/>
                <a:chExt cx="491" cy="420"/>
              </a:xfrm>
            </p:grpSpPr>
            <p:sp>
              <p:nvSpPr>
                <p:cNvPr id="12310" name="Freeform 445">
                  <a:extLst>
                    <a:ext uri="{FF2B5EF4-FFF2-40B4-BE49-F238E27FC236}">
                      <a16:creationId xmlns:a16="http://schemas.microsoft.com/office/drawing/2014/main" id="{FA9E5D09-4960-6896-E0D3-526F19C26EF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515" y="1980"/>
                  <a:ext cx="285" cy="216"/>
                </a:xfrm>
                <a:custGeom>
                  <a:avLst/>
                  <a:gdLst/>
                  <a:ahLst/>
                  <a:cxnLst>
                    <a:cxn ang="0">
                      <a:pos x="0" y="199"/>
                    </a:cxn>
                    <a:cxn ang="0">
                      <a:pos x="0" y="199"/>
                    </a:cxn>
                    <a:cxn ang="0">
                      <a:pos x="0" y="199"/>
                    </a:cxn>
                    <a:cxn ang="0">
                      <a:pos x="0" y="199"/>
                    </a:cxn>
                    <a:cxn ang="0">
                      <a:pos x="0" y="199"/>
                    </a:cxn>
                    <a:cxn ang="0">
                      <a:pos x="0" y="199"/>
                    </a:cxn>
                    <a:cxn ang="0">
                      <a:pos x="0" y="199"/>
                    </a:cxn>
                    <a:cxn ang="0">
                      <a:pos x="27" y="199"/>
                    </a:cxn>
                    <a:cxn ang="0">
                      <a:pos x="53" y="196"/>
                    </a:cxn>
                    <a:cxn ang="0">
                      <a:pos x="79" y="192"/>
                    </a:cxn>
                    <a:cxn ang="0">
                      <a:pos x="105" y="186"/>
                    </a:cxn>
                    <a:cxn ang="0">
                      <a:pos x="130" y="178"/>
                    </a:cxn>
                    <a:cxn ang="0">
                      <a:pos x="155" y="168"/>
                    </a:cxn>
                    <a:cxn ang="0">
                      <a:pos x="179" y="158"/>
                    </a:cxn>
                    <a:cxn ang="0">
                      <a:pos x="202" y="145"/>
                    </a:cxn>
                    <a:cxn ang="0">
                      <a:pos x="223" y="132"/>
                    </a:cxn>
                    <a:cxn ang="0">
                      <a:pos x="245" y="117"/>
                    </a:cxn>
                    <a:cxn ang="0">
                      <a:pos x="265" y="101"/>
                    </a:cxn>
                    <a:cxn ang="0">
                      <a:pos x="284" y="82"/>
                    </a:cxn>
                    <a:cxn ang="0">
                      <a:pos x="302" y="64"/>
                    </a:cxn>
                    <a:cxn ang="0">
                      <a:pos x="319" y="43"/>
                    </a:cxn>
                    <a:cxn ang="0">
                      <a:pos x="334" y="22"/>
                    </a:cxn>
                    <a:cxn ang="0">
                      <a:pos x="348" y="0"/>
                    </a:cxn>
                  </a:cxnLst>
                  <a:rect l="0" t="0" r="r" b="b"/>
                  <a:pathLst>
                    <a:path w="349" h="200">
                      <a:moveTo>
                        <a:pt x="0" y="199"/>
                      </a:moveTo>
                      <a:lnTo>
                        <a:pt x="0" y="199"/>
                      </a:lnTo>
                      <a:lnTo>
                        <a:pt x="0" y="199"/>
                      </a:lnTo>
                      <a:lnTo>
                        <a:pt x="0" y="199"/>
                      </a:lnTo>
                      <a:lnTo>
                        <a:pt x="0" y="199"/>
                      </a:lnTo>
                      <a:lnTo>
                        <a:pt x="0" y="199"/>
                      </a:lnTo>
                      <a:lnTo>
                        <a:pt x="0" y="199"/>
                      </a:lnTo>
                      <a:lnTo>
                        <a:pt x="27" y="199"/>
                      </a:lnTo>
                      <a:lnTo>
                        <a:pt x="53" y="196"/>
                      </a:lnTo>
                      <a:lnTo>
                        <a:pt x="79" y="192"/>
                      </a:lnTo>
                      <a:lnTo>
                        <a:pt x="105" y="186"/>
                      </a:lnTo>
                      <a:lnTo>
                        <a:pt x="130" y="178"/>
                      </a:lnTo>
                      <a:lnTo>
                        <a:pt x="155" y="168"/>
                      </a:lnTo>
                      <a:lnTo>
                        <a:pt x="179" y="158"/>
                      </a:lnTo>
                      <a:lnTo>
                        <a:pt x="202" y="145"/>
                      </a:lnTo>
                      <a:lnTo>
                        <a:pt x="223" y="132"/>
                      </a:lnTo>
                      <a:lnTo>
                        <a:pt x="245" y="117"/>
                      </a:lnTo>
                      <a:lnTo>
                        <a:pt x="265" y="101"/>
                      </a:lnTo>
                      <a:lnTo>
                        <a:pt x="284" y="82"/>
                      </a:lnTo>
                      <a:lnTo>
                        <a:pt x="302" y="64"/>
                      </a:lnTo>
                      <a:lnTo>
                        <a:pt x="319" y="43"/>
                      </a:lnTo>
                      <a:lnTo>
                        <a:pt x="334" y="22"/>
                      </a:lnTo>
                      <a:lnTo>
                        <a:pt x="348" y="0"/>
                      </a:lnTo>
                    </a:path>
                  </a:pathLst>
                </a:custGeom>
                <a:noFill/>
                <a:ln w="25400" cap="rnd" cmpd="sng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/>
                <a:lstStyle/>
                <a:p>
                  <a:endParaRPr lang="es-ES_tradnl" noProof="0" dirty="0"/>
                </a:p>
              </p:txBody>
            </p:sp>
            <p:sp>
              <p:nvSpPr>
                <p:cNvPr id="12311" name="Line 446">
                  <a:extLst>
                    <a:ext uri="{FF2B5EF4-FFF2-40B4-BE49-F238E27FC236}">
                      <a16:creationId xmlns:a16="http://schemas.microsoft.com/office/drawing/2014/main" id="{1D873690-DFAE-0599-97BB-7CE04D53213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4310" y="2195"/>
                  <a:ext cx="204" cy="0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ffectLst/>
              </p:spPr>
              <p:txBody>
                <a:bodyPr wrap="none" anchor="ctr"/>
                <a:lstStyle/>
                <a:p>
                  <a:endParaRPr lang="es-ES_tradnl" noProof="0" dirty="0"/>
                </a:p>
              </p:txBody>
            </p:sp>
            <p:sp>
              <p:nvSpPr>
                <p:cNvPr id="12312" name="Freeform 447">
                  <a:extLst>
                    <a:ext uri="{FF2B5EF4-FFF2-40B4-BE49-F238E27FC236}">
                      <a16:creationId xmlns:a16="http://schemas.microsoft.com/office/drawing/2014/main" id="{4CC4F4E1-B616-5F0E-0F41-2FAC6AF8CBE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309" y="1986"/>
                  <a:ext cx="68" cy="209"/>
                </a:xfrm>
                <a:custGeom>
                  <a:avLst/>
                  <a:gdLst/>
                  <a:ahLst/>
                  <a:cxnLst>
                    <a:cxn ang="0">
                      <a:pos x="0" y="192"/>
                    </a:cxn>
                    <a:cxn ang="0">
                      <a:pos x="0" y="192"/>
                    </a:cxn>
                    <a:cxn ang="0">
                      <a:pos x="9" y="182"/>
                    </a:cxn>
                    <a:cxn ang="0">
                      <a:pos x="18" y="172"/>
                    </a:cxn>
                    <a:cxn ang="0">
                      <a:pos x="27" y="161"/>
                    </a:cxn>
                    <a:cxn ang="0">
                      <a:pos x="34" y="151"/>
                    </a:cxn>
                    <a:cxn ang="0">
                      <a:pos x="42" y="139"/>
                    </a:cxn>
                    <a:cxn ang="0">
                      <a:pos x="48" y="128"/>
                    </a:cxn>
                    <a:cxn ang="0">
                      <a:pos x="55" y="116"/>
                    </a:cxn>
                    <a:cxn ang="0">
                      <a:pos x="60" y="103"/>
                    </a:cxn>
                    <a:cxn ang="0">
                      <a:pos x="65" y="91"/>
                    </a:cxn>
                    <a:cxn ang="0">
                      <a:pos x="70" y="78"/>
                    </a:cxn>
                    <a:cxn ang="0">
                      <a:pos x="73" y="65"/>
                    </a:cxn>
                    <a:cxn ang="0">
                      <a:pos x="76" y="53"/>
                    </a:cxn>
                    <a:cxn ang="0">
                      <a:pos x="79" y="39"/>
                    </a:cxn>
                    <a:cxn ang="0">
                      <a:pos x="81" y="26"/>
                    </a:cxn>
                    <a:cxn ang="0">
                      <a:pos x="82" y="13"/>
                    </a:cxn>
                    <a:cxn ang="0">
                      <a:pos x="82" y="0"/>
                    </a:cxn>
                  </a:cxnLst>
                  <a:rect l="0" t="0" r="r" b="b"/>
                  <a:pathLst>
                    <a:path w="83" h="193">
                      <a:moveTo>
                        <a:pt x="0" y="192"/>
                      </a:moveTo>
                      <a:lnTo>
                        <a:pt x="0" y="192"/>
                      </a:lnTo>
                      <a:lnTo>
                        <a:pt x="9" y="182"/>
                      </a:lnTo>
                      <a:lnTo>
                        <a:pt x="18" y="172"/>
                      </a:lnTo>
                      <a:lnTo>
                        <a:pt x="27" y="161"/>
                      </a:lnTo>
                      <a:lnTo>
                        <a:pt x="34" y="151"/>
                      </a:lnTo>
                      <a:lnTo>
                        <a:pt x="42" y="139"/>
                      </a:lnTo>
                      <a:lnTo>
                        <a:pt x="48" y="128"/>
                      </a:lnTo>
                      <a:lnTo>
                        <a:pt x="55" y="116"/>
                      </a:lnTo>
                      <a:lnTo>
                        <a:pt x="60" y="103"/>
                      </a:lnTo>
                      <a:lnTo>
                        <a:pt x="65" y="91"/>
                      </a:lnTo>
                      <a:lnTo>
                        <a:pt x="70" y="78"/>
                      </a:lnTo>
                      <a:lnTo>
                        <a:pt x="73" y="65"/>
                      </a:lnTo>
                      <a:lnTo>
                        <a:pt x="76" y="53"/>
                      </a:lnTo>
                      <a:lnTo>
                        <a:pt x="79" y="39"/>
                      </a:lnTo>
                      <a:lnTo>
                        <a:pt x="81" y="26"/>
                      </a:lnTo>
                      <a:lnTo>
                        <a:pt x="82" y="13"/>
                      </a:lnTo>
                      <a:lnTo>
                        <a:pt x="82" y="0"/>
                      </a:lnTo>
                    </a:path>
                  </a:pathLst>
                </a:custGeom>
                <a:noFill/>
                <a:ln w="25400" cap="rnd" cmpd="sng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/>
                <a:lstStyle/>
                <a:p>
                  <a:endParaRPr lang="es-ES_tradnl" noProof="0" dirty="0"/>
                </a:p>
              </p:txBody>
            </p:sp>
            <p:sp>
              <p:nvSpPr>
                <p:cNvPr id="12313" name="Freeform 448">
                  <a:extLst>
                    <a:ext uri="{FF2B5EF4-FFF2-40B4-BE49-F238E27FC236}">
                      <a16:creationId xmlns:a16="http://schemas.microsoft.com/office/drawing/2014/main" id="{05337D60-7B19-3E07-9796-457959F3619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309" y="1777"/>
                  <a:ext cx="68" cy="210"/>
                </a:xfrm>
                <a:custGeom>
                  <a:avLst/>
                  <a:gdLst/>
                  <a:ahLst/>
                  <a:cxnLst>
                    <a:cxn ang="0">
                      <a:pos x="82" y="193"/>
                    </a:cxn>
                    <a:cxn ang="0">
                      <a:pos x="82" y="193"/>
                    </a:cxn>
                    <a:cxn ang="0">
                      <a:pos x="82" y="179"/>
                    </a:cxn>
                    <a:cxn ang="0">
                      <a:pos x="81" y="166"/>
                    </a:cxn>
                    <a:cxn ang="0">
                      <a:pos x="79" y="153"/>
                    </a:cxn>
                    <a:cxn ang="0">
                      <a:pos x="76" y="139"/>
                    </a:cxn>
                    <a:cxn ang="0">
                      <a:pos x="73" y="127"/>
                    </a:cxn>
                    <a:cxn ang="0">
                      <a:pos x="70" y="114"/>
                    </a:cxn>
                    <a:cxn ang="0">
                      <a:pos x="65" y="101"/>
                    </a:cxn>
                    <a:cxn ang="0">
                      <a:pos x="60" y="89"/>
                    </a:cxn>
                    <a:cxn ang="0">
                      <a:pos x="55" y="76"/>
                    </a:cxn>
                    <a:cxn ang="0">
                      <a:pos x="48" y="64"/>
                    </a:cxn>
                    <a:cxn ang="0">
                      <a:pos x="42" y="53"/>
                    </a:cxn>
                    <a:cxn ang="0">
                      <a:pos x="34" y="41"/>
                    </a:cxn>
                    <a:cxn ang="0">
                      <a:pos x="27" y="31"/>
                    </a:cxn>
                    <a:cxn ang="0">
                      <a:pos x="18" y="20"/>
                    </a:cxn>
                    <a:cxn ang="0">
                      <a:pos x="9" y="10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 w="83" h="194">
                      <a:moveTo>
                        <a:pt x="82" y="193"/>
                      </a:moveTo>
                      <a:lnTo>
                        <a:pt x="82" y="193"/>
                      </a:lnTo>
                      <a:lnTo>
                        <a:pt x="82" y="179"/>
                      </a:lnTo>
                      <a:lnTo>
                        <a:pt x="81" y="166"/>
                      </a:lnTo>
                      <a:lnTo>
                        <a:pt x="79" y="153"/>
                      </a:lnTo>
                      <a:lnTo>
                        <a:pt x="76" y="139"/>
                      </a:lnTo>
                      <a:lnTo>
                        <a:pt x="73" y="127"/>
                      </a:lnTo>
                      <a:lnTo>
                        <a:pt x="70" y="114"/>
                      </a:lnTo>
                      <a:lnTo>
                        <a:pt x="65" y="101"/>
                      </a:lnTo>
                      <a:lnTo>
                        <a:pt x="60" y="89"/>
                      </a:lnTo>
                      <a:lnTo>
                        <a:pt x="55" y="76"/>
                      </a:lnTo>
                      <a:lnTo>
                        <a:pt x="48" y="64"/>
                      </a:lnTo>
                      <a:lnTo>
                        <a:pt x="42" y="53"/>
                      </a:lnTo>
                      <a:lnTo>
                        <a:pt x="34" y="41"/>
                      </a:lnTo>
                      <a:lnTo>
                        <a:pt x="27" y="31"/>
                      </a:lnTo>
                      <a:lnTo>
                        <a:pt x="18" y="20"/>
                      </a:lnTo>
                      <a:lnTo>
                        <a:pt x="9" y="10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25400" cap="rnd" cmpd="sng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/>
                <a:lstStyle/>
                <a:p>
                  <a:endParaRPr lang="es-ES_tradnl" noProof="0" dirty="0"/>
                </a:p>
              </p:txBody>
            </p:sp>
            <p:sp>
              <p:nvSpPr>
                <p:cNvPr id="12314" name="Line 449">
                  <a:extLst>
                    <a:ext uri="{FF2B5EF4-FFF2-40B4-BE49-F238E27FC236}">
                      <a16:creationId xmlns:a16="http://schemas.microsoft.com/office/drawing/2014/main" id="{A356B7EE-6AC4-C95E-8C7F-C6830230254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310" y="1776"/>
                  <a:ext cx="204" cy="0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ffectLst/>
              </p:spPr>
              <p:txBody>
                <a:bodyPr wrap="none" anchor="ctr"/>
                <a:lstStyle/>
                <a:p>
                  <a:endParaRPr lang="es-ES_tradnl" noProof="0" dirty="0"/>
                </a:p>
              </p:txBody>
            </p:sp>
            <p:sp>
              <p:nvSpPr>
                <p:cNvPr id="12315" name="Freeform 450">
                  <a:extLst>
                    <a:ext uri="{FF2B5EF4-FFF2-40B4-BE49-F238E27FC236}">
                      <a16:creationId xmlns:a16="http://schemas.microsoft.com/office/drawing/2014/main" id="{9EA30263-0400-24FD-D6F0-BE08715E75E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515" y="1776"/>
                  <a:ext cx="285" cy="216"/>
                </a:xfrm>
                <a:custGeom>
                  <a:avLst/>
                  <a:gdLst/>
                  <a:ahLst/>
                  <a:cxnLst>
                    <a:cxn ang="0">
                      <a:pos x="348" y="199"/>
                    </a:cxn>
                    <a:cxn ang="0">
                      <a:pos x="348" y="199"/>
                    </a:cxn>
                    <a:cxn ang="0">
                      <a:pos x="334" y="177"/>
                    </a:cxn>
                    <a:cxn ang="0">
                      <a:pos x="319" y="156"/>
                    </a:cxn>
                    <a:cxn ang="0">
                      <a:pos x="302" y="135"/>
                    </a:cxn>
                    <a:cxn ang="0">
                      <a:pos x="284" y="117"/>
                    </a:cxn>
                    <a:cxn ang="0">
                      <a:pos x="265" y="98"/>
                    </a:cxn>
                    <a:cxn ang="0">
                      <a:pos x="245" y="82"/>
                    </a:cxn>
                    <a:cxn ang="0">
                      <a:pos x="223" y="67"/>
                    </a:cxn>
                    <a:cxn ang="0">
                      <a:pos x="202" y="54"/>
                    </a:cxn>
                    <a:cxn ang="0">
                      <a:pos x="179" y="41"/>
                    </a:cxn>
                    <a:cxn ang="0">
                      <a:pos x="155" y="31"/>
                    </a:cxn>
                    <a:cxn ang="0">
                      <a:pos x="130" y="21"/>
                    </a:cxn>
                    <a:cxn ang="0">
                      <a:pos x="105" y="13"/>
                    </a:cxn>
                    <a:cxn ang="0">
                      <a:pos x="79" y="7"/>
                    </a:cxn>
                    <a:cxn ang="0">
                      <a:pos x="53" y="3"/>
                    </a:cxn>
                    <a:cxn ang="0">
                      <a:pos x="27" y="0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 w="349" h="200">
                      <a:moveTo>
                        <a:pt x="348" y="199"/>
                      </a:moveTo>
                      <a:lnTo>
                        <a:pt x="348" y="199"/>
                      </a:lnTo>
                      <a:lnTo>
                        <a:pt x="334" y="177"/>
                      </a:lnTo>
                      <a:lnTo>
                        <a:pt x="319" y="156"/>
                      </a:lnTo>
                      <a:lnTo>
                        <a:pt x="302" y="135"/>
                      </a:lnTo>
                      <a:lnTo>
                        <a:pt x="284" y="117"/>
                      </a:lnTo>
                      <a:lnTo>
                        <a:pt x="265" y="98"/>
                      </a:lnTo>
                      <a:lnTo>
                        <a:pt x="245" y="82"/>
                      </a:lnTo>
                      <a:lnTo>
                        <a:pt x="223" y="67"/>
                      </a:lnTo>
                      <a:lnTo>
                        <a:pt x="202" y="54"/>
                      </a:lnTo>
                      <a:lnTo>
                        <a:pt x="179" y="41"/>
                      </a:lnTo>
                      <a:lnTo>
                        <a:pt x="155" y="31"/>
                      </a:lnTo>
                      <a:lnTo>
                        <a:pt x="130" y="21"/>
                      </a:lnTo>
                      <a:lnTo>
                        <a:pt x="105" y="13"/>
                      </a:lnTo>
                      <a:lnTo>
                        <a:pt x="79" y="7"/>
                      </a:lnTo>
                      <a:lnTo>
                        <a:pt x="53" y="3"/>
                      </a:lnTo>
                      <a:lnTo>
                        <a:pt x="27" y="0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25400" cap="rnd" cmpd="sng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/>
                <a:lstStyle/>
                <a:p>
                  <a:endParaRPr lang="es-ES_tradnl" noProof="0" dirty="0"/>
                </a:p>
              </p:txBody>
            </p:sp>
          </p:grpSp>
        </p:grpSp>
        <p:grpSp>
          <p:nvGrpSpPr>
            <p:cNvPr id="15" name="Group 510">
              <a:extLst>
                <a:ext uri="{FF2B5EF4-FFF2-40B4-BE49-F238E27FC236}">
                  <a16:creationId xmlns:a16="http://schemas.microsoft.com/office/drawing/2014/main" id="{B5A13197-E8F8-FB6E-B911-417ED90F4DB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324600" y="1752600"/>
              <a:ext cx="609600" cy="4572000"/>
              <a:chOff x="3984" y="888"/>
              <a:chExt cx="384" cy="2880"/>
            </a:xfrm>
          </p:grpSpPr>
          <p:grpSp>
            <p:nvGrpSpPr>
              <p:cNvPr id="55" name="Group 501">
                <a:extLst>
                  <a:ext uri="{FF2B5EF4-FFF2-40B4-BE49-F238E27FC236}">
                    <a16:creationId xmlns:a16="http://schemas.microsoft.com/office/drawing/2014/main" id="{ED62415F-1D20-CDE2-D191-6049A022A93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984" y="888"/>
                <a:ext cx="384" cy="336"/>
                <a:chOff x="3744" y="888"/>
                <a:chExt cx="384" cy="336"/>
              </a:xfrm>
            </p:grpSpPr>
            <p:sp>
              <p:nvSpPr>
                <p:cNvPr id="12305" name="Freeform 347">
                  <a:extLst>
                    <a:ext uri="{FF2B5EF4-FFF2-40B4-BE49-F238E27FC236}">
                      <a16:creationId xmlns:a16="http://schemas.microsoft.com/office/drawing/2014/main" id="{6CF3109B-DE62-49F0-BA3C-8997ECB7AC33}"/>
                    </a:ext>
                  </a:extLst>
                </p:cNvPr>
                <p:cNvSpPr>
                  <a:spLocks/>
                </p:cNvSpPr>
                <p:nvPr/>
              </p:nvSpPr>
              <p:spPr bwMode="blackWhite">
                <a:xfrm>
                  <a:off x="3956" y="1056"/>
                  <a:ext cx="172" cy="168"/>
                </a:xfrm>
                <a:custGeom>
                  <a:avLst/>
                  <a:gdLst/>
                  <a:ahLst/>
                  <a:cxnLst>
                    <a:cxn ang="0">
                      <a:pos x="0" y="191"/>
                    </a:cxn>
                    <a:cxn ang="0">
                      <a:pos x="0" y="191"/>
                    </a:cxn>
                    <a:cxn ang="0">
                      <a:pos x="0" y="191"/>
                    </a:cxn>
                    <a:cxn ang="0">
                      <a:pos x="0" y="191"/>
                    </a:cxn>
                    <a:cxn ang="0">
                      <a:pos x="0" y="191"/>
                    </a:cxn>
                    <a:cxn ang="0">
                      <a:pos x="0" y="191"/>
                    </a:cxn>
                    <a:cxn ang="0">
                      <a:pos x="0" y="191"/>
                    </a:cxn>
                    <a:cxn ang="0">
                      <a:pos x="19" y="190"/>
                    </a:cxn>
                    <a:cxn ang="0">
                      <a:pos x="38" y="187"/>
                    </a:cxn>
                    <a:cxn ang="0">
                      <a:pos x="56" y="182"/>
                    </a:cxn>
                    <a:cxn ang="0">
                      <a:pos x="74" y="175"/>
                    </a:cxn>
                    <a:cxn ang="0">
                      <a:pos x="90" y="168"/>
                    </a:cxn>
                    <a:cxn ang="0">
                      <a:pos x="107" y="158"/>
                    </a:cxn>
                    <a:cxn ang="0">
                      <a:pos x="121" y="147"/>
                    </a:cxn>
                    <a:cxn ang="0">
                      <a:pos x="134" y="134"/>
                    </a:cxn>
                    <a:cxn ang="0">
                      <a:pos x="146" y="121"/>
                    </a:cxn>
                    <a:cxn ang="0">
                      <a:pos x="158" y="107"/>
                    </a:cxn>
                    <a:cxn ang="0">
                      <a:pos x="167" y="90"/>
                    </a:cxn>
                    <a:cxn ang="0">
                      <a:pos x="175" y="74"/>
                    </a:cxn>
                    <a:cxn ang="0">
                      <a:pos x="182" y="56"/>
                    </a:cxn>
                    <a:cxn ang="0">
                      <a:pos x="186" y="38"/>
                    </a:cxn>
                    <a:cxn ang="0">
                      <a:pos x="189" y="19"/>
                    </a:cxn>
                    <a:cxn ang="0">
                      <a:pos x="190" y="0"/>
                    </a:cxn>
                  </a:cxnLst>
                  <a:rect l="0" t="0" r="r" b="b"/>
                  <a:pathLst>
                    <a:path w="191" h="192">
                      <a:moveTo>
                        <a:pt x="0" y="191"/>
                      </a:moveTo>
                      <a:lnTo>
                        <a:pt x="0" y="191"/>
                      </a:lnTo>
                      <a:lnTo>
                        <a:pt x="0" y="191"/>
                      </a:lnTo>
                      <a:lnTo>
                        <a:pt x="0" y="191"/>
                      </a:lnTo>
                      <a:lnTo>
                        <a:pt x="0" y="191"/>
                      </a:lnTo>
                      <a:lnTo>
                        <a:pt x="0" y="191"/>
                      </a:lnTo>
                      <a:lnTo>
                        <a:pt x="0" y="191"/>
                      </a:lnTo>
                      <a:lnTo>
                        <a:pt x="19" y="190"/>
                      </a:lnTo>
                      <a:lnTo>
                        <a:pt x="38" y="187"/>
                      </a:lnTo>
                      <a:lnTo>
                        <a:pt x="56" y="182"/>
                      </a:lnTo>
                      <a:lnTo>
                        <a:pt x="74" y="175"/>
                      </a:lnTo>
                      <a:lnTo>
                        <a:pt x="90" y="168"/>
                      </a:lnTo>
                      <a:lnTo>
                        <a:pt x="107" y="158"/>
                      </a:lnTo>
                      <a:lnTo>
                        <a:pt x="121" y="147"/>
                      </a:lnTo>
                      <a:lnTo>
                        <a:pt x="134" y="134"/>
                      </a:lnTo>
                      <a:lnTo>
                        <a:pt x="146" y="121"/>
                      </a:lnTo>
                      <a:lnTo>
                        <a:pt x="158" y="107"/>
                      </a:lnTo>
                      <a:lnTo>
                        <a:pt x="167" y="90"/>
                      </a:lnTo>
                      <a:lnTo>
                        <a:pt x="175" y="74"/>
                      </a:lnTo>
                      <a:lnTo>
                        <a:pt x="182" y="56"/>
                      </a:lnTo>
                      <a:lnTo>
                        <a:pt x="186" y="38"/>
                      </a:lnTo>
                      <a:lnTo>
                        <a:pt x="189" y="19"/>
                      </a:lnTo>
                      <a:lnTo>
                        <a:pt x="190" y="0"/>
                      </a:lnTo>
                    </a:path>
                  </a:pathLst>
                </a:custGeom>
                <a:solidFill>
                  <a:schemeClr val="bg1"/>
                </a:solidFill>
                <a:ln w="25400" cap="rnd" cmpd="sng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/>
                <a:lstStyle/>
                <a:p>
                  <a:endParaRPr lang="es-ES_tradnl" noProof="0" dirty="0"/>
                </a:p>
              </p:txBody>
            </p:sp>
            <p:sp>
              <p:nvSpPr>
                <p:cNvPr id="12306" name="Freeform 348">
                  <a:extLst>
                    <a:ext uri="{FF2B5EF4-FFF2-40B4-BE49-F238E27FC236}">
                      <a16:creationId xmlns:a16="http://schemas.microsoft.com/office/drawing/2014/main" id="{73524526-5EE8-F5FE-9BB4-94670A26AE70}"/>
                    </a:ext>
                  </a:extLst>
                </p:cNvPr>
                <p:cNvSpPr>
                  <a:spLocks/>
                </p:cNvSpPr>
                <p:nvPr/>
              </p:nvSpPr>
              <p:spPr bwMode="blackWhite">
                <a:xfrm>
                  <a:off x="3744" y="888"/>
                  <a:ext cx="212" cy="336"/>
                </a:xfrm>
                <a:custGeom>
                  <a:avLst/>
                  <a:gdLst/>
                  <a:ahLst/>
                  <a:cxnLst>
                    <a:cxn ang="0">
                      <a:pos x="379" y="383"/>
                    </a:cxn>
                    <a:cxn ang="0">
                      <a:pos x="0" y="383"/>
                    </a:cxn>
                    <a:cxn ang="0">
                      <a:pos x="0" y="0"/>
                    </a:cxn>
                    <a:cxn ang="0">
                      <a:pos x="379" y="0"/>
                    </a:cxn>
                  </a:cxnLst>
                  <a:rect l="0" t="0" r="r" b="b"/>
                  <a:pathLst>
                    <a:path w="380" h="384">
                      <a:moveTo>
                        <a:pt x="379" y="383"/>
                      </a:moveTo>
                      <a:lnTo>
                        <a:pt x="0" y="383"/>
                      </a:lnTo>
                      <a:lnTo>
                        <a:pt x="0" y="0"/>
                      </a:lnTo>
                      <a:lnTo>
                        <a:pt x="379" y="0"/>
                      </a:lnTo>
                    </a:path>
                  </a:pathLst>
                </a:custGeom>
                <a:solidFill>
                  <a:schemeClr val="bg1"/>
                </a:solidFill>
                <a:ln w="25400" cap="rnd" cmpd="sng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/>
                <a:lstStyle/>
                <a:p>
                  <a:endParaRPr lang="es-ES_tradnl" noProof="0" dirty="0"/>
                </a:p>
              </p:txBody>
            </p:sp>
            <p:sp>
              <p:nvSpPr>
                <p:cNvPr id="12307" name="Freeform 349">
                  <a:extLst>
                    <a:ext uri="{FF2B5EF4-FFF2-40B4-BE49-F238E27FC236}">
                      <a16:creationId xmlns:a16="http://schemas.microsoft.com/office/drawing/2014/main" id="{08A2C0E1-1ED9-BB9F-7C3E-437B8E8DE42B}"/>
                    </a:ext>
                  </a:extLst>
                </p:cNvPr>
                <p:cNvSpPr>
                  <a:spLocks/>
                </p:cNvSpPr>
                <p:nvPr/>
              </p:nvSpPr>
              <p:spPr bwMode="blackWhite">
                <a:xfrm>
                  <a:off x="3956" y="888"/>
                  <a:ext cx="172" cy="169"/>
                </a:xfrm>
                <a:custGeom>
                  <a:avLst/>
                  <a:gdLst/>
                  <a:ahLst/>
                  <a:cxnLst>
                    <a:cxn ang="0">
                      <a:pos x="190" y="192"/>
                    </a:cxn>
                    <a:cxn ang="0">
                      <a:pos x="190" y="192"/>
                    </a:cxn>
                    <a:cxn ang="0">
                      <a:pos x="189" y="172"/>
                    </a:cxn>
                    <a:cxn ang="0">
                      <a:pos x="186" y="153"/>
                    </a:cxn>
                    <a:cxn ang="0">
                      <a:pos x="182" y="135"/>
                    </a:cxn>
                    <a:cxn ang="0">
                      <a:pos x="175" y="117"/>
                    </a:cxn>
                    <a:cxn ang="0">
                      <a:pos x="167" y="101"/>
                    </a:cxn>
                    <a:cxn ang="0">
                      <a:pos x="158" y="84"/>
                    </a:cxn>
                    <a:cxn ang="0">
                      <a:pos x="146" y="70"/>
                    </a:cxn>
                    <a:cxn ang="0">
                      <a:pos x="134" y="57"/>
                    </a:cxn>
                    <a:cxn ang="0">
                      <a:pos x="121" y="44"/>
                    </a:cxn>
                    <a:cxn ang="0">
                      <a:pos x="107" y="33"/>
                    </a:cxn>
                    <a:cxn ang="0">
                      <a:pos x="90" y="23"/>
                    </a:cxn>
                    <a:cxn ang="0">
                      <a:pos x="74" y="16"/>
                    </a:cxn>
                    <a:cxn ang="0">
                      <a:pos x="56" y="9"/>
                    </a:cxn>
                    <a:cxn ang="0">
                      <a:pos x="38" y="4"/>
                    </a:cxn>
                    <a:cxn ang="0">
                      <a:pos x="19" y="1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 w="191" h="193">
                      <a:moveTo>
                        <a:pt x="190" y="192"/>
                      </a:moveTo>
                      <a:lnTo>
                        <a:pt x="190" y="192"/>
                      </a:lnTo>
                      <a:lnTo>
                        <a:pt x="189" y="172"/>
                      </a:lnTo>
                      <a:lnTo>
                        <a:pt x="186" y="153"/>
                      </a:lnTo>
                      <a:lnTo>
                        <a:pt x="182" y="135"/>
                      </a:lnTo>
                      <a:lnTo>
                        <a:pt x="175" y="117"/>
                      </a:lnTo>
                      <a:lnTo>
                        <a:pt x="167" y="101"/>
                      </a:lnTo>
                      <a:lnTo>
                        <a:pt x="158" y="84"/>
                      </a:lnTo>
                      <a:lnTo>
                        <a:pt x="146" y="70"/>
                      </a:lnTo>
                      <a:lnTo>
                        <a:pt x="134" y="57"/>
                      </a:lnTo>
                      <a:lnTo>
                        <a:pt x="121" y="44"/>
                      </a:lnTo>
                      <a:lnTo>
                        <a:pt x="107" y="33"/>
                      </a:lnTo>
                      <a:lnTo>
                        <a:pt x="90" y="23"/>
                      </a:lnTo>
                      <a:lnTo>
                        <a:pt x="74" y="16"/>
                      </a:lnTo>
                      <a:lnTo>
                        <a:pt x="56" y="9"/>
                      </a:lnTo>
                      <a:lnTo>
                        <a:pt x="38" y="4"/>
                      </a:lnTo>
                      <a:lnTo>
                        <a:pt x="19" y="1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chemeClr val="bg1"/>
                </a:solidFill>
                <a:ln w="25400" cap="rnd" cmpd="sng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/>
                <a:lstStyle/>
                <a:p>
                  <a:endParaRPr lang="es-ES_tradnl" noProof="0" dirty="0"/>
                </a:p>
              </p:txBody>
            </p:sp>
          </p:grpSp>
          <p:grpSp>
            <p:nvGrpSpPr>
              <p:cNvPr id="56" name="Group 378">
                <a:extLst>
                  <a:ext uri="{FF2B5EF4-FFF2-40B4-BE49-F238E27FC236}">
                    <a16:creationId xmlns:a16="http://schemas.microsoft.com/office/drawing/2014/main" id="{BF1C9CA4-5EC9-ECEF-13CC-D2D497BEEE2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984" y="1656"/>
                <a:ext cx="384" cy="336"/>
                <a:chOff x="4464" y="1200"/>
                <a:chExt cx="432" cy="432"/>
              </a:xfrm>
            </p:grpSpPr>
            <p:sp>
              <p:nvSpPr>
                <p:cNvPr id="12302" name="Freeform 379">
                  <a:extLst>
                    <a:ext uri="{FF2B5EF4-FFF2-40B4-BE49-F238E27FC236}">
                      <a16:creationId xmlns:a16="http://schemas.microsoft.com/office/drawing/2014/main" id="{532B124F-0A70-D345-F9F8-6CF754605C48}"/>
                    </a:ext>
                  </a:extLst>
                </p:cNvPr>
                <p:cNvSpPr>
                  <a:spLocks/>
                </p:cNvSpPr>
                <p:nvPr/>
              </p:nvSpPr>
              <p:spPr bwMode="blackWhite">
                <a:xfrm>
                  <a:off x="4703" y="1416"/>
                  <a:ext cx="193" cy="216"/>
                </a:xfrm>
                <a:custGeom>
                  <a:avLst/>
                  <a:gdLst/>
                  <a:ahLst/>
                  <a:cxnLst>
                    <a:cxn ang="0">
                      <a:pos x="0" y="191"/>
                    </a:cxn>
                    <a:cxn ang="0">
                      <a:pos x="0" y="191"/>
                    </a:cxn>
                    <a:cxn ang="0">
                      <a:pos x="0" y="191"/>
                    </a:cxn>
                    <a:cxn ang="0">
                      <a:pos x="0" y="191"/>
                    </a:cxn>
                    <a:cxn ang="0">
                      <a:pos x="0" y="191"/>
                    </a:cxn>
                    <a:cxn ang="0">
                      <a:pos x="0" y="191"/>
                    </a:cxn>
                    <a:cxn ang="0">
                      <a:pos x="0" y="191"/>
                    </a:cxn>
                    <a:cxn ang="0">
                      <a:pos x="19" y="190"/>
                    </a:cxn>
                    <a:cxn ang="0">
                      <a:pos x="38" y="187"/>
                    </a:cxn>
                    <a:cxn ang="0">
                      <a:pos x="56" y="182"/>
                    </a:cxn>
                    <a:cxn ang="0">
                      <a:pos x="74" y="175"/>
                    </a:cxn>
                    <a:cxn ang="0">
                      <a:pos x="90" y="168"/>
                    </a:cxn>
                    <a:cxn ang="0">
                      <a:pos x="107" y="158"/>
                    </a:cxn>
                    <a:cxn ang="0">
                      <a:pos x="121" y="147"/>
                    </a:cxn>
                    <a:cxn ang="0">
                      <a:pos x="134" y="134"/>
                    </a:cxn>
                    <a:cxn ang="0">
                      <a:pos x="146" y="121"/>
                    </a:cxn>
                    <a:cxn ang="0">
                      <a:pos x="158" y="107"/>
                    </a:cxn>
                    <a:cxn ang="0">
                      <a:pos x="167" y="90"/>
                    </a:cxn>
                    <a:cxn ang="0">
                      <a:pos x="175" y="74"/>
                    </a:cxn>
                    <a:cxn ang="0">
                      <a:pos x="182" y="56"/>
                    </a:cxn>
                    <a:cxn ang="0">
                      <a:pos x="186" y="38"/>
                    </a:cxn>
                    <a:cxn ang="0">
                      <a:pos x="189" y="19"/>
                    </a:cxn>
                    <a:cxn ang="0">
                      <a:pos x="190" y="0"/>
                    </a:cxn>
                  </a:cxnLst>
                  <a:rect l="0" t="0" r="r" b="b"/>
                  <a:pathLst>
                    <a:path w="191" h="192">
                      <a:moveTo>
                        <a:pt x="0" y="191"/>
                      </a:moveTo>
                      <a:lnTo>
                        <a:pt x="0" y="191"/>
                      </a:lnTo>
                      <a:lnTo>
                        <a:pt x="0" y="191"/>
                      </a:lnTo>
                      <a:lnTo>
                        <a:pt x="0" y="191"/>
                      </a:lnTo>
                      <a:lnTo>
                        <a:pt x="0" y="191"/>
                      </a:lnTo>
                      <a:lnTo>
                        <a:pt x="0" y="191"/>
                      </a:lnTo>
                      <a:lnTo>
                        <a:pt x="0" y="191"/>
                      </a:lnTo>
                      <a:lnTo>
                        <a:pt x="19" y="190"/>
                      </a:lnTo>
                      <a:lnTo>
                        <a:pt x="38" y="187"/>
                      </a:lnTo>
                      <a:lnTo>
                        <a:pt x="56" y="182"/>
                      </a:lnTo>
                      <a:lnTo>
                        <a:pt x="74" y="175"/>
                      </a:lnTo>
                      <a:lnTo>
                        <a:pt x="90" y="168"/>
                      </a:lnTo>
                      <a:lnTo>
                        <a:pt x="107" y="158"/>
                      </a:lnTo>
                      <a:lnTo>
                        <a:pt x="121" y="147"/>
                      </a:lnTo>
                      <a:lnTo>
                        <a:pt x="134" y="134"/>
                      </a:lnTo>
                      <a:lnTo>
                        <a:pt x="146" y="121"/>
                      </a:lnTo>
                      <a:lnTo>
                        <a:pt x="158" y="107"/>
                      </a:lnTo>
                      <a:lnTo>
                        <a:pt x="167" y="90"/>
                      </a:lnTo>
                      <a:lnTo>
                        <a:pt x="175" y="74"/>
                      </a:lnTo>
                      <a:lnTo>
                        <a:pt x="182" y="56"/>
                      </a:lnTo>
                      <a:lnTo>
                        <a:pt x="186" y="38"/>
                      </a:lnTo>
                      <a:lnTo>
                        <a:pt x="189" y="19"/>
                      </a:lnTo>
                      <a:lnTo>
                        <a:pt x="190" y="0"/>
                      </a:lnTo>
                    </a:path>
                  </a:pathLst>
                </a:custGeom>
                <a:solidFill>
                  <a:schemeClr val="bg1"/>
                </a:solidFill>
                <a:ln w="25400" cap="rnd" cmpd="sng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/>
                <a:lstStyle/>
                <a:p>
                  <a:endParaRPr lang="es-ES_tradnl" noProof="0" dirty="0"/>
                </a:p>
              </p:txBody>
            </p:sp>
            <p:sp>
              <p:nvSpPr>
                <p:cNvPr id="12303" name="Freeform 380">
                  <a:extLst>
                    <a:ext uri="{FF2B5EF4-FFF2-40B4-BE49-F238E27FC236}">
                      <a16:creationId xmlns:a16="http://schemas.microsoft.com/office/drawing/2014/main" id="{289FA841-25B3-0632-8AFB-4A76AA882C72}"/>
                    </a:ext>
                  </a:extLst>
                </p:cNvPr>
                <p:cNvSpPr>
                  <a:spLocks/>
                </p:cNvSpPr>
                <p:nvPr/>
              </p:nvSpPr>
              <p:spPr bwMode="blackWhite">
                <a:xfrm>
                  <a:off x="4464" y="1200"/>
                  <a:ext cx="239" cy="432"/>
                </a:xfrm>
                <a:custGeom>
                  <a:avLst/>
                  <a:gdLst/>
                  <a:ahLst/>
                  <a:cxnLst>
                    <a:cxn ang="0">
                      <a:pos x="379" y="383"/>
                    </a:cxn>
                    <a:cxn ang="0">
                      <a:pos x="0" y="383"/>
                    </a:cxn>
                    <a:cxn ang="0">
                      <a:pos x="0" y="0"/>
                    </a:cxn>
                    <a:cxn ang="0">
                      <a:pos x="379" y="0"/>
                    </a:cxn>
                  </a:cxnLst>
                  <a:rect l="0" t="0" r="r" b="b"/>
                  <a:pathLst>
                    <a:path w="380" h="384">
                      <a:moveTo>
                        <a:pt x="379" y="383"/>
                      </a:moveTo>
                      <a:lnTo>
                        <a:pt x="0" y="383"/>
                      </a:lnTo>
                      <a:lnTo>
                        <a:pt x="0" y="0"/>
                      </a:lnTo>
                      <a:lnTo>
                        <a:pt x="379" y="0"/>
                      </a:lnTo>
                    </a:path>
                  </a:pathLst>
                </a:custGeom>
                <a:solidFill>
                  <a:schemeClr val="bg1"/>
                </a:solidFill>
                <a:ln w="25400" cap="rnd" cmpd="sng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/>
                <a:lstStyle/>
                <a:p>
                  <a:endParaRPr lang="es-ES_tradnl" noProof="0" dirty="0"/>
                </a:p>
              </p:txBody>
            </p:sp>
            <p:sp>
              <p:nvSpPr>
                <p:cNvPr id="12304" name="Freeform 381">
                  <a:extLst>
                    <a:ext uri="{FF2B5EF4-FFF2-40B4-BE49-F238E27FC236}">
                      <a16:creationId xmlns:a16="http://schemas.microsoft.com/office/drawing/2014/main" id="{60DA5242-2715-15DD-41ED-762E6CBA079B}"/>
                    </a:ext>
                  </a:extLst>
                </p:cNvPr>
                <p:cNvSpPr>
                  <a:spLocks/>
                </p:cNvSpPr>
                <p:nvPr/>
              </p:nvSpPr>
              <p:spPr bwMode="blackWhite">
                <a:xfrm>
                  <a:off x="4703" y="1200"/>
                  <a:ext cx="193" cy="217"/>
                </a:xfrm>
                <a:custGeom>
                  <a:avLst/>
                  <a:gdLst/>
                  <a:ahLst/>
                  <a:cxnLst>
                    <a:cxn ang="0">
                      <a:pos x="190" y="192"/>
                    </a:cxn>
                    <a:cxn ang="0">
                      <a:pos x="190" y="192"/>
                    </a:cxn>
                    <a:cxn ang="0">
                      <a:pos x="189" y="172"/>
                    </a:cxn>
                    <a:cxn ang="0">
                      <a:pos x="186" y="153"/>
                    </a:cxn>
                    <a:cxn ang="0">
                      <a:pos x="182" y="135"/>
                    </a:cxn>
                    <a:cxn ang="0">
                      <a:pos x="175" y="117"/>
                    </a:cxn>
                    <a:cxn ang="0">
                      <a:pos x="167" y="101"/>
                    </a:cxn>
                    <a:cxn ang="0">
                      <a:pos x="158" y="84"/>
                    </a:cxn>
                    <a:cxn ang="0">
                      <a:pos x="146" y="70"/>
                    </a:cxn>
                    <a:cxn ang="0">
                      <a:pos x="134" y="57"/>
                    </a:cxn>
                    <a:cxn ang="0">
                      <a:pos x="121" y="44"/>
                    </a:cxn>
                    <a:cxn ang="0">
                      <a:pos x="107" y="33"/>
                    </a:cxn>
                    <a:cxn ang="0">
                      <a:pos x="90" y="23"/>
                    </a:cxn>
                    <a:cxn ang="0">
                      <a:pos x="74" y="16"/>
                    </a:cxn>
                    <a:cxn ang="0">
                      <a:pos x="56" y="9"/>
                    </a:cxn>
                    <a:cxn ang="0">
                      <a:pos x="38" y="4"/>
                    </a:cxn>
                    <a:cxn ang="0">
                      <a:pos x="19" y="1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 w="191" h="193">
                      <a:moveTo>
                        <a:pt x="190" y="192"/>
                      </a:moveTo>
                      <a:lnTo>
                        <a:pt x="190" y="192"/>
                      </a:lnTo>
                      <a:lnTo>
                        <a:pt x="189" y="172"/>
                      </a:lnTo>
                      <a:lnTo>
                        <a:pt x="186" y="153"/>
                      </a:lnTo>
                      <a:lnTo>
                        <a:pt x="182" y="135"/>
                      </a:lnTo>
                      <a:lnTo>
                        <a:pt x="175" y="117"/>
                      </a:lnTo>
                      <a:lnTo>
                        <a:pt x="167" y="101"/>
                      </a:lnTo>
                      <a:lnTo>
                        <a:pt x="158" y="84"/>
                      </a:lnTo>
                      <a:lnTo>
                        <a:pt x="146" y="70"/>
                      </a:lnTo>
                      <a:lnTo>
                        <a:pt x="134" y="57"/>
                      </a:lnTo>
                      <a:lnTo>
                        <a:pt x="121" y="44"/>
                      </a:lnTo>
                      <a:lnTo>
                        <a:pt x="107" y="33"/>
                      </a:lnTo>
                      <a:lnTo>
                        <a:pt x="90" y="23"/>
                      </a:lnTo>
                      <a:lnTo>
                        <a:pt x="74" y="16"/>
                      </a:lnTo>
                      <a:lnTo>
                        <a:pt x="56" y="9"/>
                      </a:lnTo>
                      <a:lnTo>
                        <a:pt x="38" y="4"/>
                      </a:lnTo>
                      <a:lnTo>
                        <a:pt x="19" y="1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chemeClr val="bg1"/>
                </a:solidFill>
                <a:ln w="25400" cap="rnd" cmpd="sng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/>
                <a:lstStyle/>
                <a:p>
                  <a:endParaRPr lang="es-ES_tradnl" noProof="0" dirty="0"/>
                </a:p>
              </p:txBody>
            </p:sp>
          </p:grpSp>
          <p:grpSp>
            <p:nvGrpSpPr>
              <p:cNvPr id="57" name="Group 382">
                <a:extLst>
                  <a:ext uri="{FF2B5EF4-FFF2-40B4-BE49-F238E27FC236}">
                    <a16:creationId xmlns:a16="http://schemas.microsoft.com/office/drawing/2014/main" id="{DDFA96AB-DFB4-4846-4692-2C97B58143A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984" y="2040"/>
                <a:ext cx="384" cy="336"/>
                <a:chOff x="4464" y="1200"/>
                <a:chExt cx="432" cy="432"/>
              </a:xfrm>
            </p:grpSpPr>
            <p:sp>
              <p:nvSpPr>
                <p:cNvPr id="12299" name="Freeform 383">
                  <a:extLst>
                    <a:ext uri="{FF2B5EF4-FFF2-40B4-BE49-F238E27FC236}">
                      <a16:creationId xmlns:a16="http://schemas.microsoft.com/office/drawing/2014/main" id="{7C1FDAA0-CF2A-674C-B5E1-3F929009F508}"/>
                    </a:ext>
                  </a:extLst>
                </p:cNvPr>
                <p:cNvSpPr>
                  <a:spLocks/>
                </p:cNvSpPr>
                <p:nvPr/>
              </p:nvSpPr>
              <p:spPr bwMode="blackWhite">
                <a:xfrm>
                  <a:off x="4703" y="1416"/>
                  <a:ext cx="193" cy="216"/>
                </a:xfrm>
                <a:custGeom>
                  <a:avLst/>
                  <a:gdLst/>
                  <a:ahLst/>
                  <a:cxnLst>
                    <a:cxn ang="0">
                      <a:pos x="0" y="191"/>
                    </a:cxn>
                    <a:cxn ang="0">
                      <a:pos x="0" y="191"/>
                    </a:cxn>
                    <a:cxn ang="0">
                      <a:pos x="0" y="191"/>
                    </a:cxn>
                    <a:cxn ang="0">
                      <a:pos x="0" y="191"/>
                    </a:cxn>
                    <a:cxn ang="0">
                      <a:pos x="0" y="191"/>
                    </a:cxn>
                    <a:cxn ang="0">
                      <a:pos x="0" y="191"/>
                    </a:cxn>
                    <a:cxn ang="0">
                      <a:pos x="0" y="191"/>
                    </a:cxn>
                    <a:cxn ang="0">
                      <a:pos x="19" y="190"/>
                    </a:cxn>
                    <a:cxn ang="0">
                      <a:pos x="38" y="187"/>
                    </a:cxn>
                    <a:cxn ang="0">
                      <a:pos x="56" y="182"/>
                    </a:cxn>
                    <a:cxn ang="0">
                      <a:pos x="74" y="175"/>
                    </a:cxn>
                    <a:cxn ang="0">
                      <a:pos x="90" y="168"/>
                    </a:cxn>
                    <a:cxn ang="0">
                      <a:pos x="107" y="158"/>
                    </a:cxn>
                    <a:cxn ang="0">
                      <a:pos x="121" y="147"/>
                    </a:cxn>
                    <a:cxn ang="0">
                      <a:pos x="134" y="134"/>
                    </a:cxn>
                    <a:cxn ang="0">
                      <a:pos x="146" y="121"/>
                    </a:cxn>
                    <a:cxn ang="0">
                      <a:pos x="158" y="107"/>
                    </a:cxn>
                    <a:cxn ang="0">
                      <a:pos x="167" y="90"/>
                    </a:cxn>
                    <a:cxn ang="0">
                      <a:pos x="175" y="74"/>
                    </a:cxn>
                    <a:cxn ang="0">
                      <a:pos x="182" y="56"/>
                    </a:cxn>
                    <a:cxn ang="0">
                      <a:pos x="186" y="38"/>
                    </a:cxn>
                    <a:cxn ang="0">
                      <a:pos x="189" y="19"/>
                    </a:cxn>
                    <a:cxn ang="0">
                      <a:pos x="190" y="0"/>
                    </a:cxn>
                  </a:cxnLst>
                  <a:rect l="0" t="0" r="r" b="b"/>
                  <a:pathLst>
                    <a:path w="191" h="192">
                      <a:moveTo>
                        <a:pt x="0" y="191"/>
                      </a:moveTo>
                      <a:lnTo>
                        <a:pt x="0" y="191"/>
                      </a:lnTo>
                      <a:lnTo>
                        <a:pt x="0" y="191"/>
                      </a:lnTo>
                      <a:lnTo>
                        <a:pt x="0" y="191"/>
                      </a:lnTo>
                      <a:lnTo>
                        <a:pt x="0" y="191"/>
                      </a:lnTo>
                      <a:lnTo>
                        <a:pt x="0" y="191"/>
                      </a:lnTo>
                      <a:lnTo>
                        <a:pt x="0" y="191"/>
                      </a:lnTo>
                      <a:lnTo>
                        <a:pt x="19" y="190"/>
                      </a:lnTo>
                      <a:lnTo>
                        <a:pt x="38" y="187"/>
                      </a:lnTo>
                      <a:lnTo>
                        <a:pt x="56" y="182"/>
                      </a:lnTo>
                      <a:lnTo>
                        <a:pt x="74" y="175"/>
                      </a:lnTo>
                      <a:lnTo>
                        <a:pt x="90" y="168"/>
                      </a:lnTo>
                      <a:lnTo>
                        <a:pt x="107" y="158"/>
                      </a:lnTo>
                      <a:lnTo>
                        <a:pt x="121" y="147"/>
                      </a:lnTo>
                      <a:lnTo>
                        <a:pt x="134" y="134"/>
                      </a:lnTo>
                      <a:lnTo>
                        <a:pt x="146" y="121"/>
                      </a:lnTo>
                      <a:lnTo>
                        <a:pt x="158" y="107"/>
                      </a:lnTo>
                      <a:lnTo>
                        <a:pt x="167" y="90"/>
                      </a:lnTo>
                      <a:lnTo>
                        <a:pt x="175" y="74"/>
                      </a:lnTo>
                      <a:lnTo>
                        <a:pt x="182" y="56"/>
                      </a:lnTo>
                      <a:lnTo>
                        <a:pt x="186" y="38"/>
                      </a:lnTo>
                      <a:lnTo>
                        <a:pt x="189" y="19"/>
                      </a:lnTo>
                      <a:lnTo>
                        <a:pt x="190" y="0"/>
                      </a:lnTo>
                    </a:path>
                  </a:pathLst>
                </a:custGeom>
                <a:solidFill>
                  <a:schemeClr val="bg1"/>
                </a:solidFill>
                <a:ln w="25400" cap="rnd" cmpd="sng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/>
                <a:lstStyle/>
                <a:p>
                  <a:endParaRPr lang="es-ES_tradnl" noProof="0" dirty="0"/>
                </a:p>
              </p:txBody>
            </p:sp>
            <p:sp>
              <p:nvSpPr>
                <p:cNvPr id="12300" name="Freeform 384">
                  <a:extLst>
                    <a:ext uri="{FF2B5EF4-FFF2-40B4-BE49-F238E27FC236}">
                      <a16:creationId xmlns:a16="http://schemas.microsoft.com/office/drawing/2014/main" id="{5215CB5C-3782-850A-385E-952187EF34D3}"/>
                    </a:ext>
                  </a:extLst>
                </p:cNvPr>
                <p:cNvSpPr>
                  <a:spLocks/>
                </p:cNvSpPr>
                <p:nvPr/>
              </p:nvSpPr>
              <p:spPr bwMode="blackWhite">
                <a:xfrm>
                  <a:off x="4464" y="1200"/>
                  <a:ext cx="239" cy="432"/>
                </a:xfrm>
                <a:custGeom>
                  <a:avLst/>
                  <a:gdLst/>
                  <a:ahLst/>
                  <a:cxnLst>
                    <a:cxn ang="0">
                      <a:pos x="379" y="383"/>
                    </a:cxn>
                    <a:cxn ang="0">
                      <a:pos x="0" y="383"/>
                    </a:cxn>
                    <a:cxn ang="0">
                      <a:pos x="0" y="0"/>
                    </a:cxn>
                    <a:cxn ang="0">
                      <a:pos x="379" y="0"/>
                    </a:cxn>
                  </a:cxnLst>
                  <a:rect l="0" t="0" r="r" b="b"/>
                  <a:pathLst>
                    <a:path w="380" h="384">
                      <a:moveTo>
                        <a:pt x="379" y="383"/>
                      </a:moveTo>
                      <a:lnTo>
                        <a:pt x="0" y="383"/>
                      </a:lnTo>
                      <a:lnTo>
                        <a:pt x="0" y="0"/>
                      </a:lnTo>
                      <a:lnTo>
                        <a:pt x="379" y="0"/>
                      </a:lnTo>
                    </a:path>
                  </a:pathLst>
                </a:custGeom>
                <a:solidFill>
                  <a:schemeClr val="bg1"/>
                </a:solidFill>
                <a:ln w="25400" cap="rnd" cmpd="sng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/>
                <a:lstStyle/>
                <a:p>
                  <a:endParaRPr lang="es-ES_tradnl" noProof="0" dirty="0"/>
                </a:p>
              </p:txBody>
            </p:sp>
            <p:sp>
              <p:nvSpPr>
                <p:cNvPr id="12301" name="Freeform 385">
                  <a:extLst>
                    <a:ext uri="{FF2B5EF4-FFF2-40B4-BE49-F238E27FC236}">
                      <a16:creationId xmlns:a16="http://schemas.microsoft.com/office/drawing/2014/main" id="{C9455457-2C8B-A34A-0C76-5713E2E7B802}"/>
                    </a:ext>
                  </a:extLst>
                </p:cNvPr>
                <p:cNvSpPr>
                  <a:spLocks/>
                </p:cNvSpPr>
                <p:nvPr/>
              </p:nvSpPr>
              <p:spPr bwMode="blackWhite">
                <a:xfrm>
                  <a:off x="4703" y="1200"/>
                  <a:ext cx="193" cy="217"/>
                </a:xfrm>
                <a:custGeom>
                  <a:avLst/>
                  <a:gdLst/>
                  <a:ahLst/>
                  <a:cxnLst>
                    <a:cxn ang="0">
                      <a:pos x="190" y="192"/>
                    </a:cxn>
                    <a:cxn ang="0">
                      <a:pos x="190" y="192"/>
                    </a:cxn>
                    <a:cxn ang="0">
                      <a:pos x="189" y="172"/>
                    </a:cxn>
                    <a:cxn ang="0">
                      <a:pos x="186" y="153"/>
                    </a:cxn>
                    <a:cxn ang="0">
                      <a:pos x="182" y="135"/>
                    </a:cxn>
                    <a:cxn ang="0">
                      <a:pos x="175" y="117"/>
                    </a:cxn>
                    <a:cxn ang="0">
                      <a:pos x="167" y="101"/>
                    </a:cxn>
                    <a:cxn ang="0">
                      <a:pos x="158" y="84"/>
                    </a:cxn>
                    <a:cxn ang="0">
                      <a:pos x="146" y="70"/>
                    </a:cxn>
                    <a:cxn ang="0">
                      <a:pos x="134" y="57"/>
                    </a:cxn>
                    <a:cxn ang="0">
                      <a:pos x="121" y="44"/>
                    </a:cxn>
                    <a:cxn ang="0">
                      <a:pos x="107" y="33"/>
                    </a:cxn>
                    <a:cxn ang="0">
                      <a:pos x="90" y="23"/>
                    </a:cxn>
                    <a:cxn ang="0">
                      <a:pos x="74" y="16"/>
                    </a:cxn>
                    <a:cxn ang="0">
                      <a:pos x="56" y="9"/>
                    </a:cxn>
                    <a:cxn ang="0">
                      <a:pos x="38" y="4"/>
                    </a:cxn>
                    <a:cxn ang="0">
                      <a:pos x="19" y="1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 w="191" h="193">
                      <a:moveTo>
                        <a:pt x="190" y="192"/>
                      </a:moveTo>
                      <a:lnTo>
                        <a:pt x="190" y="192"/>
                      </a:lnTo>
                      <a:lnTo>
                        <a:pt x="189" y="172"/>
                      </a:lnTo>
                      <a:lnTo>
                        <a:pt x="186" y="153"/>
                      </a:lnTo>
                      <a:lnTo>
                        <a:pt x="182" y="135"/>
                      </a:lnTo>
                      <a:lnTo>
                        <a:pt x="175" y="117"/>
                      </a:lnTo>
                      <a:lnTo>
                        <a:pt x="167" y="101"/>
                      </a:lnTo>
                      <a:lnTo>
                        <a:pt x="158" y="84"/>
                      </a:lnTo>
                      <a:lnTo>
                        <a:pt x="146" y="70"/>
                      </a:lnTo>
                      <a:lnTo>
                        <a:pt x="134" y="57"/>
                      </a:lnTo>
                      <a:lnTo>
                        <a:pt x="121" y="44"/>
                      </a:lnTo>
                      <a:lnTo>
                        <a:pt x="107" y="33"/>
                      </a:lnTo>
                      <a:lnTo>
                        <a:pt x="90" y="23"/>
                      </a:lnTo>
                      <a:lnTo>
                        <a:pt x="74" y="16"/>
                      </a:lnTo>
                      <a:lnTo>
                        <a:pt x="56" y="9"/>
                      </a:lnTo>
                      <a:lnTo>
                        <a:pt x="38" y="4"/>
                      </a:lnTo>
                      <a:lnTo>
                        <a:pt x="19" y="1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chemeClr val="bg1"/>
                </a:solidFill>
                <a:ln w="25400" cap="rnd" cmpd="sng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/>
                <a:lstStyle/>
                <a:p>
                  <a:endParaRPr lang="es-ES_tradnl" noProof="0" dirty="0"/>
                </a:p>
              </p:txBody>
            </p:sp>
          </p:grpSp>
          <p:grpSp>
            <p:nvGrpSpPr>
              <p:cNvPr id="58" name="Group 414">
                <a:extLst>
                  <a:ext uri="{FF2B5EF4-FFF2-40B4-BE49-F238E27FC236}">
                    <a16:creationId xmlns:a16="http://schemas.microsoft.com/office/drawing/2014/main" id="{30980179-233C-F555-F169-93CD3132236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984" y="1272"/>
                <a:ext cx="384" cy="336"/>
                <a:chOff x="4464" y="1200"/>
                <a:chExt cx="432" cy="432"/>
              </a:xfrm>
            </p:grpSpPr>
            <p:sp>
              <p:nvSpPr>
                <p:cNvPr id="12296" name="Freeform 415">
                  <a:extLst>
                    <a:ext uri="{FF2B5EF4-FFF2-40B4-BE49-F238E27FC236}">
                      <a16:creationId xmlns:a16="http://schemas.microsoft.com/office/drawing/2014/main" id="{D8B0D46A-F1A7-A637-AFE5-17D613B9D641}"/>
                    </a:ext>
                  </a:extLst>
                </p:cNvPr>
                <p:cNvSpPr>
                  <a:spLocks/>
                </p:cNvSpPr>
                <p:nvPr/>
              </p:nvSpPr>
              <p:spPr bwMode="blackWhite">
                <a:xfrm>
                  <a:off x="4703" y="1416"/>
                  <a:ext cx="193" cy="216"/>
                </a:xfrm>
                <a:custGeom>
                  <a:avLst/>
                  <a:gdLst/>
                  <a:ahLst/>
                  <a:cxnLst>
                    <a:cxn ang="0">
                      <a:pos x="0" y="191"/>
                    </a:cxn>
                    <a:cxn ang="0">
                      <a:pos x="0" y="191"/>
                    </a:cxn>
                    <a:cxn ang="0">
                      <a:pos x="0" y="191"/>
                    </a:cxn>
                    <a:cxn ang="0">
                      <a:pos x="0" y="191"/>
                    </a:cxn>
                    <a:cxn ang="0">
                      <a:pos x="0" y="191"/>
                    </a:cxn>
                    <a:cxn ang="0">
                      <a:pos x="0" y="191"/>
                    </a:cxn>
                    <a:cxn ang="0">
                      <a:pos x="0" y="191"/>
                    </a:cxn>
                    <a:cxn ang="0">
                      <a:pos x="19" y="190"/>
                    </a:cxn>
                    <a:cxn ang="0">
                      <a:pos x="38" y="187"/>
                    </a:cxn>
                    <a:cxn ang="0">
                      <a:pos x="56" y="182"/>
                    </a:cxn>
                    <a:cxn ang="0">
                      <a:pos x="74" y="175"/>
                    </a:cxn>
                    <a:cxn ang="0">
                      <a:pos x="90" y="168"/>
                    </a:cxn>
                    <a:cxn ang="0">
                      <a:pos x="107" y="158"/>
                    </a:cxn>
                    <a:cxn ang="0">
                      <a:pos x="121" y="147"/>
                    </a:cxn>
                    <a:cxn ang="0">
                      <a:pos x="134" y="134"/>
                    </a:cxn>
                    <a:cxn ang="0">
                      <a:pos x="146" y="121"/>
                    </a:cxn>
                    <a:cxn ang="0">
                      <a:pos x="158" y="107"/>
                    </a:cxn>
                    <a:cxn ang="0">
                      <a:pos x="167" y="90"/>
                    </a:cxn>
                    <a:cxn ang="0">
                      <a:pos x="175" y="74"/>
                    </a:cxn>
                    <a:cxn ang="0">
                      <a:pos x="182" y="56"/>
                    </a:cxn>
                    <a:cxn ang="0">
                      <a:pos x="186" y="38"/>
                    </a:cxn>
                    <a:cxn ang="0">
                      <a:pos x="189" y="19"/>
                    </a:cxn>
                    <a:cxn ang="0">
                      <a:pos x="190" y="0"/>
                    </a:cxn>
                  </a:cxnLst>
                  <a:rect l="0" t="0" r="r" b="b"/>
                  <a:pathLst>
                    <a:path w="191" h="192">
                      <a:moveTo>
                        <a:pt x="0" y="191"/>
                      </a:moveTo>
                      <a:lnTo>
                        <a:pt x="0" y="191"/>
                      </a:lnTo>
                      <a:lnTo>
                        <a:pt x="0" y="191"/>
                      </a:lnTo>
                      <a:lnTo>
                        <a:pt x="0" y="191"/>
                      </a:lnTo>
                      <a:lnTo>
                        <a:pt x="0" y="191"/>
                      </a:lnTo>
                      <a:lnTo>
                        <a:pt x="0" y="191"/>
                      </a:lnTo>
                      <a:lnTo>
                        <a:pt x="0" y="191"/>
                      </a:lnTo>
                      <a:lnTo>
                        <a:pt x="19" y="190"/>
                      </a:lnTo>
                      <a:lnTo>
                        <a:pt x="38" y="187"/>
                      </a:lnTo>
                      <a:lnTo>
                        <a:pt x="56" y="182"/>
                      </a:lnTo>
                      <a:lnTo>
                        <a:pt x="74" y="175"/>
                      </a:lnTo>
                      <a:lnTo>
                        <a:pt x="90" y="168"/>
                      </a:lnTo>
                      <a:lnTo>
                        <a:pt x="107" y="158"/>
                      </a:lnTo>
                      <a:lnTo>
                        <a:pt x="121" y="147"/>
                      </a:lnTo>
                      <a:lnTo>
                        <a:pt x="134" y="134"/>
                      </a:lnTo>
                      <a:lnTo>
                        <a:pt x="146" y="121"/>
                      </a:lnTo>
                      <a:lnTo>
                        <a:pt x="158" y="107"/>
                      </a:lnTo>
                      <a:lnTo>
                        <a:pt x="167" y="90"/>
                      </a:lnTo>
                      <a:lnTo>
                        <a:pt x="175" y="74"/>
                      </a:lnTo>
                      <a:lnTo>
                        <a:pt x="182" y="56"/>
                      </a:lnTo>
                      <a:lnTo>
                        <a:pt x="186" y="38"/>
                      </a:lnTo>
                      <a:lnTo>
                        <a:pt x="189" y="19"/>
                      </a:lnTo>
                      <a:lnTo>
                        <a:pt x="190" y="0"/>
                      </a:lnTo>
                    </a:path>
                  </a:pathLst>
                </a:custGeom>
                <a:solidFill>
                  <a:schemeClr val="bg1"/>
                </a:solidFill>
                <a:ln w="25400" cap="rnd" cmpd="sng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/>
                <a:lstStyle/>
                <a:p>
                  <a:endParaRPr lang="es-ES_tradnl" noProof="0" dirty="0"/>
                </a:p>
              </p:txBody>
            </p:sp>
            <p:sp>
              <p:nvSpPr>
                <p:cNvPr id="12297" name="Freeform 416">
                  <a:extLst>
                    <a:ext uri="{FF2B5EF4-FFF2-40B4-BE49-F238E27FC236}">
                      <a16:creationId xmlns:a16="http://schemas.microsoft.com/office/drawing/2014/main" id="{F7A1C9D9-639E-0956-6679-D7680155BC19}"/>
                    </a:ext>
                  </a:extLst>
                </p:cNvPr>
                <p:cNvSpPr>
                  <a:spLocks/>
                </p:cNvSpPr>
                <p:nvPr/>
              </p:nvSpPr>
              <p:spPr bwMode="blackWhite">
                <a:xfrm>
                  <a:off x="4464" y="1200"/>
                  <a:ext cx="239" cy="432"/>
                </a:xfrm>
                <a:custGeom>
                  <a:avLst/>
                  <a:gdLst/>
                  <a:ahLst/>
                  <a:cxnLst>
                    <a:cxn ang="0">
                      <a:pos x="379" y="383"/>
                    </a:cxn>
                    <a:cxn ang="0">
                      <a:pos x="0" y="383"/>
                    </a:cxn>
                    <a:cxn ang="0">
                      <a:pos x="0" y="0"/>
                    </a:cxn>
                    <a:cxn ang="0">
                      <a:pos x="379" y="0"/>
                    </a:cxn>
                  </a:cxnLst>
                  <a:rect l="0" t="0" r="r" b="b"/>
                  <a:pathLst>
                    <a:path w="380" h="384">
                      <a:moveTo>
                        <a:pt x="379" y="383"/>
                      </a:moveTo>
                      <a:lnTo>
                        <a:pt x="0" y="383"/>
                      </a:lnTo>
                      <a:lnTo>
                        <a:pt x="0" y="0"/>
                      </a:lnTo>
                      <a:lnTo>
                        <a:pt x="379" y="0"/>
                      </a:lnTo>
                    </a:path>
                  </a:pathLst>
                </a:custGeom>
                <a:solidFill>
                  <a:schemeClr val="bg1"/>
                </a:solidFill>
                <a:ln w="25400" cap="rnd" cmpd="sng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/>
                <a:lstStyle/>
                <a:p>
                  <a:endParaRPr lang="es-ES_tradnl" noProof="0" dirty="0"/>
                </a:p>
              </p:txBody>
            </p:sp>
            <p:sp>
              <p:nvSpPr>
                <p:cNvPr id="12298" name="Freeform 417">
                  <a:extLst>
                    <a:ext uri="{FF2B5EF4-FFF2-40B4-BE49-F238E27FC236}">
                      <a16:creationId xmlns:a16="http://schemas.microsoft.com/office/drawing/2014/main" id="{908EF8CA-6131-F7A1-D065-91B38A62B0CF}"/>
                    </a:ext>
                  </a:extLst>
                </p:cNvPr>
                <p:cNvSpPr>
                  <a:spLocks/>
                </p:cNvSpPr>
                <p:nvPr/>
              </p:nvSpPr>
              <p:spPr bwMode="blackWhite">
                <a:xfrm>
                  <a:off x="4703" y="1200"/>
                  <a:ext cx="193" cy="217"/>
                </a:xfrm>
                <a:custGeom>
                  <a:avLst/>
                  <a:gdLst/>
                  <a:ahLst/>
                  <a:cxnLst>
                    <a:cxn ang="0">
                      <a:pos x="190" y="192"/>
                    </a:cxn>
                    <a:cxn ang="0">
                      <a:pos x="190" y="192"/>
                    </a:cxn>
                    <a:cxn ang="0">
                      <a:pos x="189" y="172"/>
                    </a:cxn>
                    <a:cxn ang="0">
                      <a:pos x="186" y="153"/>
                    </a:cxn>
                    <a:cxn ang="0">
                      <a:pos x="182" y="135"/>
                    </a:cxn>
                    <a:cxn ang="0">
                      <a:pos x="175" y="117"/>
                    </a:cxn>
                    <a:cxn ang="0">
                      <a:pos x="167" y="101"/>
                    </a:cxn>
                    <a:cxn ang="0">
                      <a:pos x="158" y="84"/>
                    </a:cxn>
                    <a:cxn ang="0">
                      <a:pos x="146" y="70"/>
                    </a:cxn>
                    <a:cxn ang="0">
                      <a:pos x="134" y="57"/>
                    </a:cxn>
                    <a:cxn ang="0">
                      <a:pos x="121" y="44"/>
                    </a:cxn>
                    <a:cxn ang="0">
                      <a:pos x="107" y="33"/>
                    </a:cxn>
                    <a:cxn ang="0">
                      <a:pos x="90" y="23"/>
                    </a:cxn>
                    <a:cxn ang="0">
                      <a:pos x="74" y="16"/>
                    </a:cxn>
                    <a:cxn ang="0">
                      <a:pos x="56" y="9"/>
                    </a:cxn>
                    <a:cxn ang="0">
                      <a:pos x="38" y="4"/>
                    </a:cxn>
                    <a:cxn ang="0">
                      <a:pos x="19" y="1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 w="191" h="193">
                      <a:moveTo>
                        <a:pt x="190" y="192"/>
                      </a:moveTo>
                      <a:lnTo>
                        <a:pt x="190" y="192"/>
                      </a:lnTo>
                      <a:lnTo>
                        <a:pt x="189" y="172"/>
                      </a:lnTo>
                      <a:lnTo>
                        <a:pt x="186" y="153"/>
                      </a:lnTo>
                      <a:lnTo>
                        <a:pt x="182" y="135"/>
                      </a:lnTo>
                      <a:lnTo>
                        <a:pt x="175" y="117"/>
                      </a:lnTo>
                      <a:lnTo>
                        <a:pt x="167" y="101"/>
                      </a:lnTo>
                      <a:lnTo>
                        <a:pt x="158" y="84"/>
                      </a:lnTo>
                      <a:lnTo>
                        <a:pt x="146" y="70"/>
                      </a:lnTo>
                      <a:lnTo>
                        <a:pt x="134" y="57"/>
                      </a:lnTo>
                      <a:lnTo>
                        <a:pt x="121" y="44"/>
                      </a:lnTo>
                      <a:lnTo>
                        <a:pt x="107" y="33"/>
                      </a:lnTo>
                      <a:lnTo>
                        <a:pt x="90" y="23"/>
                      </a:lnTo>
                      <a:lnTo>
                        <a:pt x="74" y="16"/>
                      </a:lnTo>
                      <a:lnTo>
                        <a:pt x="56" y="9"/>
                      </a:lnTo>
                      <a:lnTo>
                        <a:pt x="38" y="4"/>
                      </a:lnTo>
                      <a:lnTo>
                        <a:pt x="19" y="1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chemeClr val="bg1"/>
                </a:solidFill>
                <a:ln w="25400" cap="rnd" cmpd="sng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/>
                <a:lstStyle/>
                <a:p>
                  <a:endParaRPr lang="es-ES_tradnl" noProof="0" dirty="0"/>
                </a:p>
              </p:txBody>
            </p:sp>
          </p:grpSp>
          <p:grpSp>
            <p:nvGrpSpPr>
              <p:cNvPr id="59" name="Group 436">
                <a:extLst>
                  <a:ext uri="{FF2B5EF4-FFF2-40B4-BE49-F238E27FC236}">
                    <a16:creationId xmlns:a16="http://schemas.microsoft.com/office/drawing/2014/main" id="{6C9DA5F3-C320-DD5B-6C26-12545278EA9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984" y="3048"/>
                <a:ext cx="384" cy="336"/>
                <a:chOff x="4464" y="1200"/>
                <a:chExt cx="432" cy="432"/>
              </a:xfrm>
            </p:grpSpPr>
            <p:sp>
              <p:nvSpPr>
                <p:cNvPr id="12293" name="Freeform 437">
                  <a:extLst>
                    <a:ext uri="{FF2B5EF4-FFF2-40B4-BE49-F238E27FC236}">
                      <a16:creationId xmlns:a16="http://schemas.microsoft.com/office/drawing/2014/main" id="{249414D4-97F0-D775-5B9D-FC58AD3AE75C}"/>
                    </a:ext>
                  </a:extLst>
                </p:cNvPr>
                <p:cNvSpPr>
                  <a:spLocks/>
                </p:cNvSpPr>
                <p:nvPr/>
              </p:nvSpPr>
              <p:spPr bwMode="blackWhite">
                <a:xfrm>
                  <a:off x="4703" y="1416"/>
                  <a:ext cx="193" cy="216"/>
                </a:xfrm>
                <a:custGeom>
                  <a:avLst/>
                  <a:gdLst/>
                  <a:ahLst/>
                  <a:cxnLst>
                    <a:cxn ang="0">
                      <a:pos x="0" y="191"/>
                    </a:cxn>
                    <a:cxn ang="0">
                      <a:pos x="0" y="191"/>
                    </a:cxn>
                    <a:cxn ang="0">
                      <a:pos x="0" y="191"/>
                    </a:cxn>
                    <a:cxn ang="0">
                      <a:pos x="0" y="191"/>
                    </a:cxn>
                    <a:cxn ang="0">
                      <a:pos x="0" y="191"/>
                    </a:cxn>
                    <a:cxn ang="0">
                      <a:pos x="0" y="191"/>
                    </a:cxn>
                    <a:cxn ang="0">
                      <a:pos x="0" y="191"/>
                    </a:cxn>
                    <a:cxn ang="0">
                      <a:pos x="19" y="190"/>
                    </a:cxn>
                    <a:cxn ang="0">
                      <a:pos x="38" y="187"/>
                    </a:cxn>
                    <a:cxn ang="0">
                      <a:pos x="56" y="182"/>
                    </a:cxn>
                    <a:cxn ang="0">
                      <a:pos x="74" y="175"/>
                    </a:cxn>
                    <a:cxn ang="0">
                      <a:pos x="90" y="168"/>
                    </a:cxn>
                    <a:cxn ang="0">
                      <a:pos x="107" y="158"/>
                    </a:cxn>
                    <a:cxn ang="0">
                      <a:pos x="121" y="147"/>
                    </a:cxn>
                    <a:cxn ang="0">
                      <a:pos x="134" y="134"/>
                    </a:cxn>
                    <a:cxn ang="0">
                      <a:pos x="146" y="121"/>
                    </a:cxn>
                    <a:cxn ang="0">
                      <a:pos x="158" y="107"/>
                    </a:cxn>
                    <a:cxn ang="0">
                      <a:pos x="167" y="90"/>
                    </a:cxn>
                    <a:cxn ang="0">
                      <a:pos x="175" y="74"/>
                    </a:cxn>
                    <a:cxn ang="0">
                      <a:pos x="182" y="56"/>
                    </a:cxn>
                    <a:cxn ang="0">
                      <a:pos x="186" y="38"/>
                    </a:cxn>
                    <a:cxn ang="0">
                      <a:pos x="189" y="19"/>
                    </a:cxn>
                    <a:cxn ang="0">
                      <a:pos x="190" y="0"/>
                    </a:cxn>
                  </a:cxnLst>
                  <a:rect l="0" t="0" r="r" b="b"/>
                  <a:pathLst>
                    <a:path w="191" h="192">
                      <a:moveTo>
                        <a:pt x="0" y="191"/>
                      </a:moveTo>
                      <a:lnTo>
                        <a:pt x="0" y="191"/>
                      </a:lnTo>
                      <a:lnTo>
                        <a:pt x="0" y="191"/>
                      </a:lnTo>
                      <a:lnTo>
                        <a:pt x="0" y="191"/>
                      </a:lnTo>
                      <a:lnTo>
                        <a:pt x="0" y="191"/>
                      </a:lnTo>
                      <a:lnTo>
                        <a:pt x="0" y="191"/>
                      </a:lnTo>
                      <a:lnTo>
                        <a:pt x="0" y="191"/>
                      </a:lnTo>
                      <a:lnTo>
                        <a:pt x="19" y="190"/>
                      </a:lnTo>
                      <a:lnTo>
                        <a:pt x="38" y="187"/>
                      </a:lnTo>
                      <a:lnTo>
                        <a:pt x="56" y="182"/>
                      </a:lnTo>
                      <a:lnTo>
                        <a:pt x="74" y="175"/>
                      </a:lnTo>
                      <a:lnTo>
                        <a:pt x="90" y="168"/>
                      </a:lnTo>
                      <a:lnTo>
                        <a:pt x="107" y="158"/>
                      </a:lnTo>
                      <a:lnTo>
                        <a:pt x="121" y="147"/>
                      </a:lnTo>
                      <a:lnTo>
                        <a:pt x="134" y="134"/>
                      </a:lnTo>
                      <a:lnTo>
                        <a:pt x="146" y="121"/>
                      </a:lnTo>
                      <a:lnTo>
                        <a:pt x="158" y="107"/>
                      </a:lnTo>
                      <a:lnTo>
                        <a:pt x="167" y="90"/>
                      </a:lnTo>
                      <a:lnTo>
                        <a:pt x="175" y="74"/>
                      </a:lnTo>
                      <a:lnTo>
                        <a:pt x="182" y="56"/>
                      </a:lnTo>
                      <a:lnTo>
                        <a:pt x="186" y="38"/>
                      </a:lnTo>
                      <a:lnTo>
                        <a:pt x="189" y="19"/>
                      </a:lnTo>
                      <a:lnTo>
                        <a:pt x="190" y="0"/>
                      </a:lnTo>
                    </a:path>
                  </a:pathLst>
                </a:custGeom>
                <a:solidFill>
                  <a:schemeClr val="bg1"/>
                </a:solidFill>
                <a:ln w="25400" cap="rnd" cmpd="sng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/>
                <a:lstStyle/>
                <a:p>
                  <a:endParaRPr lang="es-ES_tradnl" noProof="0" dirty="0"/>
                </a:p>
              </p:txBody>
            </p:sp>
            <p:sp>
              <p:nvSpPr>
                <p:cNvPr id="12294" name="Freeform 438">
                  <a:extLst>
                    <a:ext uri="{FF2B5EF4-FFF2-40B4-BE49-F238E27FC236}">
                      <a16:creationId xmlns:a16="http://schemas.microsoft.com/office/drawing/2014/main" id="{63F5373D-DDD9-9F87-7C1D-26BEE66C3CDD}"/>
                    </a:ext>
                  </a:extLst>
                </p:cNvPr>
                <p:cNvSpPr>
                  <a:spLocks/>
                </p:cNvSpPr>
                <p:nvPr/>
              </p:nvSpPr>
              <p:spPr bwMode="blackWhite">
                <a:xfrm>
                  <a:off x="4464" y="1200"/>
                  <a:ext cx="239" cy="432"/>
                </a:xfrm>
                <a:custGeom>
                  <a:avLst/>
                  <a:gdLst/>
                  <a:ahLst/>
                  <a:cxnLst>
                    <a:cxn ang="0">
                      <a:pos x="379" y="383"/>
                    </a:cxn>
                    <a:cxn ang="0">
                      <a:pos x="0" y="383"/>
                    </a:cxn>
                    <a:cxn ang="0">
                      <a:pos x="0" y="0"/>
                    </a:cxn>
                    <a:cxn ang="0">
                      <a:pos x="379" y="0"/>
                    </a:cxn>
                  </a:cxnLst>
                  <a:rect l="0" t="0" r="r" b="b"/>
                  <a:pathLst>
                    <a:path w="380" h="384">
                      <a:moveTo>
                        <a:pt x="379" y="383"/>
                      </a:moveTo>
                      <a:lnTo>
                        <a:pt x="0" y="383"/>
                      </a:lnTo>
                      <a:lnTo>
                        <a:pt x="0" y="0"/>
                      </a:lnTo>
                      <a:lnTo>
                        <a:pt x="379" y="0"/>
                      </a:lnTo>
                    </a:path>
                  </a:pathLst>
                </a:custGeom>
                <a:solidFill>
                  <a:schemeClr val="bg1"/>
                </a:solidFill>
                <a:ln w="25400" cap="rnd" cmpd="sng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/>
                <a:lstStyle/>
                <a:p>
                  <a:endParaRPr lang="es-ES_tradnl" noProof="0" dirty="0"/>
                </a:p>
              </p:txBody>
            </p:sp>
            <p:sp>
              <p:nvSpPr>
                <p:cNvPr id="12295" name="Freeform 439">
                  <a:extLst>
                    <a:ext uri="{FF2B5EF4-FFF2-40B4-BE49-F238E27FC236}">
                      <a16:creationId xmlns:a16="http://schemas.microsoft.com/office/drawing/2014/main" id="{464DAD13-4D54-F935-DE3D-73E5307794B3}"/>
                    </a:ext>
                  </a:extLst>
                </p:cNvPr>
                <p:cNvSpPr>
                  <a:spLocks/>
                </p:cNvSpPr>
                <p:nvPr/>
              </p:nvSpPr>
              <p:spPr bwMode="blackWhite">
                <a:xfrm>
                  <a:off x="4703" y="1200"/>
                  <a:ext cx="193" cy="217"/>
                </a:xfrm>
                <a:custGeom>
                  <a:avLst/>
                  <a:gdLst/>
                  <a:ahLst/>
                  <a:cxnLst>
                    <a:cxn ang="0">
                      <a:pos x="190" y="192"/>
                    </a:cxn>
                    <a:cxn ang="0">
                      <a:pos x="190" y="192"/>
                    </a:cxn>
                    <a:cxn ang="0">
                      <a:pos x="189" y="172"/>
                    </a:cxn>
                    <a:cxn ang="0">
                      <a:pos x="186" y="153"/>
                    </a:cxn>
                    <a:cxn ang="0">
                      <a:pos x="182" y="135"/>
                    </a:cxn>
                    <a:cxn ang="0">
                      <a:pos x="175" y="117"/>
                    </a:cxn>
                    <a:cxn ang="0">
                      <a:pos x="167" y="101"/>
                    </a:cxn>
                    <a:cxn ang="0">
                      <a:pos x="158" y="84"/>
                    </a:cxn>
                    <a:cxn ang="0">
                      <a:pos x="146" y="70"/>
                    </a:cxn>
                    <a:cxn ang="0">
                      <a:pos x="134" y="57"/>
                    </a:cxn>
                    <a:cxn ang="0">
                      <a:pos x="121" y="44"/>
                    </a:cxn>
                    <a:cxn ang="0">
                      <a:pos x="107" y="33"/>
                    </a:cxn>
                    <a:cxn ang="0">
                      <a:pos x="90" y="23"/>
                    </a:cxn>
                    <a:cxn ang="0">
                      <a:pos x="74" y="16"/>
                    </a:cxn>
                    <a:cxn ang="0">
                      <a:pos x="56" y="9"/>
                    </a:cxn>
                    <a:cxn ang="0">
                      <a:pos x="38" y="4"/>
                    </a:cxn>
                    <a:cxn ang="0">
                      <a:pos x="19" y="1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 w="191" h="193">
                      <a:moveTo>
                        <a:pt x="190" y="192"/>
                      </a:moveTo>
                      <a:lnTo>
                        <a:pt x="190" y="192"/>
                      </a:lnTo>
                      <a:lnTo>
                        <a:pt x="189" y="172"/>
                      </a:lnTo>
                      <a:lnTo>
                        <a:pt x="186" y="153"/>
                      </a:lnTo>
                      <a:lnTo>
                        <a:pt x="182" y="135"/>
                      </a:lnTo>
                      <a:lnTo>
                        <a:pt x="175" y="117"/>
                      </a:lnTo>
                      <a:lnTo>
                        <a:pt x="167" y="101"/>
                      </a:lnTo>
                      <a:lnTo>
                        <a:pt x="158" y="84"/>
                      </a:lnTo>
                      <a:lnTo>
                        <a:pt x="146" y="70"/>
                      </a:lnTo>
                      <a:lnTo>
                        <a:pt x="134" y="57"/>
                      </a:lnTo>
                      <a:lnTo>
                        <a:pt x="121" y="44"/>
                      </a:lnTo>
                      <a:lnTo>
                        <a:pt x="107" y="33"/>
                      </a:lnTo>
                      <a:lnTo>
                        <a:pt x="90" y="23"/>
                      </a:lnTo>
                      <a:lnTo>
                        <a:pt x="74" y="16"/>
                      </a:lnTo>
                      <a:lnTo>
                        <a:pt x="56" y="9"/>
                      </a:lnTo>
                      <a:lnTo>
                        <a:pt x="38" y="4"/>
                      </a:lnTo>
                      <a:lnTo>
                        <a:pt x="19" y="1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chemeClr val="bg1"/>
                </a:solidFill>
                <a:ln w="25400" cap="rnd" cmpd="sng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/>
                <a:lstStyle/>
                <a:p>
                  <a:endParaRPr lang="es-ES_tradnl" noProof="0" dirty="0"/>
                </a:p>
              </p:txBody>
            </p:sp>
          </p:grpSp>
          <p:grpSp>
            <p:nvGrpSpPr>
              <p:cNvPr id="60" name="Group 440">
                <a:extLst>
                  <a:ext uri="{FF2B5EF4-FFF2-40B4-BE49-F238E27FC236}">
                    <a16:creationId xmlns:a16="http://schemas.microsoft.com/office/drawing/2014/main" id="{C2D74A5E-90D3-435F-D758-CE4B5EFFF77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984" y="3432"/>
                <a:ext cx="384" cy="336"/>
                <a:chOff x="4464" y="1200"/>
                <a:chExt cx="432" cy="432"/>
              </a:xfrm>
            </p:grpSpPr>
            <p:sp>
              <p:nvSpPr>
                <p:cNvPr id="12289" name="Freeform 441">
                  <a:extLst>
                    <a:ext uri="{FF2B5EF4-FFF2-40B4-BE49-F238E27FC236}">
                      <a16:creationId xmlns:a16="http://schemas.microsoft.com/office/drawing/2014/main" id="{ACB21DC4-9345-DC93-EFA4-06A970F0C60A}"/>
                    </a:ext>
                  </a:extLst>
                </p:cNvPr>
                <p:cNvSpPr>
                  <a:spLocks/>
                </p:cNvSpPr>
                <p:nvPr/>
              </p:nvSpPr>
              <p:spPr bwMode="blackWhite">
                <a:xfrm>
                  <a:off x="4703" y="1416"/>
                  <a:ext cx="193" cy="216"/>
                </a:xfrm>
                <a:custGeom>
                  <a:avLst/>
                  <a:gdLst/>
                  <a:ahLst/>
                  <a:cxnLst>
                    <a:cxn ang="0">
                      <a:pos x="0" y="191"/>
                    </a:cxn>
                    <a:cxn ang="0">
                      <a:pos x="0" y="191"/>
                    </a:cxn>
                    <a:cxn ang="0">
                      <a:pos x="0" y="191"/>
                    </a:cxn>
                    <a:cxn ang="0">
                      <a:pos x="0" y="191"/>
                    </a:cxn>
                    <a:cxn ang="0">
                      <a:pos x="0" y="191"/>
                    </a:cxn>
                    <a:cxn ang="0">
                      <a:pos x="0" y="191"/>
                    </a:cxn>
                    <a:cxn ang="0">
                      <a:pos x="0" y="191"/>
                    </a:cxn>
                    <a:cxn ang="0">
                      <a:pos x="19" y="190"/>
                    </a:cxn>
                    <a:cxn ang="0">
                      <a:pos x="38" y="187"/>
                    </a:cxn>
                    <a:cxn ang="0">
                      <a:pos x="56" y="182"/>
                    </a:cxn>
                    <a:cxn ang="0">
                      <a:pos x="74" y="175"/>
                    </a:cxn>
                    <a:cxn ang="0">
                      <a:pos x="90" y="168"/>
                    </a:cxn>
                    <a:cxn ang="0">
                      <a:pos x="107" y="158"/>
                    </a:cxn>
                    <a:cxn ang="0">
                      <a:pos x="121" y="147"/>
                    </a:cxn>
                    <a:cxn ang="0">
                      <a:pos x="134" y="134"/>
                    </a:cxn>
                    <a:cxn ang="0">
                      <a:pos x="146" y="121"/>
                    </a:cxn>
                    <a:cxn ang="0">
                      <a:pos x="158" y="107"/>
                    </a:cxn>
                    <a:cxn ang="0">
                      <a:pos x="167" y="90"/>
                    </a:cxn>
                    <a:cxn ang="0">
                      <a:pos x="175" y="74"/>
                    </a:cxn>
                    <a:cxn ang="0">
                      <a:pos x="182" y="56"/>
                    </a:cxn>
                    <a:cxn ang="0">
                      <a:pos x="186" y="38"/>
                    </a:cxn>
                    <a:cxn ang="0">
                      <a:pos x="189" y="19"/>
                    </a:cxn>
                    <a:cxn ang="0">
                      <a:pos x="190" y="0"/>
                    </a:cxn>
                  </a:cxnLst>
                  <a:rect l="0" t="0" r="r" b="b"/>
                  <a:pathLst>
                    <a:path w="191" h="192">
                      <a:moveTo>
                        <a:pt x="0" y="191"/>
                      </a:moveTo>
                      <a:lnTo>
                        <a:pt x="0" y="191"/>
                      </a:lnTo>
                      <a:lnTo>
                        <a:pt x="0" y="191"/>
                      </a:lnTo>
                      <a:lnTo>
                        <a:pt x="0" y="191"/>
                      </a:lnTo>
                      <a:lnTo>
                        <a:pt x="0" y="191"/>
                      </a:lnTo>
                      <a:lnTo>
                        <a:pt x="0" y="191"/>
                      </a:lnTo>
                      <a:lnTo>
                        <a:pt x="0" y="191"/>
                      </a:lnTo>
                      <a:lnTo>
                        <a:pt x="19" y="190"/>
                      </a:lnTo>
                      <a:lnTo>
                        <a:pt x="38" y="187"/>
                      </a:lnTo>
                      <a:lnTo>
                        <a:pt x="56" y="182"/>
                      </a:lnTo>
                      <a:lnTo>
                        <a:pt x="74" y="175"/>
                      </a:lnTo>
                      <a:lnTo>
                        <a:pt x="90" y="168"/>
                      </a:lnTo>
                      <a:lnTo>
                        <a:pt x="107" y="158"/>
                      </a:lnTo>
                      <a:lnTo>
                        <a:pt x="121" y="147"/>
                      </a:lnTo>
                      <a:lnTo>
                        <a:pt x="134" y="134"/>
                      </a:lnTo>
                      <a:lnTo>
                        <a:pt x="146" y="121"/>
                      </a:lnTo>
                      <a:lnTo>
                        <a:pt x="158" y="107"/>
                      </a:lnTo>
                      <a:lnTo>
                        <a:pt x="167" y="90"/>
                      </a:lnTo>
                      <a:lnTo>
                        <a:pt x="175" y="74"/>
                      </a:lnTo>
                      <a:lnTo>
                        <a:pt x="182" y="56"/>
                      </a:lnTo>
                      <a:lnTo>
                        <a:pt x="186" y="38"/>
                      </a:lnTo>
                      <a:lnTo>
                        <a:pt x="189" y="19"/>
                      </a:lnTo>
                      <a:lnTo>
                        <a:pt x="190" y="0"/>
                      </a:lnTo>
                    </a:path>
                  </a:pathLst>
                </a:custGeom>
                <a:solidFill>
                  <a:schemeClr val="bg1"/>
                </a:solidFill>
                <a:ln w="25400" cap="rnd" cmpd="sng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/>
                <a:lstStyle/>
                <a:p>
                  <a:endParaRPr lang="es-ES_tradnl" noProof="0" dirty="0"/>
                </a:p>
              </p:txBody>
            </p:sp>
            <p:sp>
              <p:nvSpPr>
                <p:cNvPr id="12291" name="Freeform 442">
                  <a:extLst>
                    <a:ext uri="{FF2B5EF4-FFF2-40B4-BE49-F238E27FC236}">
                      <a16:creationId xmlns:a16="http://schemas.microsoft.com/office/drawing/2014/main" id="{A5117A05-3AE8-C584-CE76-910E986F72CF}"/>
                    </a:ext>
                  </a:extLst>
                </p:cNvPr>
                <p:cNvSpPr>
                  <a:spLocks/>
                </p:cNvSpPr>
                <p:nvPr/>
              </p:nvSpPr>
              <p:spPr bwMode="blackWhite">
                <a:xfrm>
                  <a:off x="4464" y="1200"/>
                  <a:ext cx="239" cy="432"/>
                </a:xfrm>
                <a:custGeom>
                  <a:avLst/>
                  <a:gdLst/>
                  <a:ahLst/>
                  <a:cxnLst>
                    <a:cxn ang="0">
                      <a:pos x="379" y="383"/>
                    </a:cxn>
                    <a:cxn ang="0">
                      <a:pos x="0" y="383"/>
                    </a:cxn>
                    <a:cxn ang="0">
                      <a:pos x="0" y="0"/>
                    </a:cxn>
                    <a:cxn ang="0">
                      <a:pos x="379" y="0"/>
                    </a:cxn>
                  </a:cxnLst>
                  <a:rect l="0" t="0" r="r" b="b"/>
                  <a:pathLst>
                    <a:path w="380" h="384">
                      <a:moveTo>
                        <a:pt x="379" y="383"/>
                      </a:moveTo>
                      <a:lnTo>
                        <a:pt x="0" y="383"/>
                      </a:lnTo>
                      <a:lnTo>
                        <a:pt x="0" y="0"/>
                      </a:lnTo>
                      <a:lnTo>
                        <a:pt x="379" y="0"/>
                      </a:lnTo>
                    </a:path>
                  </a:pathLst>
                </a:custGeom>
                <a:solidFill>
                  <a:schemeClr val="bg1"/>
                </a:solidFill>
                <a:ln w="25400" cap="rnd" cmpd="sng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/>
                <a:lstStyle/>
                <a:p>
                  <a:endParaRPr lang="es-ES_tradnl" noProof="0" dirty="0"/>
                </a:p>
              </p:txBody>
            </p:sp>
            <p:sp>
              <p:nvSpPr>
                <p:cNvPr id="12292" name="Freeform 443">
                  <a:extLst>
                    <a:ext uri="{FF2B5EF4-FFF2-40B4-BE49-F238E27FC236}">
                      <a16:creationId xmlns:a16="http://schemas.microsoft.com/office/drawing/2014/main" id="{8758FA59-FD06-4FAB-7D9E-CA2F4432D548}"/>
                    </a:ext>
                  </a:extLst>
                </p:cNvPr>
                <p:cNvSpPr>
                  <a:spLocks/>
                </p:cNvSpPr>
                <p:nvPr/>
              </p:nvSpPr>
              <p:spPr bwMode="blackWhite">
                <a:xfrm>
                  <a:off x="4703" y="1200"/>
                  <a:ext cx="193" cy="217"/>
                </a:xfrm>
                <a:custGeom>
                  <a:avLst/>
                  <a:gdLst/>
                  <a:ahLst/>
                  <a:cxnLst>
                    <a:cxn ang="0">
                      <a:pos x="190" y="192"/>
                    </a:cxn>
                    <a:cxn ang="0">
                      <a:pos x="190" y="192"/>
                    </a:cxn>
                    <a:cxn ang="0">
                      <a:pos x="189" y="172"/>
                    </a:cxn>
                    <a:cxn ang="0">
                      <a:pos x="186" y="153"/>
                    </a:cxn>
                    <a:cxn ang="0">
                      <a:pos x="182" y="135"/>
                    </a:cxn>
                    <a:cxn ang="0">
                      <a:pos x="175" y="117"/>
                    </a:cxn>
                    <a:cxn ang="0">
                      <a:pos x="167" y="101"/>
                    </a:cxn>
                    <a:cxn ang="0">
                      <a:pos x="158" y="84"/>
                    </a:cxn>
                    <a:cxn ang="0">
                      <a:pos x="146" y="70"/>
                    </a:cxn>
                    <a:cxn ang="0">
                      <a:pos x="134" y="57"/>
                    </a:cxn>
                    <a:cxn ang="0">
                      <a:pos x="121" y="44"/>
                    </a:cxn>
                    <a:cxn ang="0">
                      <a:pos x="107" y="33"/>
                    </a:cxn>
                    <a:cxn ang="0">
                      <a:pos x="90" y="23"/>
                    </a:cxn>
                    <a:cxn ang="0">
                      <a:pos x="74" y="16"/>
                    </a:cxn>
                    <a:cxn ang="0">
                      <a:pos x="56" y="9"/>
                    </a:cxn>
                    <a:cxn ang="0">
                      <a:pos x="38" y="4"/>
                    </a:cxn>
                    <a:cxn ang="0">
                      <a:pos x="19" y="1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 w="191" h="193">
                      <a:moveTo>
                        <a:pt x="190" y="192"/>
                      </a:moveTo>
                      <a:lnTo>
                        <a:pt x="190" y="192"/>
                      </a:lnTo>
                      <a:lnTo>
                        <a:pt x="189" y="172"/>
                      </a:lnTo>
                      <a:lnTo>
                        <a:pt x="186" y="153"/>
                      </a:lnTo>
                      <a:lnTo>
                        <a:pt x="182" y="135"/>
                      </a:lnTo>
                      <a:lnTo>
                        <a:pt x="175" y="117"/>
                      </a:lnTo>
                      <a:lnTo>
                        <a:pt x="167" y="101"/>
                      </a:lnTo>
                      <a:lnTo>
                        <a:pt x="158" y="84"/>
                      </a:lnTo>
                      <a:lnTo>
                        <a:pt x="146" y="70"/>
                      </a:lnTo>
                      <a:lnTo>
                        <a:pt x="134" y="57"/>
                      </a:lnTo>
                      <a:lnTo>
                        <a:pt x="121" y="44"/>
                      </a:lnTo>
                      <a:lnTo>
                        <a:pt x="107" y="33"/>
                      </a:lnTo>
                      <a:lnTo>
                        <a:pt x="90" y="23"/>
                      </a:lnTo>
                      <a:lnTo>
                        <a:pt x="74" y="16"/>
                      </a:lnTo>
                      <a:lnTo>
                        <a:pt x="56" y="9"/>
                      </a:lnTo>
                      <a:lnTo>
                        <a:pt x="38" y="4"/>
                      </a:lnTo>
                      <a:lnTo>
                        <a:pt x="19" y="1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chemeClr val="bg1"/>
                </a:solidFill>
                <a:ln w="25400" cap="rnd" cmpd="sng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/>
                <a:lstStyle/>
                <a:p>
                  <a:endParaRPr lang="es-ES_tradnl" noProof="0" dirty="0"/>
                </a:p>
              </p:txBody>
            </p:sp>
          </p:grpSp>
          <p:grpSp>
            <p:nvGrpSpPr>
              <p:cNvPr id="61" name="Group 454">
                <a:extLst>
                  <a:ext uri="{FF2B5EF4-FFF2-40B4-BE49-F238E27FC236}">
                    <a16:creationId xmlns:a16="http://schemas.microsoft.com/office/drawing/2014/main" id="{8A9D64F9-7936-9766-0F33-562D95DA47E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984" y="2664"/>
                <a:ext cx="384" cy="336"/>
                <a:chOff x="4464" y="1200"/>
                <a:chExt cx="432" cy="432"/>
              </a:xfrm>
            </p:grpSpPr>
            <p:sp>
              <p:nvSpPr>
                <p:cNvPr id="62" name="Freeform 455">
                  <a:extLst>
                    <a:ext uri="{FF2B5EF4-FFF2-40B4-BE49-F238E27FC236}">
                      <a16:creationId xmlns:a16="http://schemas.microsoft.com/office/drawing/2014/main" id="{74714896-E469-4255-284D-781D1C89A7AA}"/>
                    </a:ext>
                  </a:extLst>
                </p:cNvPr>
                <p:cNvSpPr>
                  <a:spLocks/>
                </p:cNvSpPr>
                <p:nvPr/>
              </p:nvSpPr>
              <p:spPr bwMode="blackWhite">
                <a:xfrm>
                  <a:off x="4703" y="1416"/>
                  <a:ext cx="193" cy="216"/>
                </a:xfrm>
                <a:custGeom>
                  <a:avLst/>
                  <a:gdLst/>
                  <a:ahLst/>
                  <a:cxnLst>
                    <a:cxn ang="0">
                      <a:pos x="0" y="191"/>
                    </a:cxn>
                    <a:cxn ang="0">
                      <a:pos x="0" y="191"/>
                    </a:cxn>
                    <a:cxn ang="0">
                      <a:pos x="0" y="191"/>
                    </a:cxn>
                    <a:cxn ang="0">
                      <a:pos x="0" y="191"/>
                    </a:cxn>
                    <a:cxn ang="0">
                      <a:pos x="0" y="191"/>
                    </a:cxn>
                    <a:cxn ang="0">
                      <a:pos x="0" y="191"/>
                    </a:cxn>
                    <a:cxn ang="0">
                      <a:pos x="0" y="191"/>
                    </a:cxn>
                    <a:cxn ang="0">
                      <a:pos x="19" y="190"/>
                    </a:cxn>
                    <a:cxn ang="0">
                      <a:pos x="38" y="187"/>
                    </a:cxn>
                    <a:cxn ang="0">
                      <a:pos x="56" y="182"/>
                    </a:cxn>
                    <a:cxn ang="0">
                      <a:pos x="74" y="175"/>
                    </a:cxn>
                    <a:cxn ang="0">
                      <a:pos x="90" y="168"/>
                    </a:cxn>
                    <a:cxn ang="0">
                      <a:pos x="107" y="158"/>
                    </a:cxn>
                    <a:cxn ang="0">
                      <a:pos x="121" y="147"/>
                    </a:cxn>
                    <a:cxn ang="0">
                      <a:pos x="134" y="134"/>
                    </a:cxn>
                    <a:cxn ang="0">
                      <a:pos x="146" y="121"/>
                    </a:cxn>
                    <a:cxn ang="0">
                      <a:pos x="158" y="107"/>
                    </a:cxn>
                    <a:cxn ang="0">
                      <a:pos x="167" y="90"/>
                    </a:cxn>
                    <a:cxn ang="0">
                      <a:pos x="175" y="74"/>
                    </a:cxn>
                    <a:cxn ang="0">
                      <a:pos x="182" y="56"/>
                    </a:cxn>
                    <a:cxn ang="0">
                      <a:pos x="186" y="38"/>
                    </a:cxn>
                    <a:cxn ang="0">
                      <a:pos x="189" y="19"/>
                    </a:cxn>
                    <a:cxn ang="0">
                      <a:pos x="190" y="0"/>
                    </a:cxn>
                  </a:cxnLst>
                  <a:rect l="0" t="0" r="r" b="b"/>
                  <a:pathLst>
                    <a:path w="191" h="192">
                      <a:moveTo>
                        <a:pt x="0" y="191"/>
                      </a:moveTo>
                      <a:lnTo>
                        <a:pt x="0" y="191"/>
                      </a:lnTo>
                      <a:lnTo>
                        <a:pt x="0" y="191"/>
                      </a:lnTo>
                      <a:lnTo>
                        <a:pt x="0" y="191"/>
                      </a:lnTo>
                      <a:lnTo>
                        <a:pt x="0" y="191"/>
                      </a:lnTo>
                      <a:lnTo>
                        <a:pt x="0" y="191"/>
                      </a:lnTo>
                      <a:lnTo>
                        <a:pt x="0" y="191"/>
                      </a:lnTo>
                      <a:lnTo>
                        <a:pt x="19" y="190"/>
                      </a:lnTo>
                      <a:lnTo>
                        <a:pt x="38" y="187"/>
                      </a:lnTo>
                      <a:lnTo>
                        <a:pt x="56" y="182"/>
                      </a:lnTo>
                      <a:lnTo>
                        <a:pt x="74" y="175"/>
                      </a:lnTo>
                      <a:lnTo>
                        <a:pt x="90" y="168"/>
                      </a:lnTo>
                      <a:lnTo>
                        <a:pt x="107" y="158"/>
                      </a:lnTo>
                      <a:lnTo>
                        <a:pt x="121" y="147"/>
                      </a:lnTo>
                      <a:lnTo>
                        <a:pt x="134" y="134"/>
                      </a:lnTo>
                      <a:lnTo>
                        <a:pt x="146" y="121"/>
                      </a:lnTo>
                      <a:lnTo>
                        <a:pt x="158" y="107"/>
                      </a:lnTo>
                      <a:lnTo>
                        <a:pt x="167" y="90"/>
                      </a:lnTo>
                      <a:lnTo>
                        <a:pt x="175" y="74"/>
                      </a:lnTo>
                      <a:lnTo>
                        <a:pt x="182" y="56"/>
                      </a:lnTo>
                      <a:lnTo>
                        <a:pt x="186" y="38"/>
                      </a:lnTo>
                      <a:lnTo>
                        <a:pt x="189" y="19"/>
                      </a:lnTo>
                      <a:lnTo>
                        <a:pt x="190" y="0"/>
                      </a:lnTo>
                    </a:path>
                  </a:pathLst>
                </a:custGeom>
                <a:solidFill>
                  <a:schemeClr val="bg1"/>
                </a:solidFill>
                <a:ln w="25400" cap="rnd" cmpd="sng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/>
                <a:lstStyle/>
                <a:p>
                  <a:endParaRPr lang="es-ES_tradnl" noProof="0" dirty="0"/>
                </a:p>
              </p:txBody>
            </p:sp>
            <p:sp>
              <p:nvSpPr>
                <p:cNvPr id="63" name="Freeform 456">
                  <a:extLst>
                    <a:ext uri="{FF2B5EF4-FFF2-40B4-BE49-F238E27FC236}">
                      <a16:creationId xmlns:a16="http://schemas.microsoft.com/office/drawing/2014/main" id="{A027BB6A-392D-5F5E-58B9-717472333A70}"/>
                    </a:ext>
                  </a:extLst>
                </p:cNvPr>
                <p:cNvSpPr>
                  <a:spLocks/>
                </p:cNvSpPr>
                <p:nvPr/>
              </p:nvSpPr>
              <p:spPr bwMode="blackWhite">
                <a:xfrm>
                  <a:off x="4464" y="1200"/>
                  <a:ext cx="239" cy="432"/>
                </a:xfrm>
                <a:custGeom>
                  <a:avLst/>
                  <a:gdLst/>
                  <a:ahLst/>
                  <a:cxnLst>
                    <a:cxn ang="0">
                      <a:pos x="379" y="383"/>
                    </a:cxn>
                    <a:cxn ang="0">
                      <a:pos x="0" y="383"/>
                    </a:cxn>
                    <a:cxn ang="0">
                      <a:pos x="0" y="0"/>
                    </a:cxn>
                    <a:cxn ang="0">
                      <a:pos x="379" y="0"/>
                    </a:cxn>
                  </a:cxnLst>
                  <a:rect l="0" t="0" r="r" b="b"/>
                  <a:pathLst>
                    <a:path w="380" h="384">
                      <a:moveTo>
                        <a:pt x="379" y="383"/>
                      </a:moveTo>
                      <a:lnTo>
                        <a:pt x="0" y="383"/>
                      </a:lnTo>
                      <a:lnTo>
                        <a:pt x="0" y="0"/>
                      </a:lnTo>
                      <a:lnTo>
                        <a:pt x="379" y="0"/>
                      </a:lnTo>
                    </a:path>
                  </a:pathLst>
                </a:custGeom>
                <a:solidFill>
                  <a:schemeClr val="bg1"/>
                </a:solidFill>
                <a:ln w="25400" cap="rnd" cmpd="sng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/>
                <a:lstStyle/>
                <a:p>
                  <a:endParaRPr lang="es-ES_tradnl" noProof="0" dirty="0"/>
                </a:p>
              </p:txBody>
            </p:sp>
            <p:sp>
              <p:nvSpPr>
                <p:cNvPr id="12288" name="Freeform 457">
                  <a:extLst>
                    <a:ext uri="{FF2B5EF4-FFF2-40B4-BE49-F238E27FC236}">
                      <a16:creationId xmlns:a16="http://schemas.microsoft.com/office/drawing/2014/main" id="{60D34969-A75D-D86B-F949-0B2C2AB89313}"/>
                    </a:ext>
                  </a:extLst>
                </p:cNvPr>
                <p:cNvSpPr>
                  <a:spLocks/>
                </p:cNvSpPr>
                <p:nvPr/>
              </p:nvSpPr>
              <p:spPr bwMode="blackWhite">
                <a:xfrm>
                  <a:off x="4703" y="1200"/>
                  <a:ext cx="193" cy="217"/>
                </a:xfrm>
                <a:custGeom>
                  <a:avLst/>
                  <a:gdLst/>
                  <a:ahLst/>
                  <a:cxnLst>
                    <a:cxn ang="0">
                      <a:pos x="190" y="192"/>
                    </a:cxn>
                    <a:cxn ang="0">
                      <a:pos x="190" y="192"/>
                    </a:cxn>
                    <a:cxn ang="0">
                      <a:pos x="189" y="172"/>
                    </a:cxn>
                    <a:cxn ang="0">
                      <a:pos x="186" y="153"/>
                    </a:cxn>
                    <a:cxn ang="0">
                      <a:pos x="182" y="135"/>
                    </a:cxn>
                    <a:cxn ang="0">
                      <a:pos x="175" y="117"/>
                    </a:cxn>
                    <a:cxn ang="0">
                      <a:pos x="167" y="101"/>
                    </a:cxn>
                    <a:cxn ang="0">
                      <a:pos x="158" y="84"/>
                    </a:cxn>
                    <a:cxn ang="0">
                      <a:pos x="146" y="70"/>
                    </a:cxn>
                    <a:cxn ang="0">
                      <a:pos x="134" y="57"/>
                    </a:cxn>
                    <a:cxn ang="0">
                      <a:pos x="121" y="44"/>
                    </a:cxn>
                    <a:cxn ang="0">
                      <a:pos x="107" y="33"/>
                    </a:cxn>
                    <a:cxn ang="0">
                      <a:pos x="90" y="23"/>
                    </a:cxn>
                    <a:cxn ang="0">
                      <a:pos x="74" y="16"/>
                    </a:cxn>
                    <a:cxn ang="0">
                      <a:pos x="56" y="9"/>
                    </a:cxn>
                    <a:cxn ang="0">
                      <a:pos x="38" y="4"/>
                    </a:cxn>
                    <a:cxn ang="0">
                      <a:pos x="19" y="1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 w="191" h="193">
                      <a:moveTo>
                        <a:pt x="190" y="192"/>
                      </a:moveTo>
                      <a:lnTo>
                        <a:pt x="190" y="192"/>
                      </a:lnTo>
                      <a:lnTo>
                        <a:pt x="189" y="172"/>
                      </a:lnTo>
                      <a:lnTo>
                        <a:pt x="186" y="153"/>
                      </a:lnTo>
                      <a:lnTo>
                        <a:pt x="182" y="135"/>
                      </a:lnTo>
                      <a:lnTo>
                        <a:pt x="175" y="117"/>
                      </a:lnTo>
                      <a:lnTo>
                        <a:pt x="167" y="101"/>
                      </a:lnTo>
                      <a:lnTo>
                        <a:pt x="158" y="84"/>
                      </a:lnTo>
                      <a:lnTo>
                        <a:pt x="146" y="70"/>
                      </a:lnTo>
                      <a:lnTo>
                        <a:pt x="134" y="57"/>
                      </a:lnTo>
                      <a:lnTo>
                        <a:pt x="121" y="44"/>
                      </a:lnTo>
                      <a:lnTo>
                        <a:pt x="107" y="33"/>
                      </a:lnTo>
                      <a:lnTo>
                        <a:pt x="90" y="23"/>
                      </a:lnTo>
                      <a:lnTo>
                        <a:pt x="74" y="16"/>
                      </a:lnTo>
                      <a:lnTo>
                        <a:pt x="56" y="9"/>
                      </a:lnTo>
                      <a:lnTo>
                        <a:pt x="38" y="4"/>
                      </a:lnTo>
                      <a:lnTo>
                        <a:pt x="19" y="1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chemeClr val="bg1"/>
                </a:solidFill>
                <a:ln w="25400" cap="rnd" cmpd="sng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/>
                <a:lstStyle/>
                <a:p>
                  <a:endParaRPr lang="es-ES_tradnl" noProof="0" dirty="0"/>
                </a:p>
              </p:txBody>
            </p:sp>
          </p:grpSp>
        </p:grpSp>
        <p:sp>
          <p:nvSpPr>
            <p:cNvPr id="16" name="Freeform 467">
              <a:extLst>
                <a:ext uri="{FF2B5EF4-FFF2-40B4-BE49-F238E27FC236}">
                  <a16:creationId xmlns:a16="http://schemas.microsoft.com/office/drawing/2014/main" id="{16FADFB6-E8F5-7A6C-9B0C-192AB6D2C2B3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6934200" y="4838700"/>
              <a:ext cx="838200" cy="457200"/>
            </a:xfrm>
            <a:custGeom>
              <a:avLst/>
              <a:gdLst/>
              <a:ahLst/>
              <a:cxnLst>
                <a:cxn ang="0">
                  <a:pos x="0" y="192"/>
                </a:cxn>
                <a:cxn ang="0">
                  <a:pos x="240" y="192"/>
                </a:cxn>
                <a:cxn ang="0">
                  <a:pos x="240" y="0"/>
                </a:cxn>
                <a:cxn ang="0">
                  <a:pos x="528" y="0"/>
                </a:cxn>
              </a:cxnLst>
              <a:rect l="0" t="0" r="r" b="b"/>
              <a:pathLst>
                <a:path w="528" h="192">
                  <a:moveTo>
                    <a:pt x="0" y="192"/>
                  </a:moveTo>
                  <a:lnTo>
                    <a:pt x="240" y="192"/>
                  </a:lnTo>
                  <a:lnTo>
                    <a:pt x="240" y="0"/>
                  </a:lnTo>
                  <a:lnTo>
                    <a:pt x="528" y="0"/>
                  </a:lnTo>
                </a:path>
              </a:pathLst>
            </a:custGeom>
            <a:noFill/>
            <a:ln w="19050" cap="flat" cmpd="sng">
              <a:solidFill>
                <a:schemeClr val="tx2"/>
              </a:solidFill>
              <a:prstDash val="solid"/>
              <a:round/>
              <a:headEnd/>
              <a:tailEnd/>
            </a:ln>
            <a:effectLst/>
          </p:spPr>
          <p:txBody>
            <a:bodyPr anchor="ctr"/>
            <a:lstStyle/>
            <a:p>
              <a:endParaRPr lang="es-ES_tradnl" noProof="0" dirty="0"/>
            </a:p>
          </p:txBody>
        </p:sp>
        <p:sp>
          <p:nvSpPr>
            <p:cNvPr id="17" name="Line 470">
              <a:extLst>
                <a:ext uri="{FF2B5EF4-FFF2-40B4-BE49-F238E27FC236}">
                  <a16:creationId xmlns:a16="http://schemas.microsoft.com/office/drawing/2014/main" id="{1E4E9DA3-B6D5-E1C9-4BBE-05C66036C47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382000" y="5448300"/>
              <a:ext cx="228600" cy="0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/>
            </a:ln>
            <a:effectLst/>
          </p:spPr>
          <p:txBody>
            <a:bodyPr anchor="ctr"/>
            <a:lstStyle/>
            <a:p>
              <a:endParaRPr lang="es-ES_tradnl" noProof="0" dirty="0"/>
            </a:p>
          </p:txBody>
        </p:sp>
        <p:sp>
          <p:nvSpPr>
            <p:cNvPr id="18" name="Line 472">
              <a:extLst>
                <a:ext uri="{FF2B5EF4-FFF2-40B4-BE49-F238E27FC236}">
                  <a16:creationId xmlns:a16="http://schemas.microsoft.com/office/drawing/2014/main" id="{EFF2ACCA-CF4C-791D-65E0-065A71A0650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934200" y="5448300"/>
              <a:ext cx="838200" cy="0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/>
            </a:ln>
            <a:effectLst/>
          </p:spPr>
          <p:txBody>
            <a:bodyPr anchor="ctr"/>
            <a:lstStyle/>
            <a:p>
              <a:endParaRPr lang="es-ES_tradnl" noProof="0" dirty="0"/>
            </a:p>
          </p:txBody>
        </p:sp>
        <p:sp>
          <p:nvSpPr>
            <p:cNvPr id="19" name="Freeform 473">
              <a:extLst>
                <a:ext uri="{FF2B5EF4-FFF2-40B4-BE49-F238E27FC236}">
                  <a16:creationId xmlns:a16="http://schemas.microsoft.com/office/drawing/2014/main" id="{CDB55BD4-F208-6988-FDAE-ED044E86E61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34200" y="5600700"/>
              <a:ext cx="838200" cy="457200"/>
            </a:xfrm>
            <a:custGeom>
              <a:avLst/>
              <a:gdLst/>
              <a:ahLst/>
              <a:cxnLst>
                <a:cxn ang="0">
                  <a:pos x="0" y="192"/>
                </a:cxn>
                <a:cxn ang="0">
                  <a:pos x="240" y="192"/>
                </a:cxn>
                <a:cxn ang="0">
                  <a:pos x="240" y="0"/>
                </a:cxn>
                <a:cxn ang="0">
                  <a:pos x="528" y="0"/>
                </a:cxn>
              </a:cxnLst>
              <a:rect l="0" t="0" r="r" b="b"/>
              <a:pathLst>
                <a:path w="528" h="192">
                  <a:moveTo>
                    <a:pt x="0" y="192"/>
                  </a:moveTo>
                  <a:lnTo>
                    <a:pt x="240" y="192"/>
                  </a:lnTo>
                  <a:lnTo>
                    <a:pt x="240" y="0"/>
                  </a:lnTo>
                  <a:lnTo>
                    <a:pt x="528" y="0"/>
                  </a:lnTo>
                </a:path>
              </a:pathLst>
            </a:custGeom>
            <a:noFill/>
            <a:ln w="19050" cap="flat" cmpd="sng">
              <a:solidFill>
                <a:schemeClr val="tx2"/>
              </a:solidFill>
              <a:prstDash val="solid"/>
              <a:round/>
              <a:headEnd/>
              <a:tailEnd/>
            </a:ln>
            <a:effectLst/>
          </p:spPr>
          <p:txBody>
            <a:bodyPr anchor="ctr"/>
            <a:lstStyle/>
            <a:p>
              <a:endParaRPr lang="es-ES_tradnl" noProof="0" dirty="0"/>
            </a:p>
          </p:txBody>
        </p:sp>
        <p:sp>
          <p:nvSpPr>
            <p:cNvPr id="20" name="Freeform 476">
              <a:extLst>
                <a:ext uri="{FF2B5EF4-FFF2-40B4-BE49-F238E27FC236}">
                  <a16:creationId xmlns:a16="http://schemas.microsoft.com/office/drawing/2014/main" id="{EC746DDC-8F17-A70E-25A4-78DA9366470F}"/>
                </a:ext>
              </a:extLst>
            </p:cNvPr>
            <p:cNvSpPr>
              <a:spLocks/>
            </p:cNvSpPr>
            <p:nvPr/>
          </p:nvSpPr>
          <p:spPr bwMode="auto">
            <a:xfrm>
              <a:off x="6934200" y="2628900"/>
              <a:ext cx="838200" cy="22860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92" y="0"/>
                </a:cxn>
                <a:cxn ang="0">
                  <a:pos x="192" y="144"/>
                </a:cxn>
                <a:cxn ang="0">
                  <a:pos x="528" y="144"/>
                </a:cxn>
              </a:cxnLst>
              <a:rect l="0" t="0" r="r" b="b"/>
              <a:pathLst>
                <a:path w="528" h="144">
                  <a:moveTo>
                    <a:pt x="0" y="0"/>
                  </a:moveTo>
                  <a:lnTo>
                    <a:pt x="192" y="0"/>
                  </a:lnTo>
                  <a:lnTo>
                    <a:pt x="192" y="144"/>
                  </a:lnTo>
                  <a:lnTo>
                    <a:pt x="528" y="144"/>
                  </a:lnTo>
                </a:path>
              </a:pathLst>
            </a:custGeom>
            <a:noFill/>
            <a:ln w="19050" cap="flat" cmpd="sng">
              <a:solidFill>
                <a:schemeClr val="tx2"/>
              </a:solidFill>
              <a:prstDash val="solid"/>
              <a:round/>
              <a:headEnd/>
              <a:tailEnd/>
            </a:ln>
            <a:effectLst/>
          </p:spPr>
          <p:txBody>
            <a:bodyPr anchor="ctr"/>
            <a:lstStyle/>
            <a:p>
              <a:endParaRPr lang="es-ES_tradnl" noProof="0" dirty="0"/>
            </a:p>
          </p:txBody>
        </p:sp>
        <p:sp>
          <p:nvSpPr>
            <p:cNvPr id="21" name="Freeform 477">
              <a:extLst>
                <a:ext uri="{FF2B5EF4-FFF2-40B4-BE49-F238E27FC236}">
                  <a16:creationId xmlns:a16="http://schemas.microsoft.com/office/drawing/2014/main" id="{D54BA677-0D68-8CBC-24B9-FB1738E64339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6934200" y="3009900"/>
              <a:ext cx="838200" cy="22860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92" y="0"/>
                </a:cxn>
                <a:cxn ang="0">
                  <a:pos x="192" y="144"/>
                </a:cxn>
                <a:cxn ang="0">
                  <a:pos x="528" y="144"/>
                </a:cxn>
              </a:cxnLst>
              <a:rect l="0" t="0" r="r" b="b"/>
              <a:pathLst>
                <a:path w="528" h="144">
                  <a:moveTo>
                    <a:pt x="0" y="0"/>
                  </a:moveTo>
                  <a:lnTo>
                    <a:pt x="192" y="0"/>
                  </a:lnTo>
                  <a:lnTo>
                    <a:pt x="192" y="144"/>
                  </a:lnTo>
                  <a:lnTo>
                    <a:pt x="528" y="144"/>
                  </a:lnTo>
                </a:path>
              </a:pathLst>
            </a:custGeom>
            <a:noFill/>
            <a:ln w="19050" cap="flat" cmpd="sng">
              <a:solidFill>
                <a:schemeClr val="tx2"/>
              </a:solidFill>
              <a:prstDash val="solid"/>
              <a:round/>
              <a:headEnd/>
              <a:tailEnd/>
            </a:ln>
            <a:effectLst/>
          </p:spPr>
          <p:txBody>
            <a:bodyPr anchor="ctr"/>
            <a:lstStyle/>
            <a:p>
              <a:endParaRPr lang="es-ES_tradnl" noProof="0" dirty="0"/>
            </a:p>
          </p:txBody>
        </p:sp>
        <p:sp>
          <p:nvSpPr>
            <p:cNvPr id="22" name="Freeform 478">
              <a:extLst>
                <a:ext uri="{FF2B5EF4-FFF2-40B4-BE49-F238E27FC236}">
                  <a16:creationId xmlns:a16="http://schemas.microsoft.com/office/drawing/2014/main" id="{D0B7D99A-D76B-BB22-402E-B8ABA2F60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6019800" y="3695700"/>
              <a:ext cx="304800" cy="99060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624"/>
                </a:cxn>
                <a:cxn ang="0">
                  <a:pos x="240" y="624"/>
                </a:cxn>
              </a:cxnLst>
              <a:rect l="0" t="0" r="r" b="b"/>
              <a:pathLst>
                <a:path w="240" h="624">
                  <a:moveTo>
                    <a:pt x="0" y="0"/>
                  </a:moveTo>
                  <a:lnTo>
                    <a:pt x="0" y="624"/>
                  </a:lnTo>
                  <a:lnTo>
                    <a:pt x="240" y="624"/>
                  </a:lnTo>
                </a:path>
              </a:pathLst>
            </a:custGeom>
            <a:noFill/>
            <a:ln w="19050" cap="flat" cmpd="sng">
              <a:solidFill>
                <a:schemeClr val="tx2"/>
              </a:solidFill>
              <a:prstDash val="solid"/>
              <a:round/>
              <a:headEnd/>
              <a:tailEnd/>
            </a:ln>
            <a:effectLst/>
          </p:spPr>
          <p:txBody>
            <a:bodyPr anchor="ctr"/>
            <a:lstStyle/>
            <a:p>
              <a:endParaRPr lang="es-ES_tradnl" noProof="0" dirty="0"/>
            </a:p>
          </p:txBody>
        </p:sp>
        <p:sp>
          <p:nvSpPr>
            <p:cNvPr id="23" name="Freeform 480">
              <a:extLst>
                <a:ext uri="{FF2B5EF4-FFF2-40B4-BE49-F238E27FC236}">
                  <a16:creationId xmlns:a16="http://schemas.microsoft.com/office/drawing/2014/main" id="{E40F5DC4-A618-FD3E-D184-0DE5F3E974EB}"/>
                </a:ext>
              </a:extLst>
            </p:cNvPr>
            <p:cNvSpPr>
              <a:spLocks/>
            </p:cNvSpPr>
            <p:nvPr/>
          </p:nvSpPr>
          <p:spPr bwMode="auto">
            <a:xfrm>
              <a:off x="5867400" y="3848100"/>
              <a:ext cx="457200" cy="114300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624"/>
                </a:cxn>
                <a:cxn ang="0">
                  <a:pos x="240" y="624"/>
                </a:cxn>
              </a:cxnLst>
              <a:rect l="0" t="0" r="r" b="b"/>
              <a:pathLst>
                <a:path w="240" h="624">
                  <a:moveTo>
                    <a:pt x="0" y="0"/>
                  </a:moveTo>
                  <a:lnTo>
                    <a:pt x="0" y="624"/>
                  </a:lnTo>
                  <a:lnTo>
                    <a:pt x="240" y="624"/>
                  </a:lnTo>
                </a:path>
              </a:pathLst>
            </a:custGeom>
            <a:noFill/>
            <a:ln w="19050" cap="flat" cmpd="sng">
              <a:solidFill>
                <a:schemeClr val="tx2"/>
              </a:solidFill>
              <a:prstDash val="solid"/>
              <a:round/>
              <a:headEnd/>
              <a:tailEnd/>
            </a:ln>
            <a:effectLst/>
          </p:spPr>
          <p:txBody>
            <a:bodyPr anchor="ctr"/>
            <a:lstStyle/>
            <a:p>
              <a:endParaRPr lang="es-ES_tradnl" noProof="0" dirty="0"/>
            </a:p>
          </p:txBody>
        </p:sp>
        <p:sp>
          <p:nvSpPr>
            <p:cNvPr id="24" name="Freeform 481">
              <a:extLst>
                <a:ext uri="{FF2B5EF4-FFF2-40B4-BE49-F238E27FC236}">
                  <a16:creationId xmlns:a16="http://schemas.microsoft.com/office/drawing/2014/main" id="{4DD0265C-45B9-C87F-5F7A-25FF9B43B0BC}"/>
                </a:ext>
              </a:extLst>
            </p:cNvPr>
            <p:cNvSpPr>
              <a:spLocks/>
            </p:cNvSpPr>
            <p:nvPr/>
          </p:nvSpPr>
          <p:spPr bwMode="auto">
            <a:xfrm>
              <a:off x="5867400" y="4991100"/>
              <a:ext cx="457200" cy="91440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624"/>
                </a:cxn>
                <a:cxn ang="0">
                  <a:pos x="240" y="624"/>
                </a:cxn>
              </a:cxnLst>
              <a:rect l="0" t="0" r="r" b="b"/>
              <a:pathLst>
                <a:path w="240" h="624">
                  <a:moveTo>
                    <a:pt x="0" y="0"/>
                  </a:moveTo>
                  <a:lnTo>
                    <a:pt x="0" y="624"/>
                  </a:lnTo>
                  <a:lnTo>
                    <a:pt x="240" y="624"/>
                  </a:lnTo>
                </a:path>
              </a:pathLst>
            </a:custGeom>
            <a:noFill/>
            <a:ln w="19050" cap="flat" cmpd="sng">
              <a:solidFill>
                <a:schemeClr val="tx2"/>
              </a:solidFill>
              <a:prstDash val="solid"/>
              <a:round/>
              <a:headEnd/>
              <a:tailEnd/>
            </a:ln>
            <a:effectLst/>
          </p:spPr>
          <p:txBody>
            <a:bodyPr anchor="ctr"/>
            <a:lstStyle/>
            <a:p>
              <a:endParaRPr lang="es-ES_tradnl" noProof="0" dirty="0"/>
            </a:p>
          </p:txBody>
        </p:sp>
        <p:sp>
          <p:nvSpPr>
            <p:cNvPr id="25" name="Freeform 482">
              <a:extLst>
                <a:ext uri="{FF2B5EF4-FFF2-40B4-BE49-F238E27FC236}">
                  <a16:creationId xmlns:a16="http://schemas.microsoft.com/office/drawing/2014/main" id="{895DF550-FFD8-3CFB-165A-5ECC3FAAAC79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5000" y="4000500"/>
              <a:ext cx="609600" cy="160020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624"/>
                </a:cxn>
                <a:cxn ang="0">
                  <a:pos x="240" y="624"/>
                </a:cxn>
              </a:cxnLst>
              <a:rect l="0" t="0" r="r" b="b"/>
              <a:pathLst>
                <a:path w="240" h="624">
                  <a:moveTo>
                    <a:pt x="0" y="0"/>
                  </a:moveTo>
                  <a:lnTo>
                    <a:pt x="0" y="624"/>
                  </a:lnTo>
                  <a:lnTo>
                    <a:pt x="240" y="624"/>
                  </a:lnTo>
                </a:path>
              </a:pathLst>
            </a:custGeom>
            <a:noFill/>
            <a:ln w="19050" cap="flat" cmpd="sng">
              <a:solidFill>
                <a:schemeClr val="tx2"/>
              </a:solidFill>
              <a:prstDash val="solid"/>
              <a:round/>
              <a:headEnd/>
              <a:tailEnd/>
            </a:ln>
            <a:effectLst/>
          </p:spPr>
          <p:txBody>
            <a:bodyPr anchor="ctr"/>
            <a:lstStyle/>
            <a:p>
              <a:endParaRPr lang="es-ES_tradnl" noProof="0" dirty="0"/>
            </a:p>
          </p:txBody>
        </p:sp>
        <p:sp>
          <p:nvSpPr>
            <p:cNvPr id="26" name="Freeform 483">
              <a:extLst>
                <a:ext uri="{FF2B5EF4-FFF2-40B4-BE49-F238E27FC236}">
                  <a16:creationId xmlns:a16="http://schemas.microsoft.com/office/drawing/2014/main" id="{41BABE99-5CF4-070E-4888-590E5BC180BC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5000" y="5600700"/>
              <a:ext cx="609600" cy="60960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624"/>
                </a:cxn>
                <a:cxn ang="0">
                  <a:pos x="240" y="624"/>
                </a:cxn>
              </a:cxnLst>
              <a:rect l="0" t="0" r="r" b="b"/>
              <a:pathLst>
                <a:path w="240" h="624">
                  <a:moveTo>
                    <a:pt x="0" y="0"/>
                  </a:moveTo>
                  <a:lnTo>
                    <a:pt x="0" y="624"/>
                  </a:lnTo>
                  <a:lnTo>
                    <a:pt x="240" y="624"/>
                  </a:lnTo>
                </a:path>
              </a:pathLst>
            </a:custGeom>
            <a:noFill/>
            <a:ln w="19050" cap="flat" cmpd="sng">
              <a:solidFill>
                <a:schemeClr val="tx2"/>
              </a:solidFill>
              <a:prstDash val="solid"/>
              <a:round/>
              <a:headEnd/>
              <a:tailEnd/>
            </a:ln>
            <a:effectLst/>
          </p:spPr>
          <p:txBody>
            <a:bodyPr anchor="ctr"/>
            <a:lstStyle/>
            <a:p>
              <a:endParaRPr lang="es-ES_tradnl" noProof="0" dirty="0"/>
            </a:p>
          </p:txBody>
        </p:sp>
        <p:sp>
          <p:nvSpPr>
            <p:cNvPr id="27" name="Freeform 484">
              <a:extLst>
                <a:ext uri="{FF2B5EF4-FFF2-40B4-BE49-F238E27FC236}">
                  <a16:creationId xmlns:a16="http://schemas.microsoft.com/office/drawing/2014/main" id="{7360F732-A2E5-0E0A-B246-B7C321BDAA22}"/>
                </a:ext>
              </a:extLst>
            </p:cNvPr>
            <p:cNvSpPr>
              <a:spLocks/>
            </p:cNvSpPr>
            <p:nvPr/>
          </p:nvSpPr>
          <p:spPr bwMode="auto">
            <a:xfrm>
              <a:off x="4191000" y="1866900"/>
              <a:ext cx="533400" cy="1828800"/>
            </a:xfrm>
            <a:custGeom>
              <a:avLst/>
              <a:gdLst/>
              <a:ahLst/>
              <a:cxnLst>
                <a:cxn ang="0">
                  <a:pos x="0" y="384"/>
                </a:cxn>
                <a:cxn ang="0">
                  <a:pos x="0" y="0"/>
                </a:cxn>
                <a:cxn ang="0">
                  <a:pos x="192" y="0"/>
                </a:cxn>
              </a:cxnLst>
              <a:rect l="0" t="0" r="r" b="b"/>
              <a:pathLst>
                <a:path w="192" h="384">
                  <a:moveTo>
                    <a:pt x="0" y="384"/>
                  </a:moveTo>
                  <a:lnTo>
                    <a:pt x="0" y="0"/>
                  </a:lnTo>
                  <a:lnTo>
                    <a:pt x="192" y="0"/>
                  </a:lnTo>
                </a:path>
              </a:pathLst>
            </a:custGeom>
            <a:noFill/>
            <a:ln w="19050" cap="flat" cmpd="sng">
              <a:solidFill>
                <a:schemeClr val="tx2"/>
              </a:solidFill>
              <a:prstDash val="solid"/>
              <a:round/>
              <a:headEnd/>
              <a:tailEnd/>
            </a:ln>
            <a:effectLst/>
          </p:spPr>
          <p:txBody>
            <a:bodyPr anchor="ctr"/>
            <a:lstStyle/>
            <a:p>
              <a:endParaRPr lang="es-ES_tradnl" noProof="0" dirty="0"/>
            </a:p>
          </p:txBody>
        </p:sp>
        <p:sp>
          <p:nvSpPr>
            <p:cNvPr id="28" name="Freeform 485">
              <a:extLst>
                <a:ext uri="{FF2B5EF4-FFF2-40B4-BE49-F238E27FC236}">
                  <a16:creationId xmlns:a16="http://schemas.microsoft.com/office/drawing/2014/main" id="{9F5DA47E-DADB-B579-2028-9603B81619A5}"/>
                </a:ext>
              </a:extLst>
            </p:cNvPr>
            <p:cNvSpPr>
              <a:spLocks/>
            </p:cNvSpPr>
            <p:nvPr/>
          </p:nvSpPr>
          <p:spPr bwMode="auto">
            <a:xfrm>
              <a:off x="6019800" y="1866900"/>
              <a:ext cx="152400" cy="60960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624"/>
                </a:cxn>
                <a:cxn ang="0">
                  <a:pos x="240" y="624"/>
                </a:cxn>
              </a:cxnLst>
              <a:rect l="0" t="0" r="r" b="b"/>
              <a:pathLst>
                <a:path w="240" h="624">
                  <a:moveTo>
                    <a:pt x="0" y="0"/>
                  </a:moveTo>
                  <a:lnTo>
                    <a:pt x="0" y="624"/>
                  </a:lnTo>
                  <a:lnTo>
                    <a:pt x="240" y="624"/>
                  </a:lnTo>
                </a:path>
              </a:pathLst>
            </a:custGeom>
            <a:noFill/>
            <a:ln w="19050" cap="flat" cmpd="sng">
              <a:solidFill>
                <a:schemeClr val="tx2"/>
              </a:solidFill>
              <a:prstDash val="solid"/>
              <a:round/>
              <a:headEnd/>
              <a:tailEnd/>
            </a:ln>
            <a:effectLst/>
          </p:spPr>
          <p:txBody>
            <a:bodyPr anchor="ctr"/>
            <a:lstStyle/>
            <a:p>
              <a:endParaRPr lang="es-ES_tradnl" noProof="0" dirty="0"/>
            </a:p>
          </p:txBody>
        </p:sp>
        <p:sp>
          <p:nvSpPr>
            <p:cNvPr id="29" name="Freeform 486">
              <a:extLst>
                <a:ext uri="{FF2B5EF4-FFF2-40B4-BE49-F238E27FC236}">
                  <a16:creationId xmlns:a16="http://schemas.microsoft.com/office/drawing/2014/main" id="{B35BC830-8869-6CE2-A613-4D15DA481DC7}"/>
                </a:ext>
              </a:extLst>
            </p:cNvPr>
            <p:cNvSpPr>
              <a:spLocks/>
            </p:cNvSpPr>
            <p:nvPr/>
          </p:nvSpPr>
          <p:spPr bwMode="auto">
            <a:xfrm>
              <a:off x="5867400" y="3086100"/>
              <a:ext cx="304800" cy="609600"/>
            </a:xfrm>
            <a:custGeom>
              <a:avLst/>
              <a:gdLst/>
              <a:ahLst/>
              <a:cxnLst>
                <a:cxn ang="0">
                  <a:pos x="0" y="384"/>
                </a:cxn>
                <a:cxn ang="0">
                  <a:pos x="0" y="0"/>
                </a:cxn>
                <a:cxn ang="0">
                  <a:pos x="192" y="0"/>
                </a:cxn>
              </a:cxnLst>
              <a:rect l="0" t="0" r="r" b="b"/>
              <a:pathLst>
                <a:path w="192" h="384">
                  <a:moveTo>
                    <a:pt x="0" y="384"/>
                  </a:moveTo>
                  <a:lnTo>
                    <a:pt x="0" y="0"/>
                  </a:lnTo>
                  <a:lnTo>
                    <a:pt x="192" y="0"/>
                  </a:lnTo>
                </a:path>
              </a:pathLst>
            </a:custGeom>
            <a:noFill/>
            <a:ln w="19050" cap="flat" cmpd="sng">
              <a:solidFill>
                <a:schemeClr val="tx2"/>
              </a:solidFill>
              <a:prstDash val="solid"/>
              <a:round/>
              <a:headEnd/>
              <a:tailEnd/>
            </a:ln>
            <a:effectLst/>
          </p:spPr>
          <p:txBody>
            <a:bodyPr anchor="ctr"/>
            <a:lstStyle/>
            <a:p>
              <a:endParaRPr lang="es-ES_tradnl" noProof="0" dirty="0"/>
            </a:p>
          </p:txBody>
        </p:sp>
        <p:sp>
          <p:nvSpPr>
            <p:cNvPr id="30" name="Freeform 490">
              <a:extLst>
                <a:ext uri="{FF2B5EF4-FFF2-40B4-BE49-F238E27FC236}">
                  <a16:creationId xmlns:a16="http://schemas.microsoft.com/office/drawing/2014/main" id="{685D2114-68EA-67A4-3131-292B4F78BAD9}"/>
                </a:ext>
              </a:extLst>
            </p:cNvPr>
            <p:cNvSpPr>
              <a:spLocks/>
            </p:cNvSpPr>
            <p:nvPr/>
          </p:nvSpPr>
          <p:spPr bwMode="auto">
            <a:xfrm>
              <a:off x="4343400" y="2628900"/>
              <a:ext cx="381000" cy="1219200"/>
            </a:xfrm>
            <a:custGeom>
              <a:avLst/>
              <a:gdLst/>
              <a:ahLst/>
              <a:cxnLst>
                <a:cxn ang="0">
                  <a:pos x="0" y="384"/>
                </a:cxn>
                <a:cxn ang="0">
                  <a:pos x="0" y="0"/>
                </a:cxn>
                <a:cxn ang="0">
                  <a:pos x="192" y="0"/>
                </a:cxn>
              </a:cxnLst>
              <a:rect l="0" t="0" r="r" b="b"/>
              <a:pathLst>
                <a:path w="192" h="384">
                  <a:moveTo>
                    <a:pt x="0" y="384"/>
                  </a:moveTo>
                  <a:lnTo>
                    <a:pt x="0" y="0"/>
                  </a:lnTo>
                  <a:lnTo>
                    <a:pt x="192" y="0"/>
                  </a:lnTo>
                </a:path>
              </a:pathLst>
            </a:custGeom>
            <a:noFill/>
            <a:ln w="19050" cap="flat" cmpd="sng">
              <a:solidFill>
                <a:schemeClr val="tx2"/>
              </a:solidFill>
              <a:prstDash val="solid"/>
              <a:round/>
              <a:headEnd/>
              <a:tailEnd/>
            </a:ln>
            <a:effectLst/>
          </p:spPr>
          <p:txBody>
            <a:bodyPr anchor="ctr"/>
            <a:lstStyle/>
            <a:p>
              <a:endParaRPr lang="es-ES_tradnl" noProof="0" dirty="0"/>
            </a:p>
          </p:txBody>
        </p:sp>
        <p:grpSp>
          <p:nvGrpSpPr>
            <p:cNvPr id="31" name="Group 512">
              <a:extLst>
                <a:ext uri="{FF2B5EF4-FFF2-40B4-BE49-F238E27FC236}">
                  <a16:creationId xmlns:a16="http://schemas.microsoft.com/office/drawing/2014/main" id="{B119B612-AF3B-8FF4-10BE-3D4DB661491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24400" y="1714500"/>
              <a:ext cx="457200" cy="1828800"/>
              <a:chOff x="2976" y="864"/>
              <a:chExt cx="288" cy="1152"/>
            </a:xfrm>
          </p:grpSpPr>
          <p:grpSp>
            <p:nvGrpSpPr>
              <p:cNvPr id="46" name="Group 434">
                <a:extLst>
                  <a:ext uri="{FF2B5EF4-FFF2-40B4-BE49-F238E27FC236}">
                    <a16:creationId xmlns:a16="http://schemas.microsoft.com/office/drawing/2014/main" id="{155BCEFD-B95E-B157-856A-9CA1824E0FE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976" y="864"/>
                <a:ext cx="288" cy="192"/>
                <a:chOff x="3216" y="1584"/>
                <a:chExt cx="288" cy="192"/>
              </a:xfrm>
            </p:grpSpPr>
            <p:sp>
              <p:nvSpPr>
                <p:cNvPr id="53" name="Freeform 432">
                  <a:extLst>
                    <a:ext uri="{FF2B5EF4-FFF2-40B4-BE49-F238E27FC236}">
                      <a16:creationId xmlns:a16="http://schemas.microsoft.com/office/drawing/2014/main" id="{42A5016D-A5AB-B057-B06C-5F8E6F5FBDB4}"/>
                    </a:ext>
                  </a:extLst>
                </p:cNvPr>
                <p:cNvSpPr>
                  <a:spLocks/>
                </p:cNvSpPr>
                <p:nvPr/>
              </p:nvSpPr>
              <p:spPr bwMode="blackWhite">
                <a:xfrm>
                  <a:off x="3216" y="1584"/>
                  <a:ext cx="192" cy="192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44" y="48"/>
                    </a:cxn>
                    <a:cxn ang="0">
                      <a:pos x="0" y="96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 w="144" h="96">
                      <a:moveTo>
                        <a:pt x="0" y="0"/>
                      </a:moveTo>
                      <a:lnTo>
                        <a:pt x="144" y="48"/>
                      </a:lnTo>
                      <a:lnTo>
                        <a:pt x="0" y="96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25400" cap="rnd" cmpd="sng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/>
                <a:lstStyle/>
                <a:p>
                  <a:endParaRPr lang="es-ES_tradnl" noProof="0" dirty="0"/>
                </a:p>
              </p:txBody>
            </p:sp>
            <p:sp>
              <p:nvSpPr>
                <p:cNvPr id="54" name="Oval 433">
                  <a:extLst>
                    <a:ext uri="{FF2B5EF4-FFF2-40B4-BE49-F238E27FC236}">
                      <a16:creationId xmlns:a16="http://schemas.microsoft.com/office/drawing/2014/main" id="{ED9345FC-C982-0C8C-B0B2-35480E9FAF1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blackWhite">
                <a:xfrm>
                  <a:off x="3408" y="1632"/>
                  <a:ext cx="96" cy="96"/>
                </a:xfrm>
                <a:prstGeom prst="ellipse">
                  <a:avLst/>
                </a:prstGeom>
                <a:solidFill>
                  <a:schemeClr val="bg1"/>
                </a:solidFill>
                <a:ln w="25400" cap="rnd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ffectLst/>
              </p:spPr>
              <p:txBody>
                <a:bodyPr/>
                <a:lstStyle/>
                <a:p>
                  <a:endParaRPr lang="es-ES_tradnl" noProof="0" dirty="0"/>
                </a:p>
              </p:txBody>
            </p:sp>
          </p:grpSp>
          <p:grpSp>
            <p:nvGrpSpPr>
              <p:cNvPr id="47" name="Group 487">
                <a:extLst>
                  <a:ext uri="{FF2B5EF4-FFF2-40B4-BE49-F238E27FC236}">
                    <a16:creationId xmlns:a16="http://schemas.microsoft.com/office/drawing/2014/main" id="{6EEF2F2F-82E7-584B-4E45-9EC2EA01141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976" y="1344"/>
                <a:ext cx="288" cy="192"/>
                <a:chOff x="3216" y="1584"/>
                <a:chExt cx="288" cy="192"/>
              </a:xfrm>
            </p:grpSpPr>
            <p:sp>
              <p:nvSpPr>
                <p:cNvPr id="51" name="Freeform 488">
                  <a:extLst>
                    <a:ext uri="{FF2B5EF4-FFF2-40B4-BE49-F238E27FC236}">
                      <a16:creationId xmlns:a16="http://schemas.microsoft.com/office/drawing/2014/main" id="{A14AA9B5-4A6E-F071-579D-F995096D45B0}"/>
                    </a:ext>
                  </a:extLst>
                </p:cNvPr>
                <p:cNvSpPr>
                  <a:spLocks/>
                </p:cNvSpPr>
                <p:nvPr/>
              </p:nvSpPr>
              <p:spPr bwMode="blackWhite">
                <a:xfrm>
                  <a:off x="3216" y="1584"/>
                  <a:ext cx="192" cy="192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44" y="48"/>
                    </a:cxn>
                    <a:cxn ang="0">
                      <a:pos x="0" y="96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 w="144" h="96">
                      <a:moveTo>
                        <a:pt x="0" y="0"/>
                      </a:moveTo>
                      <a:lnTo>
                        <a:pt x="144" y="48"/>
                      </a:lnTo>
                      <a:lnTo>
                        <a:pt x="0" y="96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25400" cap="rnd" cmpd="sng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/>
                <a:lstStyle/>
                <a:p>
                  <a:endParaRPr lang="es-ES_tradnl" noProof="0" dirty="0"/>
                </a:p>
              </p:txBody>
            </p:sp>
            <p:sp>
              <p:nvSpPr>
                <p:cNvPr id="52" name="Oval 489">
                  <a:extLst>
                    <a:ext uri="{FF2B5EF4-FFF2-40B4-BE49-F238E27FC236}">
                      <a16:creationId xmlns:a16="http://schemas.microsoft.com/office/drawing/2014/main" id="{F1481D7F-2619-2D93-A345-03AB74DE6B8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blackWhite">
                <a:xfrm>
                  <a:off x="3408" y="1632"/>
                  <a:ext cx="96" cy="96"/>
                </a:xfrm>
                <a:prstGeom prst="ellipse">
                  <a:avLst/>
                </a:prstGeom>
                <a:solidFill>
                  <a:schemeClr val="bg1"/>
                </a:solidFill>
                <a:ln w="25400" cap="rnd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ffectLst/>
              </p:spPr>
              <p:txBody>
                <a:bodyPr/>
                <a:lstStyle/>
                <a:p>
                  <a:endParaRPr lang="es-ES_tradnl" noProof="0" dirty="0"/>
                </a:p>
              </p:txBody>
            </p:sp>
          </p:grpSp>
          <p:grpSp>
            <p:nvGrpSpPr>
              <p:cNvPr id="48" name="Group 491">
                <a:extLst>
                  <a:ext uri="{FF2B5EF4-FFF2-40B4-BE49-F238E27FC236}">
                    <a16:creationId xmlns:a16="http://schemas.microsoft.com/office/drawing/2014/main" id="{BEC048CF-9EB9-6045-DD63-08C627372FA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976" y="1824"/>
                <a:ext cx="288" cy="192"/>
                <a:chOff x="3216" y="1584"/>
                <a:chExt cx="288" cy="192"/>
              </a:xfrm>
            </p:grpSpPr>
            <p:sp>
              <p:nvSpPr>
                <p:cNvPr id="49" name="Freeform 492">
                  <a:extLst>
                    <a:ext uri="{FF2B5EF4-FFF2-40B4-BE49-F238E27FC236}">
                      <a16:creationId xmlns:a16="http://schemas.microsoft.com/office/drawing/2014/main" id="{45949075-9F96-E440-5543-90F396C6A253}"/>
                    </a:ext>
                  </a:extLst>
                </p:cNvPr>
                <p:cNvSpPr>
                  <a:spLocks/>
                </p:cNvSpPr>
                <p:nvPr/>
              </p:nvSpPr>
              <p:spPr bwMode="blackWhite">
                <a:xfrm>
                  <a:off x="3216" y="1584"/>
                  <a:ext cx="192" cy="192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44" y="48"/>
                    </a:cxn>
                    <a:cxn ang="0">
                      <a:pos x="0" y="96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 w="144" h="96">
                      <a:moveTo>
                        <a:pt x="0" y="0"/>
                      </a:moveTo>
                      <a:lnTo>
                        <a:pt x="144" y="48"/>
                      </a:lnTo>
                      <a:lnTo>
                        <a:pt x="0" y="96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25400" cap="rnd" cmpd="sng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/>
                <a:lstStyle/>
                <a:p>
                  <a:endParaRPr lang="es-ES_tradnl" noProof="0" dirty="0"/>
                </a:p>
              </p:txBody>
            </p:sp>
            <p:sp>
              <p:nvSpPr>
                <p:cNvPr id="50" name="Oval 493">
                  <a:extLst>
                    <a:ext uri="{FF2B5EF4-FFF2-40B4-BE49-F238E27FC236}">
                      <a16:creationId xmlns:a16="http://schemas.microsoft.com/office/drawing/2014/main" id="{1C81694A-90A6-9A60-204B-6F370B6FA09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blackWhite">
                <a:xfrm>
                  <a:off x="3408" y="1632"/>
                  <a:ext cx="96" cy="96"/>
                </a:xfrm>
                <a:prstGeom prst="ellipse">
                  <a:avLst/>
                </a:prstGeom>
                <a:solidFill>
                  <a:schemeClr val="bg1"/>
                </a:solidFill>
                <a:ln w="25400" cap="rnd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ffectLst/>
              </p:spPr>
              <p:txBody>
                <a:bodyPr/>
                <a:lstStyle/>
                <a:p>
                  <a:endParaRPr lang="es-ES_tradnl" noProof="0" dirty="0"/>
                </a:p>
              </p:txBody>
            </p:sp>
          </p:grpSp>
        </p:grpSp>
        <p:sp>
          <p:nvSpPr>
            <p:cNvPr id="32" name="Freeform 494">
              <a:extLst>
                <a:ext uri="{FF2B5EF4-FFF2-40B4-BE49-F238E27FC236}">
                  <a16:creationId xmlns:a16="http://schemas.microsoft.com/office/drawing/2014/main" id="{C8489D62-FD2F-D998-EDC1-983EFC968371}"/>
                </a:ext>
              </a:extLst>
            </p:cNvPr>
            <p:cNvSpPr>
              <a:spLocks/>
            </p:cNvSpPr>
            <p:nvPr/>
          </p:nvSpPr>
          <p:spPr bwMode="auto">
            <a:xfrm>
              <a:off x="4495800" y="3390900"/>
              <a:ext cx="228600" cy="609600"/>
            </a:xfrm>
            <a:custGeom>
              <a:avLst/>
              <a:gdLst/>
              <a:ahLst/>
              <a:cxnLst>
                <a:cxn ang="0">
                  <a:pos x="0" y="384"/>
                </a:cxn>
                <a:cxn ang="0">
                  <a:pos x="0" y="0"/>
                </a:cxn>
                <a:cxn ang="0">
                  <a:pos x="192" y="0"/>
                </a:cxn>
              </a:cxnLst>
              <a:rect l="0" t="0" r="r" b="b"/>
              <a:pathLst>
                <a:path w="192" h="384">
                  <a:moveTo>
                    <a:pt x="0" y="384"/>
                  </a:moveTo>
                  <a:lnTo>
                    <a:pt x="0" y="0"/>
                  </a:lnTo>
                  <a:lnTo>
                    <a:pt x="192" y="0"/>
                  </a:lnTo>
                </a:path>
              </a:pathLst>
            </a:custGeom>
            <a:noFill/>
            <a:ln w="19050" cap="flat" cmpd="sng">
              <a:solidFill>
                <a:schemeClr val="tx2"/>
              </a:solidFill>
              <a:prstDash val="solid"/>
              <a:round/>
              <a:headEnd/>
              <a:tailEnd/>
            </a:ln>
            <a:effectLst/>
          </p:spPr>
          <p:txBody>
            <a:bodyPr anchor="ctr"/>
            <a:lstStyle/>
            <a:p>
              <a:endParaRPr lang="es-ES_tradnl" noProof="0" dirty="0"/>
            </a:p>
          </p:txBody>
        </p:sp>
        <p:sp>
          <p:nvSpPr>
            <p:cNvPr id="33" name="Freeform 495">
              <a:extLst>
                <a:ext uri="{FF2B5EF4-FFF2-40B4-BE49-F238E27FC236}">
                  <a16:creationId xmlns:a16="http://schemas.microsoft.com/office/drawing/2014/main" id="{A6BA5B51-F353-F54E-A35E-3DDE61728FB0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5000" y="2628900"/>
              <a:ext cx="609600" cy="1219200"/>
            </a:xfrm>
            <a:custGeom>
              <a:avLst/>
              <a:gdLst/>
              <a:ahLst/>
              <a:cxnLst>
                <a:cxn ang="0">
                  <a:pos x="0" y="384"/>
                </a:cxn>
                <a:cxn ang="0">
                  <a:pos x="0" y="0"/>
                </a:cxn>
                <a:cxn ang="0">
                  <a:pos x="192" y="0"/>
                </a:cxn>
              </a:cxnLst>
              <a:rect l="0" t="0" r="r" b="b"/>
              <a:pathLst>
                <a:path w="192" h="384">
                  <a:moveTo>
                    <a:pt x="0" y="384"/>
                  </a:moveTo>
                  <a:lnTo>
                    <a:pt x="0" y="0"/>
                  </a:lnTo>
                  <a:lnTo>
                    <a:pt x="192" y="0"/>
                  </a:lnTo>
                </a:path>
              </a:pathLst>
            </a:custGeom>
            <a:noFill/>
            <a:ln w="19050" cap="flat" cmpd="sng">
              <a:solidFill>
                <a:schemeClr val="tx2"/>
              </a:solidFill>
              <a:prstDash val="solid"/>
              <a:round/>
              <a:headEnd/>
              <a:tailEnd/>
            </a:ln>
            <a:effectLst/>
          </p:spPr>
          <p:txBody>
            <a:bodyPr anchor="ctr"/>
            <a:lstStyle/>
            <a:p>
              <a:endParaRPr lang="es-ES_tradnl" noProof="0" dirty="0"/>
            </a:p>
          </p:txBody>
        </p:sp>
        <p:sp>
          <p:nvSpPr>
            <p:cNvPr id="34" name="Freeform 496">
              <a:extLst>
                <a:ext uri="{FF2B5EF4-FFF2-40B4-BE49-F238E27FC236}">
                  <a16:creationId xmlns:a16="http://schemas.microsoft.com/office/drawing/2014/main" id="{F8AE3DEB-B46E-2F84-6C9A-BF3651CE71C3}"/>
                </a:ext>
              </a:extLst>
            </p:cNvPr>
            <p:cNvSpPr>
              <a:spLocks/>
            </p:cNvSpPr>
            <p:nvPr/>
          </p:nvSpPr>
          <p:spPr bwMode="auto">
            <a:xfrm>
              <a:off x="5410200" y="2019300"/>
              <a:ext cx="914400" cy="609600"/>
            </a:xfrm>
            <a:custGeom>
              <a:avLst/>
              <a:gdLst/>
              <a:ahLst/>
              <a:cxnLst>
                <a:cxn ang="0">
                  <a:pos x="0" y="384"/>
                </a:cxn>
                <a:cxn ang="0">
                  <a:pos x="0" y="0"/>
                </a:cxn>
                <a:cxn ang="0">
                  <a:pos x="192" y="0"/>
                </a:cxn>
              </a:cxnLst>
              <a:rect l="0" t="0" r="r" b="b"/>
              <a:pathLst>
                <a:path w="192" h="384">
                  <a:moveTo>
                    <a:pt x="0" y="384"/>
                  </a:moveTo>
                  <a:lnTo>
                    <a:pt x="0" y="0"/>
                  </a:lnTo>
                  <a:lnTo>
                    <a:pt x="192" y="0"/>
                  </a:lnTo>
                </a:path>
              </a:pathLst>
            </a:custGeom>
            <a:noFill/>
            <a:ln w="19050" cap="flat" cmpd="sng">
              <a:solidFill>
                <a:schemeClr val="tx2"/>
              </a:solidFill>
              <a:prstDash val="solid"/>
              <a:round/>
              <a:headEnd/>
              <a:tailEnd/>
            </a:ln>
            <a:effectLst/>
          </p:spPr>
          <p:txBody>
            <a:bodyPr anchor="ctr"/>
            <a:lstStyle/>
            <a:p>
              <a:endParaRPr lang="es-ES_tradnl" noProof="0" dirty="0"/>
            </a:p>
          </p:txBody>
        </p:sp>
        <p:sp>
          <p:nvSpPr>
            <p:cNvPr id="35" name="Freeform 497">
              <a:extLst>
                <a:ext uri="{FF2B5EF4-FFF2-40B4-BE49-F238E27FC236}">
                  <a16:creationId xmlns:a16="http://schemas.microsoft.com/office/drawing/2014/main" id="{E544ADC5-BD72-F08F-D448-85D719D55B3F}"/>
                </a:ext>
              </a:extLst>
            </p:cNvPr>
            <p:cNvSpPr>
              <a:spLocks/>
            </p:cNvSpPr>
            <p:nvPr/>
          </p:nvSpPr>
          <p:spPr bwMode="auto">
            <a:xfrm>
              <a:off x="5562600" y="2171700"/>
              <a:ext cx="762000" cy="1828800"/>
            </a:xfrm>
            <a:custGeom>
              <a:avLst/>
              <a:gdLst/>
              <a:ahLst/>
              <a:cxnLst>
                <a:cxn ang="0">
                  <a:pos x="0" y="384"/>
                </a:cxn>
                <a:cxn ang="0">
                  <a:pos x="0" y="0"/>
                </a:cxn>
                <a:cxn ang="0">
                  <a:pos x="192" y="0"/>
                </a:cxn>
              </a:cxnLst>
              <a:rect l="0" t="0" r="r" b="b"/>
              <a:pathLst>
                <a:path w="192" h="384">
                  <a:moveTo>
                    <a:pt x="0" y="384"/>
                  </a:moveTo>
                  <a:lnTo>
                    <a:pt x="0" y="0"/>
                  </a:lnTo>
                  <a:lnTo>
                    <a:pt x="192" y="0"/>
                  </a:lnTo>
                </a:path>
              </a:pathLst>
            </a:custGeom>
            <a:noFill/>
            <a:ln w="19050" cap="flat" cmpd="sng">
              <a:solidFill>
                <a:schemeClr val="tx2"/>
              </a:solidFill>
              <a:prstDash val="solid"/>
              <a:round/>
              <a:headEnd/>
              <a:tailEnd/>
            </a:ln>
            <a:effectLst/>
          </p:spPr>
          <p:txBody>
            <a:bodyPr anchor="ctr"/>
            <a:lstStyle/>
            <a:p>
              <a:endParaRPr lang="es-ES_tradnl" noProof="0" dirty="0"/>
            </a:p>
          </p:txBody>
        </p:sp>
        <p:sp>
          <p:nvSpPr>
            <p:cNvPr id="36" name="Freeform 498">
              <a:extLst>
                <a:ext uri="{FF2B5EF4-FFF2-40B4-BE49-F238E27FC236}">
                  <a16:creationId xmlns:a16="http://schemas.microsoft.com/office/drawing/2014/main" id="{652FFAAC-4C74-0333-EC07-30F48D5D8EF0}"/>
                </a:ext>
              </a:extLst>
            </p:cNvPr>
            <p:cNvSpPr>
              <a:spLocks/>
            </p:cNvSpPr>
            <p:nvPr/>
          </p:nvSpPr>
          <p:spPr bwMode="auto">
            <a:xfrm>
              <a:off x="5410200" y="2628900"/>
              <a:ext cx="914400" cy="60960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624"/>
                </a:cxn>
                <a:cxn ang="0">
                  <a:pos x="240" y="624"/>
                </a:cxn>
              </a:cxnLst>
              <a:rect l="0" t="0" r="r" b="b"/>
              <a:pathLst>
                <a:path w="240" h="624">
                  <a:moveTo>
                    <a:pt x="0" y="0"/>
                  </a:moveTo>
                  <a:lnTo>
                    <a:pt x="0" y="624"/>
                  </a:lnTo>
                  <a:lnTo>
                    <a:pt x="240" y="624"/>
                  </a:lnTo>
                </a:path>
              </a:pathLst>
            </a:custGeom>
            <a:noFill/>
            <a:ln w="19050" cap="flat" cmpd="sng">
              <a:solidFill>
                <a:schemeClr val="tx2"/>
              </a:solidFill>
              <a:prstDash val="solid"/>
              <a:round/>
              <a:headEnd/>
              <a:tailEnd/>
            </a:ln>
            <a:effectLst/>
          </p:spPr>
          <p:txBody>
            <a:bodyPr anchor="ctr"/>
            <a:lstStyle/>
            <a:p>
              <a:endParaRPr lang="es-ES_tradnl" noProof="0" dirty="0"/>
            </a:p>
          </p:txBody>
        </p:sp>
        <p:sp>
          <p:nvSpPr>
            <p:cNvPr id="37" name="Freeform 499">
              <a:extLst>
                <a:ext uri="{FF2B5EF4-FFF2-40B4-BE49-F238E27FC236}">
                  <a16:creationId xmlns:a16="http://schemas.microsoft.com/office/drawing/2014/main" id="{C5E6074D-E8EC-F66B-BC71-63C5746693F6}"/>
                </a:ext>
              </a:extLst>
            </p:cNvPr>
            <p:cNvSpPr>
              <a:spLocks/>
            </p:cNvSpPr>
            <p:nvPr/>
          </p:nvSpPr>
          <p:spPr bwMode="auto">
            <a:xfrm>
              <a:off x="6019800" y="2781300"/>
              <a:ext cx="304800" cy="609600"/>
            </a:xfrm>
            <a:custGeom>
              <a:avLst/>
              <a:gdLst/>
              <a:ahLst/>
              <a:cxnLst>
                <a:cxn ang="0">
                  <a:pos x="0" y="384"/>
                </a:cxn>
                <a:cxn ang="0">
                  <a:pos x="0" y="0"/>
                </a:cxn>
                <a:cxn ang="0">
                  <a:pos x="192" y="0"/>
                </a:cxn>
              </a:cxnLst>
              <a:rect l="0" t="0" r="r" b="b"/>
              <a:pathLst>
                <a:path w="192" h="384">
                  <a:moveTo>
                    <a:pt x="0" y="384"/>
                  </a:moveTo>
                  <a:lnTo>
                    <a:pt x="0" y="0"/>
                  </a:lnTo>
                  <a:lnTo>
                    <a:pt x="192" y="0"/>
                  </a:lnTo>
                </a:path>
              </a:pathLst>
            </a:custGeom>
            <a:noFill/>
            <a:ln w="19050" cap="flat" cmpd="sng">
              <a:solidFill>
                <a:schemeClr val="tx2"/>
              </a:solidFill>
              <a:prstDash val="solid"/>
              <a:round/>
              <a:headEnd/>
              <a:tailEnd/>
            </a:ln>
            <a:effectLst/>
          </p:spPr>
          <p:txBody>
            <a:bodyPr anchor="ctr"/>
            <a:lstStyle/>
            <a:p>
              <a:endParaRPr lang="es-ES_tradnl" noProof="0" dirty="0"/>
            </a:p>
          </p:txBody>
        </p:sp>
        <p:sp>
          <p:nvSpPr>
            <p:cNvPr id="38" name="Text Box 503">
              <a:extLst>
                <a:ext uri="{FF2B5EF4-FFF2-40B4-BE49-F238E27FC236}">
                  <a16:creationId xmlns:a16="http://schemas.microsoft.com/office/drawing/2014/main" id="{803E184E-47F3-200A-FD62-12521C4B100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87750" y="3467100"/>
              <a:ext cx="357188" cy="396875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/>
              <a:r>
                <a:rPr lang="es-ES_tradnl" i="1" noProof="0" dirty="0" err="1">
                  <a:solidFill>
                    <a:schemeClr val="tx1"/>
                  </a:solidFill>
                </a:rPr>
                <a:t>c</a:t>
              </a:r>
              <a:r>
                <a:rPr lang="es-ES_tradnl" b="1" i="1" baseline="-25000" noProof="0" dirty="0" err="1">
                  <a:solidFill>
                    <a:schemeClr val="tx1"/>
                  </a:solidFill>
                </a:rPr>
                <a:t>i</a:t>
              </a:r>
              <a:endParaRPr lang="es-ES_tradnl" b="1" i="1" baseline="-25000" noProof="0" dirty="0">
                <a:solidFill>
                  <a:schemeClr val="tx1"/>
                </a:solidFill>
              </a:endParaRPr>
            </a:p>
          </p:txBody>
        </p:sp>
        <p:sp>
          <p:nvSpPr>
            <p:cNvPr id="39" name="Text Box 504">
              <a:extLst>
                <a:ext uri="{FF2B5EF4-FFF2-40B4-BE49-F238E27FC236}">
                  <a16:creationId xmlns:a16="http://schemas.microsoft.com/office/drawing/2014/main" id="{EB99F3E3-855A-8AF9-43DB-B509A69D583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75050" y="4076700"/>
              <a:ext cx="371475" cy="396875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/>
              <a:r>
                <a:rPr lang="es-ES_tradnl" i="1" noProof="0" dirty="0" err="1">
                  <a:solidFill>
                    <a:schemeClr val="tx1"/>
                  </a:solidFill>
                </a:rPr>
                <a:t>a</a:t>
              </a:r>
              <a:r>
                <a:rPr lang="es-ES_tradnl" b="1" i="1" baseline="-25000" noProof="0" dirty="0" err="1">
                  <a:solidFill>
                    <a:schemeClr val="tx1"/>
                  </a:solidFill>
                </a:rPr>
                <a:t>i</a:t>
              </a:r>
              <a:endParaRPr lang="es-ES_tradnl" b="1" i="1" baseline="-25000" noProof="0" dirty="0">
                <a:solidFill>
                  <a:schemeClr val="tx1"/>
                </a:solidFill>
              </a:endParaRPr>
            </a:p>
          </p:txBody>
        </p:sp>
        <p:sp>
          <p:nvSpPr>
            <p:cNvPr id="40" name="Text Box 505">
              <a:extLst>
                <a:ext uri="{FF2B5EF4-FFF2-40B4-BE49-F238E27FC236}">
                  <a16:creationId xmlns:a16="http://schemas.microsoft.com/office/drawing/2014/main" id="{9BD13FE5-BDB9-77DB-3691-E0D54C7566A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81400" y="3756025"/>
              <a:ext cx="371475" cy="396875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/>
              <a:r>
                <a:rPr lang="es-ES_tradnl" i="1" noProof="0" dirty="0" err="1">
                  <a:solidFill>
                    <a:schemeClr val="tx1"/>
                  </a:solidFill>
                </a:rPr>
                <a:t>b</a:t>
              </a:r>
              <a:r>
                <a:rPr lang="es-ES_tradnl" b="1" i="1" baseline="-25000" noProof="0" dirty="0" err="1">
                  <a:solidFill>
                    <a:schemeClr val="tx1"/>
                  </a:solidFill>
                </a:rPr>
                <a:t>i</a:t>
              </a:r>
              <a:endParaRPr lang="es-ES_tradnl" b="1" i="1" baseline="-25000" noProof="0" dirty="0">
                <a:solidFill>
                  <a:schemeClr val="tx1"/>
                </a:solidFill>
              </a:endParaRPr>
            </a:p>
          </p:txBody>
        </p:sp>
        <p:sp>
          <p:nvSpPr>
            <p:cNvPr id="41" name="Text Box 506">
              <a:extLst>
                <a:ext uri="{FF2B5EF4-FFF2-40B4-BE49-F238E27FC236}">
                  <a16:creationId xmlns:a16="http://schemas.microsoft.com/office/drawing/2014/main" id="{7D574D4C-951A-EAF2-0F7C-A0AE9185DDE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534400" y="2705100"/>
              <a:ext cx="357188" cy="396875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/>
              <a:r>
                <a:rPr lang="es-ES_tradnl" i="1" noProof="0" dirty="0">
                  <a:solidFill>
                    <a:schemeClr val="tx1"/>
                  </a:solidFill>
                </a:rPr>
                <a:t>s</a:t>
              </a:r>
              <a:r>
                <a:rPr lang="es-ES_tradnl" b="1" i="1" baseline="-25000" noProof="0" dirty="0">
                  <a:solidFill>
                    <a:schemeClr val="tx1"/>
                  </a:solidFill>
                </a:rPr>
                <a:t>i</a:t>
              </a:r>
            </a:p>
          </p:txBody>
        </p:sp>
        <p:sp>
          <p:nvSpPr>
            <p:cNvPr id="42" name="Text Box 507">
              <a:extLst>
                <a:ext uri="{FF2B5EF4-FFF2-40B4-BE49-F238E27FC236}">
                  <a16:creationId xmlns:a16="http://schemas.microsoft.com/office/drawing/2014/main" id="{06B71B0D-DB43-0E62-0C8B-626D59164DD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382000" y="5067300"/>
              <a:ext cx="546100" cy="396875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/>
              <a:r>
                <a:rPr lang="es-ES_tradnl" i="1" noProof="0" dirty="0">
                  <a:solidFill>
                    <a:schemeClr val="tx1"/>
                  </a:solidFill>
                </a:rPr>
                <a:t>c</a:t>
              </a:r>
              <a:r>
                <a:rPr lang="es-ES_tradnl" b="1" i="1" baseline="-25000" noProof="0" dirty="0">
                  <a:solidFill>
                    <a:schemeClr val="tx1"/>
                  </a:solidFill>
                </a:rPr>
                <a:t>i+1</a:t>
              </a:r>
            </a:p>
          </p:txBody>
        </p:sp>
        <p:sp>
          <p:nvSpPr>
            <p:cNvPr id="43" name="Freeform 508">
              <a:extLst>
                <a:ext uri="{FF2B5EF4-FFF2-40B4-BE49-F238E27FC236}">
                  <a16:creationId xmlns:a16="http://schemas.microsoft.com/office/drawing/2014/main" id="{9908C9C1-81B0-BEBA-5AFF-399D2D5CCD5A}"/>
                </a:ext>
              </a:extLst>
            </p:cNvPr>
            <p:cNvSpPr>
              <a:spLocks/>
            </p:cNvSpPr>
            <p:nvPr/>
          </p:nvSpPr>
          <p:spPr bwMode="auto">
            <a:xfrm>
              <a:off x="3962400" y="4000500"/>
              <a:ext cx="2362200" cy="304800"/>
            </a:xfrm>
            <a:custGeom>
              <a:avLst/>
              <a:gdLst/>
              <a:ahLst/>
              <a:cxnLst>
                <a:cxn ang="0">
                  <a:pos x="0" y="192"/>
                </a:cxn>
                <a:cxn ang="0">
                  <a:pos x="240" y="192"/>
                </a:cxn>
                <a:cxn ang="0">
                  <a:pos x="240" y="0"/>
                </a:cxn>
                <a:cxn ang="0">
                  <a:pos x="1488" y="0"/>
                </a:cxn>
              </a:cxnLst>
              <a:rect l="0" t="0" r="r" b="b"/>
              <a:pathLst>
                <a:path w="1488" h="192">
                  <a:moveTo>
                    <a:pt x="0" y="192"/>
                  </a:moveTo>
                  <a:lnTo>
                    <a:pt x="240" y="192"/>
                  </a:lnTo>
                  <a:lnTo>
                    <a:pt x="240" y="0"/>
                  </a:lnTo>
                  <a:lnTo>
                    <a:pt x="1488" y="0"/>
                  </a:lnTo>
                </a:path>
              </a:pathLst>
            </a:custGeom>
            <a:noFill/>
            <a:ln w="19050" cap="flat" cmpd="sng">
              <a:solidFill>
                <a:schemeClr val="tx2"/>
              </a:solidFill>
              <a:prstDash val="solid"/>
              <a:round/>
              <a:headEnd/>
              <a:tailEnd/>
            </a:ln>
            <a:effectLst/>
          </p:spPr>
          <p:txBody>
            <a:bodyPr anchor="ctr"/>
            <a:lstStyle/>
            <a:p>
              <a:endParaRPr lang="es-ES_tradnl" noProof="0" dirty="0"/>
            </a:p>
          </p:txBody>
        </p:sp>
        <p:sp>
          <p:nvSpPr>
            <p:cNvPr id="44" name="Freeform 509">
              <a:extLst>
                <a:ext uri="{FF2B5EF4-FFF2-40B4-BE49-F238E27FC236}">
                  <a16:creationId xmlns:a16="http://schemas.microsoft.com/office/drawing/2014/main" id="{D8613FF5-CA86-3458-057B-FB47B248CF2F}"/>
                </a:ext>
              </a:extLst>
            </p:cNvPr>
            <p:cNvSpPr>
              <a:spLocks/>
            </p:cNvSpPr>
            <p:nvPr/>
          </p:nvSpPr>
          <p:spPr bwMode="auto">
            <a:xfrm>
              <a:off x="3962400" y="3848100"/>
              <a:ext cx="2362200" cy="152400"/>
            </a:xfrm>
            <a:custGeom>
              <a:avLst/>
              <a:gdLst/>
              <a:ahLst/>
              <a:cxnLst>
                <a:cxn ang="0">
                  <a:pos x="0" y="96"/>
                </a:cxn>
                <a:cxn ang="0">
                  <a:pos x="144" y="96"/>
                </a:cxn>
                <a:cxn ang="0">
                  <a:pos x="144" y="0"/>
                </a:cxn>
                <a:cxn ang="0">
                  <a:pos x="1488" y="0"/>
                </a:cxn>
              </a:cxnLst>
              <a:rect l="0" t="0" r="r" b="b"/>
              <a:pathLst>
                <a:path w="1488" h="96">
                  <a:moveTo>
                    <a:pt x="0" y="96"/>
                  </a:moveTo>
                  <a:lnTo>
                    <a:pt x="144" y="96"/>
                  </a:lnTo>
                  <a:lnTo>
                    <a:pt x="144" y="0"/>
                  </a:lnTo>
                  <a:lnTo>
                    <a:pt x="1488" y="0"/>
                  </a:lnTo>
                </a:path>
              </a:pathLst>
            </a:custGeom>
            <a:noFill/>
            <a:ln w="19050" cap="flat" cmpd="sng">
              <a:solidFill>
                <a:schemeClr val="tx2"/>
              </a:solidFill>
              <a:prstDash val="solid"/>
              <a:round/>
              <a:headEnd/>
              <a:tailEnd/>
            </a:ln>
            <a:effectLst/>
          </p:spPr>
          <p:txBody>
            <a:bodyPr anchor="ctr"/>
            <a:lstStyle/>
            <a:p>
              <a:endParaRPr lang="es-ES_tradnl" noProof="0" dirty="0"/>
            </a:p>
          </p:txBody>
        </p:sp>
        <p:sp>
          <p:nvSpPr>
            <p:cNvPr id="45" name="Freeform 513">
              <a:extLst>
                <a:ext uri="{FF2B5EF4-FFF2-40B4-BE49-F238E27FC236}">
                  <a16:creationId xmlns:a16="http://schemas.microsoft.com/office/drawing/2014/main" id="{17860ED4-5801-F56C-B7D1-6D238F5FA257}"/>
                </a:ext>
              </a:extLst>
            </p:cNvPr>
            <p:cNvSpPr>
              <a:spLocks/>
            </p:cNvSpPr>
            <p:nvPr/>
          </p:nvSpPr>
          <p:spPr bwMode="auto">
            <a:xfrm>
              <a:off x="6019800" y="4686300"/>
              <a:ext cx="304800" cy="60960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624"/>
                </a:cxn>
                <a:cxn ang="0">
                  <a:pos x="240" y="624"/>
                </a:cxn>
              </a:cxnLst>
              <a:rect l="0" t="0" r="r" b="b"/>
              <a:pathLst>
                <a:path w="240" h="624">
                  <a:moveTo>
                    <a:pt x="0" y="0"/>
                  </a:moveTo>
                  <a:lnTo>
                    <a:pt x="0" y="624"/>
                  </a:lnTo>
                  <a:lnTo>
                    <a:pt x="240" y="624"/>
                  </a:lnTo>
                </a:path>
              </a:pathLst>
            </a:custGeom>
            <a:noFill/>
            <a:ln w="19050" cap="flat" cmpd="sng">
              <a:solidFill>
                <a:schemeClr val="tx2"/>
              </a:solidFill>
              <a:prstDash val="solid"/>
              <a:round/>
              <a:headEnd/>
              <a:tailEnd/>
            </a:ln>
            <a:effectLst/>
          </p:spPr>
          <p:txBody>
            <a:bodyPr anchor="ctr"/>
            <a:lstStyle/>
            <a:p>
              <a:endParaRPr lang="es-ES_tradnl" noProof="0" dirty="0"/>
            </a:p>
          </p:txBody>
        </p:sp>
      </p:grpSp>
      <p:sp>
        <p:nvSpPr>
          <p:cNvPr id="12322" name="97 Forma libre">
            <a:extLst>
              <a:ext uri="{FF2B5EF4-FFF2-40B4-BE49-F238E27FC236}">
                <a16:creationId xmlns:a16="http://schemas.microsoft.com/office/drawing/2014/main" id="{163F0021-3086-AA77-B728-2BC9F7674D1B}"/>
              </a:ext>
            </a:extLst>
          </p:cNvPr>
          <p:cNvSpPr/>
          <p:nvPr/>
        </p:nvSpPr>
        <p:spPr bwMode="auto">
          <a:xfrm>
            <a:off x="4143372" y="2505161"/>
            <a:ext cx="4666799" cy="1139863"/>
          </a:xfrm>
          <a:custGeom>
            <a:avLst/>
            <a:gdLst>
              <a:gd name="connsiteX0" fmla="*/ 0 w 4775200"/>
              <a:gd name="connsiteY0" fmla="*/ 170543 h 1283304"/>
              <a:gd name="connsiteX1" fmla="*/ 1589315 w 4775200"/>
              <a:gd name="connsiteY1" fmla="*/ 156028 h 1283304"/>
              <a:gd name="connsiteX2" fmla="*/ 3454400 w 4775200"/>
              <a:gd name="connsiteY2" fmla="*/ 1106714 h 1283304"/>
              <a:gd name="connsiteX3" fmla="*/ 4775200 w 4775200"/>
              <a:gd name="connsiteY3" fmla="*/ 1215571 h 1283304"/>
              <a:gd name="connsiteX4" fmla="*/ 4775200 w 4775200"/>
              <a:gd name="connsiteY4" fmla="*/ 1215571 h 1283304"/>
              <a:gd name="connsiteX0" fmla="*/ 0 w 4666799"/>
              <a:gd name="connsiteY0" fmla="*/ 887750 h 1139863"/>
              <a:gd name="connsiteX1" fmla="*/ 1480914 w 4666799"/>
              <a:gd name="connsiteY1" fmla="*/ 12587 h 1139863"/>
              <a:gd name="connsiteX2" fmla="*/ 3345999 w 4666799"/>
              <a:gd name="connsiteY2" fmla="*/ 963273 h 1139863"/>
              <a:gd name="connsiteX3" fmla="*/ 4666799 w 4666799"/>
              <a:gd name="connsiteY3" fmla="*/ 1072130 h 1139863"/>
              <a:gd name="connsiteX4" fmla="*/ 4666799 w 4666799"/>
              <a:gd name="connsiteY4" fmla="*/ 1072130 h 11398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66799" h="1139863">
                <a:moveTo>
                  <a:pt x="0" y="887750"/>
                </a:moveTo>
                <a:cubicBezTo>
                  <a:pt x="506791" y="802478"/>
                  <a:pt x="923248" y="0"/>
                  <a:pt x="1480914" y="12587"/>
                </a:cubicBezTo>
                <a:cubicBezTo>
                  <a:pt x="2038580" y="25174"/>
                  <a:pt x="2815018" y="786683"/>
                  <a:pt x="3345999" y="963273"/>
                </a:cubicBezTo>
                <a:cubicBezTo>
                  <a:pt x="3876980" y="1139863"/>
                  <a:pt x="4666799" y="1072130"/>
                  <a:pt x="4666799" y="1072130"/>
                </a:cubicBezTo>
                <a:lnTo>
                  <a:pt x="4666799" y="1072130"/>
                </a:lnTo>
              </a:path>
            </a:pathLst>
          </a:custGeom>
          <a:noFill/>
          <a:ln w="19050" cap="flat" cmpd="sng" algn="ctr">
            <a:solidFill>
              <a:srgbClr val="FF0000"/>
            </a:solidFill>
            <a:prstDash val="lgDash"/>
            <a:round/>
            <a:headEnd type="none" w="med" len="med"/>
            <a:tailEnd type="triangle" w="med" len="med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_tradnl" sz="2000" b="0" i="0" u="none" strike="noStrike" cap="none" normalizeH="0" baseline="0" noProof="0" dirty="0">
              <a:ln>
                <a:noFill/>
              </a:ln>
              <a:solidFill>
                <a:srgbClr val="FFFFFF"/>
              </a:solidFill>
              <a:effectLst/>
              <a:latin typeface="Arial" charset="0"/>
            </a:endParaRPr>
          </a:p>
        </p:txBody>
      </p:sp>
      <p:sp>
        <p:nvSpPr>
          <p:cNvPr id="12323" name="98 Forma libre">
            <a:extLst>
              <a:ext uri="{FF2B5EF4-FFF2-40B4-BE49-F238E27FC236}">
                <a16:creationId xmlns:a16="http://schemas.microsoft.com/office/drawing/2014/main" id="{E0174A10-1D96-241B-4504-F40A2879A843}"/>
              </a:ext>
            </a:extLst>
          </p:cNvPr>
          <p:cNvSpPr/>
          <p:nvPr/>
        </p:nvSpPr>
        <p:spPr bwMode="auto">
          <a:xfrm>
            <a:off x="4071934" y="4025015"/>
            <a:ext cx="4500594" cy="2500329"/>
          </a:xfrm>
          <a:custGeom>
            <a:avLst/>
            <a:gdLst>
              <a:gd name="connsiteX0" fmla="*/ 0 w 4775200"/>
              <a:gd name="connsiteY0" fmla="*/ 170543 h 1283304"/>
              <a:gd name="connsiteX1" fmla="*/ 1589315 w 4775200"/>
              <a:gd name="connsiteY1" fmla="*/ 156028 h 1283304"/>
              <a:gd name="connsiteX2" fmla="*/ 3454400 w 4775200"/>
              <a:gd name="connsiteY2" fmla="*/ 1106714 h 1283304"/>
              <a:gd name="connsiteX3" fmla="*/ 4775200 w 4775200"/>
              <a:gd name="connsiteY3" fmla="*/ 1215571 h 1283304"/>
              <a:gd name="connsiteX4" fmla="*/ 4775200 w 4775200"/>
              <a:gd name="connsiteY4" fmla="*/ 1215571 h 1283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775200" h="1283304">
                <a:moveTo>
                  <a:pt x="0" y="170543"/>
                </a:moveTo>
                <a:cubicBezTo>
                  <a:pt x="506791" y="85271"/>
                  <a:pt x="1013582" y="0"/>
                  <a:pt x="1589315" y="156028"/>
                </a:cubicBezTo>
                <a:cubicBezTo>
                  <a:pt x="2165048" y="312056"/>
                  <a:pt x="2923419" y="930124"/>
                  <a:pt x="3454400" y="1106714"/>
                </a:cubicBezTo>
                <a:cubicBezTo>
                  <a:pt x="3985381" y="1283304"/>
                  <a:pt x="4775200" y="1215571"/>
                  <a:pt x="4775200" y="1215571"/>
                </a:cubicBezTo>
                <a:lnTo>
                  <a:pt x="4775200" y="1215571"/>
                </a:lnTo>
              </a:path>
            </a:pathLst>
          </a:custGeom>
          <a:noFill/>
          <a:ln w="19050" cap="flat" cmpd="sng" algn="ctr">
            <a:solidFill>
              <a:srgbClr val="FF0000"/>
            </a:solidFill>
            <a:prstDash val="lgDash"/>
            <a:round/>
            <a:headEnd type="none" w="med" len="med"/>
            <a:tailEnd type="triangl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_tradnl" sz="2000" b="0" i="0" u="none" strike="noStrike" cap="none" normalizeH="0" baseline="0" noProof="0" dirty="0">
              <a:ln>
                <a:noFill/>
              </a:ln>
              <a:solidFill>
                <a:srgbClr val="FFFFFF"/>
              </a:solidFill>
              <a:effectLst/>
              <a:latin typeface="Arial" charset="0"/>
            </a:endParaRPr>
          </a:p>
        </p:txBody>
      </p:sp>
      <p:sp>
        <p:nvSpPr>
          <p:cNvPr id="12324" name="99 Rectángulo">
            <a:extLst>
              <a:ext uri="{FF2B5EF4-FFF2-40B4-BE49-F238E27FC236}">
                <a16:creationId xmlns:a16="http://schemas.microsoft.com/office/drawing/2014/main" id="{574CFB33-B5AE-7A86-5098-86D056AA5853}"/>
              </a:ext>
            </a:extLst>
          </p:cNvPr>
          <p:cNvSpPr/>
          <p:nvPr/>
        </p:nvSpPr>
        <p:spPr>
          <a:xfrm>
            <a:off x="8429652" y="3143248"/>
            <a:ext cx="36901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 i="1" noProof="0" dirty="0" err="1">
                <a:solidFill>
                  <a:srgbClr val="FF0000"/>
                </a:solidFill>
              </a:rPr>
              <a:t>t</a:t>
            </a:r>
            <a:r>
              <a:rPr lang="es-ES_tradnl" b="1" i="1" baseline="-25000" noProof="0" dirty="0" err="1">
                <a:solidFill>
                  <a:srgbClr val="FF0000"/>
                </a:solidFill>
              </a:rPr>
              <a:t>S</a:t>
            </a:r>
            <a:endParaRPr lang="es-ES_tradnl" noProof="0" dirty="0">
              <a:solidFill>
                <a:srgbClr val="FF0000"/>
              </a:solidFill>
            </a:endParaRPr>
          </a:p>
        </p:txBody>
      </p:sp>
      <p:sp>
        <p:nvSpPr>
          <p:cNvPr id="12325" name="100 Rectángulo">
            <a:extLst>
              <a:ext uri="{FF2B5EF4-FFF2-40B4-BE49-F238E27FC236}">
                <a16:creationId xmlns:a16="http://schemas.microsoft.com/office/drawing/2014/main" id="{8EBD1FDE-334C-3045-7575-00FAA0E95A6D}"/>
              </a:ext>
            </a:extLst>
          </p:cNvPr>
          <p:cNvSpPr/>
          <p:nvPr/>
        </p:nvSpPr>
        <p:spPr>
          <a:xfrm>
            <a:off x="8297322" y="5949280"/>
            <a:ext cx="40280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_tradnl" i="1" noProof="0" dirty="0" err="1">
                <a:solidFill>
                  <a:srgbClr val="FF0000"/>
                </a:solidFill>
              </a:rPr>
              <a:t>t</a:t>
            </a:r>
            <a:r>
              <a:rPr lang="es-ES_tradnl" b="1" i="1" baseline="-25000" noProof="0" dirty="0" err="1">
                <a:solidFill>
                  <a:srgbClr val="FF0000"/>
                </a:solidFill>
              </a:rPr>
              <a:t>C</a:t>
            </a:r>
            <a:endParaRPr lang="es-ES_tradnl" noProof="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15555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DBD86E-152A-940D-BE32-7066504E5C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3 Marcador de número de diapositiva">
            <a:extLst>
              <a:ext uri="{FF2B5EF4-FFF2-40B4-BE49-F238E27FC236}">
                <a16:creationId xmlns:a16="http://schemas.microsoft.com/office/drawing/2014/main" id="{10945267-7FFC-5F4D-C807-A51A7A48A0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4E7847B6-FB90-4985-BDAD-0FC52C69182E}" type="slidenum">
              <a:rPr lang="es-ES_tradnl" noProof="0" smtClean="0"/>
              <a:pPr/>
              <a:t>28</a:t>
            </a:fld>
            <a:endParaRPr lang="es-ES_tradnl" noProof="0" dirty="0"/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71267E0D-2F22-6D4B-A5F6-6770EC9CBA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Operadores de suma</a:t>
            </a:r>
            <a:endParaRPr lang="en-US" dirty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18BFD12-4A9F-06F9-A1B0-EF9F4EF634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_tradnl" dirty="0"/>
              <a:t>El sumador serie de </a:t>
            </a:r>
            <a:r>
              <a:rPr lang="es-ES_tradnl" i="1" dirty="0"/>
              <a:t>n</a:t>
            </a:r>
            <a:r>
              <a:rPr lang="es-ES_tradnl" dirty="0"/>
              <a:t> bits </a:t>
            </a:r>
          </a:p>
          <a:p>
            <a:pPr lvl="1"/>
            <a:r>
              <a:rPr lang="es-ES_tradnl" dirty="0">
                <a:solidFill>
                  <a:srgbClr val="FF0000"/>
                </a:solidFill>
              </a:rPr>
              <a:t>CPA (Carry </a:t>
            </a:r>
            <a:r>
              <a:rPr lang="es-ES_tradnl" dirty="0" err="1">
                <a:solidFill>
                  <a:srgbClr val="FF0000"/>
                </a:solidFill>
              </a:rPr>
              <a:t>Propagation</a:t>
            </a:r>
            <a:r>
              <a:rPr lang="es-ES_tradnl" dirty="0">
                <a:solidFill>
                  <a:srgbClr val="FF0000"/>
                </a:solidFill>
              </a:rPr>
              <a:t> </a:t>
            </a:r>
            <a:r>
              <a:rPr lang="es-ES_tradnl" dirty="0" err="1">
                <a:solidFill>
                  <a:srgbClr val="FF0000"/>
                </a:solidFill>
              </a:rPr>
              <a:t>Adder</a:t>
            </a:r>
            <a:r>
              <a:rPr lang="es-ES_tradnl" dirty="0">
                <a:solidFill>
                  <a:srgbClr val="FF0000"/>
                </a:solidFill>
              </a:rPr>
              <a:t>)</a:t>
            </a:r>
            <a:endParaRPr lang="es-ES_tradnl" i="1" dirty="0">
              <a:solidFill>
                <a:srgbClr val="FF0000"/>
              </a:solidFill>
            </a:endParaRPr>
          </a:p>
          <a:p>
            <a:pPr lvl="1"/>
            <a:r>
              <a:rPr lang="es-ES_tradnl" dirty="0"/>
              <a:t>Para construir un sumador de dos números de </a:t>
            </a:r>
            <a:r>
              <a:rPr lang="es-ES_tradnl" i="1" dirty="0"/>
              <a:t>m </a:t>
            </a:r>
            <a:r>
              <a:rPr lang="es-ES_tradnl" dirty="0"/>
              <a:t>bits, se conectan </a:t>
            </a:r>
            <a:r>
              <a:rPr lang="es-ES_tradnl" i="1" dirty="0"/>
              <a:t>m</a:t>
            </a:r>
            <a:r>
              <a:rPr lang="es-ES_tradnl" dirty="0"/>
              <a:t> sumadores completos en cascada</a:t>
            </a:r>
          </a:p>
          <a:p>
            <a:pPr lvl="2"/>
            <a:r>
              <a:rPr lang="es-ES_tradnl" dirty="0"/>
              <a:t>La salida de acarreo del sumador </a:t>
            </a:r>
            <a:r>
              <a:rPr lang="es-ES_tradnl" i="1" dirty="0"/>
              <a:t>i</a:t>
            </a:r>
            <a:r>
              <a:rPr lang="es-ES_tradnl" dirty="0"/>
              <a:t>-</a:t>
            </a:r>
            <a:r>
              <a:rPr lang="es-ES_tradnl" dirty="0" err="1"/>
              <a:t>ésimo</a:t>
            </a:r>
            <a:r>
              <a:rPr lang="es-ES_tradnl" dirty="0"/>
              <a:t> se conecta a la entrada de acarreo del sumador </a:t>
            </a:r>
            <a:r>
              <a:rPr lang="es-ES_tradnl" i="1" dirty="0"/>
              <a:t>i+1</a:t>
            </a:r>
            <a:r>
              <a:rPr lang="es-ES_tradnl" dirty="0"/>
              <a:t>-ésimo</a:t>
            </a:r>
          </a:p>
          <a:p>
            <a:pPr lvl="2"/>
            <a:r>
              <a:rPr lang="es-ES_tradnl" dirty="0"/>
              <a:t>El operador resultante tiene una entrada y una salida de acarreo globales</a:t>
            </a:r>
          </a:p>
          <a:p>
            <a:endParaRPr lang="en-US" dirty="0"/>
          </a:p>
        </p:txBody>
      </p:sp>
      <p:grpSp>
        <p:nvGrpSpPr>
          <p:cNvPr id="2" name="Group 40">
            <a:extLst>
              <a:ext uri="{FF2B5EF4-FFF2-40B4-BE49-F238E27FC236}">
                <a16:creationId xmlns:a16="http://schemas.microsoft.com/office/drawing/2014/main" id="{49AABC6C-5388-1E68-C7CD-9154B3BB2DD8}"/>
              </a:ext>
            </a:extLst>
          </p:cNvPr>
          <p:cNvGrpSpPr>
            <a:grpSpLocks/>
          </p:cNvGrpSpPr>
          <p:nvPr/>
        </p:nvGrpSpPr>
        <p:grpSpPr bwMode="auto">
          <a:xfrm>
            <a:off x="611560" y="4003377"/>
            <a:ext cx="5222875" cy="2593975"/>
            <a:chOff x="1164" y="1536"/>
            <a:chExt cx="3290" cy="1634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AC1D801A-0767-2367-A3CC-6E2826C0D7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6" y="2208"/>
              <a:ext cx="576" cy="576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s-ES_tradnl" sz="2400" noProof="0" dirty="0">
                  <a:solidFill>
                    <a:schemeClr val="tx1"/>
                  </a:solidFill>
                </a:rPr>
                <a:t>FA</a:t>
              </a:r>
            </a:p>
          </p:txBody>
        </p:sp>
        <p:sp>
          <p:nvSpPr>
            <p:cNvPr id="6" name="Text Box 7">
              <a:extLst>
                <a:ext uri="{FF2B5EF4-FFF2-40B4-BE49-F238E27FC236}">
                  <a16:creationId xmlns:a16="http://schemas.microsoft.com/office/drawing/2014/main" id="{568C4CD7-2468-D8D1-1D17-6A89C2EE286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48" y="1776"/>
              <a:ext cx="147" cy="19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lang="es-ES_tradnl" i="1" noProof="0" dirty="0">
                  <a:solidFill>
                    <a:schemeClr val="tx1"/>
                  </a:solidFill>
                </a:rPr>
                <a:t>a</a:t>
              </a:r>
              <a:r>
                <a:rPr lang="es-ES_tradnl" b="1" i="1" baseline="-25000" noProof="0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7" name="Text Box 8">
              <a:extLst>
                <a:ext uri="{FF2B5EF4-FFF2-40B4-BE49-F238E27FC236}">
                  <a16:creationId xmlns:a16="http://schemas.microsoft.com/office/drawing/2014/main" id="{90DCA4AE-FB81-6BFE-2E4B-44F7EA2827C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64" y="2352"/>
              <a:ext cx="177" cy="194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0" tIns="0" rIns="0" bIns="0">
              <a:spAutoFit/>
            </a:bodyPr>
            <a:lstStyle/>
            <a:p>
              <a:pPr algn="r"/>
              <a:r>
                <a:rPr lang="es-ES_tradnl" i="1" noProof="0" dirty="0">
                  <a:solidFill>
                    <a:schemeClr val="tx1"/>
                  </a:solidFill>
                </a:rPr>
                <a:t>c</a:t>
              </a:r>
              <a:r>
                <a:rPr lang="es-ES_tradnl" b="1" i="1" baseline="-25000" noProof="0" dirty="0">
                  <a:solidFill>
                    <a:schemeClr val="tx1"/>
                  </a:solidFill>
                </a:rPr>
                <a:t>m</a:t>
              </a:r>
            </a:p>
          </p:txBody>
        </p:sp>
        <p:sp>
          <p:nvSpPr>
            <p:cNvPr id="8" name="Text Box 9">
              <a:extLst>
                <a:ext uri="{FF2B5EF4-FFF2-40B4-BE49-F238E27FC236}">
                  <a16:creationId xmlns:a16="http://schemas.microsoft.com/office/drawing/2014/main" id="{49FB0E4D-B84A-3252-41FB-A22E6314583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36" y="1536"/>
              <a:ext cx="147" cy="19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lang="es-ES_tradnl" i="1" noProof="0" dirty="0">
                  <a:solidFill>
                    <a:schemeClr val="tx1"/>
                  </a:solidFill>
                </a:rPr>
                <a:t>b</a:t>
              </a:r>
              <a:r>
                <a:rPr lang="es-ES_tradnl" b="1" i="1" baseline="-25000" noProof="0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9" name="Text Box 10">
              <a:extLst>
                <a:ext uri="{FF2B5EF4-FFF2-40B4-BE49-F238E27FC236}">
                  <a16:creationId xmlns:a16="http://schemas.microsoft.com/office/drawing/2014/main" id="{E4218E5D-B866-C2E6-E4F6-7062ED76C9C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92" y="2976"/>
              <a:ext cx="138" cy="19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lang="es-ES_tradnl" i="1" noProof="0" dirty="0">
                  <a:solidFill>
                    <a:schemeClr val="tx1"/>
                  </a:solidFill>
                </a:rPr>
                <a:t>s</a:t>
              </a:r>
              <a:r>
                <a:rPr lang="es-ES_tradnl" b="1" i="1" baseline="-25000" noProof="0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10" name="Rectangle 12">
              <a:extLst>
                <a:ext uri="{FF2B5EF4-FFF2-40B4-BE49-F238E27FC236}">
                  <a16:creationId xmlns:a16="http://schemas.microsoft.com/office/drawing/2014/main" id="{357D17EF-82F2-8AB2-13E8-A5ACF40F7E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36" y="2208"/>
              <a:ext cx="576" cy="576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s-ES_tradnl" sz="2400" noProof="0" dirty="0">
                  <a:solidFill>
                    <a:schemeClr val="tx1"/>
                  </a:solidFill>
                </a:rPr>
                <a:t>FA</a:t>
              </a:r>
            </a:p>
          </p:txBody>
        </p:sp>
        <p:sp>
          <p:nvSpPr>
            <p:cNvPr id="11" name="Text Box 15">
              <a:extLst>
                <a:ext uri="{FF2B5EF4-FFF2-40B4-BE49-F238E27FC236}">
                  <a16:creationId xmlns:a16="http://schemas.microsoft.com/office/drawing/2014/main" id="{B989BC79-E0B0-72E2-AE9F-4EE5EF820DC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28" y="1776"/>
              <a:ext cx="147" cy="19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lang="es-ES_tradnl" i="1" noProof="0" dirty="0">
                  <a:solidFill>
                    <a:schemeClr val="tx1"/>
                  </a:solidFill>
                </a:rPr>
                <a:t>a</a:t>
              </a:r>
              <a:r>
                <a:rPr lang="es-ES_tradnl" b="1" i="1" baseline="-25000" noProof="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12" name="Text Box 16">
              <a:extLst>
                <a:ext uri="{FF2B5EF4-FFF2-40B4-BE49-F238E27FC236}">
                  <a16:creationId xmlns:a16="http://schemas.microsoft.com/office/drawing/2014/main" id="{951DF971-482B-939A-147F-380A5ABDA02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16" y="1536"/>
              <a:ext cx="147" cy="19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lang="es-ES_tradnl" i="1" noProof="0" dirty="0">
                  <a:solidFill>
                    <a:schemeClr val="tx1"/>
                  </a:solidFill>
                </a:rPr>
                <a:t>b</a:t>
              </a:r>
              <a:r>
                <a:rPr lang="es-ES_tradnl" b="1" i="1" baseline="-25000" noProof="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13" name="Text Box 17">
              <a:extLst>
                <a:ext uri="{FF2B5EF4-FFF2-40B4-BE49-F238E27FC236}">
                  <a16:creationId xmlns:a16="http://schemas.microsoft.com/office/drawing/2014/main" id="{3793C79F-340B-1E6D-3E1F-1ACA7140B1E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72" y="2976"/>
              <a:ext cx="138" cy="19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lang="es-ES_tradnl" i="1" noProof="0" dirty="0">
                  <a:solidFill>
                    <a:schemeClr val="tx1"/>
                  </a:solidFill>
                </a:rPr>
                <a:t>s</a:t>
              </a:r>
              <a:r>
                <a:rPr lang="es-ES_tradnl" b="1" i="1" baseline="-25000" noProof="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14" name="Line 18">
              <a:extLst>
                <a:ext uri="{FF2B5EF4-FFF2-40B4-BE49-F238E27FC236}">
                  <a16:creationId xmlns:a16="http://schemas.microsoft.com/office/drawing/2014/main" id="{7BE46568-5B5E-D919-1382-7E67F78565D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2" y="2496"/>
              <a:ext cx="144" cy="0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headEnd type="triangle" w="med" len="med"/>
              <a:tailEnd/>
            </a:ln>
            <a:effectLst/>
          </p:spPr>
          <p:txBody>
            <a:bodyPr anchor="ctr"/>
            <a:lstStyle/>
            <a:p>
              <a:endParaRPr lang="es-ES_tradnl" noProof="0" dirty="0"/>
            </a:p>
          </p:txBody>
        </p:sp>
        <p:sp>
          <p:nvSpPr>
            <p:cNvPr id="15" name="Line 19">
              <a:extLst>
                <a:ext uri="{FF2B5EF4-FFF2-40B4-BE49-F238E27FC236}">
                  <a16:creationId xmlns:a16="http://schemas.microsoft.com/office/drawing/2014/main" id="{12E050E1-1EB1-BE7E-AEC8-DC2F6DDA9D5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32" y="2496"/>
              <a:ext cx="192" cy="0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headEnd type="triangle" w="med" len="med"/>
              <a:tailEnd/>
            </a:ln>
            <a:effectLst/>
          </p:spPr>
          <p:txBody>
            <a:bodyPr anchor="ctr"/>
            <a:lstStyle/>
            <a:p>
              <a:endParaRPr lang="es-ES_tradnl" noProof="0" dirty="0"/>
            </a:p>
          </p:txBody>
        </p:sp>
        <p:sp>
          <p:nvSpPr>
            <p:cNvPr id="16" name="Rectangle 21">
              <a:extLst>
                <a:ext uri="{FF2B5EF4-FFF2-40B4-BE49-F238E27FC236}">
                  <a16:creationId xmlns:a16="http://schemas.microsoft.com/office/drawing/2014/main" id="{5C257359-3EA0-1024-3742-8EB180131C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84" y="2208"/>
              <a:ext cx="576" cy="576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s-ES_tradnl" sz="2400" noProof="0" dirty="0">
                  <a:solidFill>
                    <a:schemeClr val="tx1"/>
                  </a:solidFill>
                </a:rPr>
                <a:t>FA</a:t>
              </a:r>
              <a:endParaRPr lang="es-ES_tradnl" sz="3200" noProof="0" dirty="0">
                <a:solidFill>
                  <a:schemeClr val="tx1"/>
                </a:solidFill>
              </a:endParaRPr>
            </a:p>
          </p:txBody>
        </p:sp>
        <p:grpSp>
          <p:nvGrpSpPr>
            <p:cNvPr id="17" name="Group 38">
              <a:extLst>
                <a:ext uri="{FF2B5EF4-FFF2-40B4-BE49-F238E27FC236}">
                  <a16:creationId xmlns:a16="http://schemas.microsoft.com/office/drawing/2014/main" id="{C6DA5CC6-BE87-447D-50EA-592503A931B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28" y="1776"/>
              <a:ext cx="2160" cy="1200"/>
              <a:chOff x="1728" y="1776"/>
              <a:chExt cx="2160" cy="1200"/>
            </a:xfrm>
          </p:grpSpPr>
          <p:grpSp>
            <p:nvGrpSpPr>
              <p:cNvPr id="26" name="Group 35">
                <a:extLst>
                  <a:ext uri="{FF2B5EF4-FFF2-40B4-BE49-F238E27FC236}">
                    <a16:creationId xmlns:a16="http://schemas.microsoft.com/office/drawing/2014/main" id="{F8EA7167-2B00-9CC5-8D0D-20DD32D585D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872" y="2784"/>
                <a:ext cx="1872" cy="192"/>
                <a:chOff x="1872" y="2784"/>
                <a:chExt cx="1872" cy="192"/>
              </a:xfrm>
            </p:grpSpPr>
            <p:sp>
              <p:nvSpPr>
                <p:cNvPr id="35" name="Line 5">
                  <a:extLst>
                    <a:ext uri="{FF2B5EF4-FFF2-40B4-BE49-F238E27FC236}">
                      <a16:creationId xmlns:a16="http://schemas.microsoft.com/office/drawing/2014/main" id="{600D9800-CEAE-ADB8-D081-DB9A93E2DB2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744" y="2784"/>
                  <a:ext cx="0" cy="192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anchor="ctr"/>
                <a:lstStyle/>
                <a:p>
                  <a:endParaRPr lang="es-ES_tradnl" noProof="0" dirty="0"/>
                </a:p>
              </p:txBody>
            </p:sp>
            <p:sp>
              <p:nvSpPr>
                <p:cNvPr id="36" name="Line 13">
                  <a:extLst>
                    <a:ext uri="{FF2B5EF4-FFF2-40B4-BE49-F238E27FC236}">
                      <a16:creationId xmlns:a16="http://schemas.microsoft.com/office/drawing/2014/main" id="{93775CCC-F946-2544-3E86-8B4701EB5F4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024" y="2784"/>
                  <a:ext cx="0" cy="192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anchor="ctr"/>
                <a:lstStyle/>
                <a:p>
                  <a:endParaRPr lang="es-ES_tradnl" noProof="0" dirty="0"/>
                </a:p>
              </p:txBody>
            </p:sp>
            <p:sp>
              <p:nvSpPr>
                <p:cNvPr id="37" name="Line 22">
                  <a:extLst>
                    <a:ext uri="{FF2B5EF4-FFF2-40B4-BE49-F238E27FC236}">
                      <a16:creationId xmlns:a16="http://schemas.microsoft.com/office/drawing/2014/main" id="{E27C8CFD-D3B4-4665-1E98-FD7DB95B424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1872" y="2784"/>
                  <a:ext cx="0" cy="192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anchor="ctr"/>
                <a:lstStyle/>
                <a:p>
                  <a:endParaRPr lang="es-ES_tradnl" noProof="0" dirty="0"/>
                </a:p>
              </p:txBody>
            </p:sp>
          </p:grpSp>
          <p:grpSp>
            <p:nvGrpSpPr>
              <p:cNvPr id="27" name="Group 37">
                <a:extLst>
                  <a:ext uri="{FF2B5EF4-FFF2-40B4-BE49-F238E27FC236}">
                    <a16:creationId xmlns:a16="http://schemas.microsoft.com/office/drawing/2014/main" id="{FEE3440A-A0C6-D721-4771-A8ED2C4EE65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016" y="1776"/>
                <a:ext cx="1872" cy="432"/>
                <a:chOff x="2016" y="1776"/>
                <a:chExt cx="1872" cy="432"/>
              </a:xfrm>
            </p:grpSpPr>
            <p:sp>
              <p:nvSpPr>
                <p:cNvPr id="32" name="Line 23">
                  <a:extLst>
                    <a:ext uri="{FF2B5EF4-FFF2-40B4-BE49-F238E27FC236}">
                      <a16:creationId xmlns:a16="http://schemas.microsoft.com/office/drawing/2014/main" id="{89BC0153-490F-90BB-71E2-7697D7BF787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888" y="1776"/>
                  <a:ext cx="0" cy="432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anchor="ctr"/>
                <a:lstStyle/>
                <a:p>
                  <a:endParaRPr lang="es-ES_tradnl" noProof="0" dirty="0"/>
                </a:p>
              </p:txBody>
            </p:sp>
            <p:sp>
              <p:nvSpPr>
                <p:cNvPr id="33" name="Line 24">
                  <a:extLst>
                    <a:ext uri="{FF2B5EF4-FFF2-40B4-BE49-F238E27FC236}">
                      <a16:creationId xmlns:a16="http://schemas.microsoft.com/office/drawing/2014/main" id="{ABC830A8-C004-8A28-CE72-A843971EBE7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168" y="1776"/>
                  <a:ext cx="0" cy="432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anchor="ctr"/>
                <a:lstStyle/>
                <a:p>
                  <a:endParaRPr lang="es-ES_tradnl" noProof="0" dirty="0"/>
                </a:p>
              </p:txBody>
            </p:sp>
            <p:sp>
              <p:nvSpPr>
                <p:cNvPr id="34" name="Line 25">
                  <a:extLst>
                    <a:ext uri="{FF2B5EF4-FFF2-40B4-BE49-F238E27FC236}">
                      <a16:creationId xmlns:a16="http://schemas.microsoft.com/office/drawing/2014/main" id="{DF8A6A79-0968-46B1-5427-500A6272789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2016" y="1776"/>
                  <a:ext cx="0" cy="432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anchor="ctr"/>
                <a:lstStyle/>
                <a:p>
                  <a:endParaRPr lang="es-ES_tradnl" noProof="0" dirty="0"/>
                </a:p>
              </p:txBody>
            </p:sp>
          </p:grpSp>
          <p:grpSp>
            <p:nvGrpSpPr>
              <p:cNvPr id="28" name="Group 36">
                <a:extLst>
                  <a:ext uri="{FF2B5EF4-FFF2-40B4-BE49-F238E27FC236}">
                    <a16:creationId xmlns:a16="http://schemas.microsoft.com/office/drawing/2014/main" id="{DCC79DB7-89A5-99B8-AF23-75A8F1B1C05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28" y="2016"/>
                <a:ext cx="1872" cy="192"/>
                <a:chOff x="1728" y="2016"/>
                <a:chExt cx="1872" cy="192"/>
              </a:xfrm>
            </p:grpSpPr>
            <p:sp>
              <p:nvSpPr>
                <p:cNvPr id="29" name="Line 6">
                  <a:extLst>
                    <a:ext uri="{FF2B5EF4-FFF2-40B4-BE49-F238E27FC236}">
                      <a16:creationId xmlns:a16="http://schemas.microsoft.com/office/drawing/2014/main" id="{C5B23278-026C-926C-43C1-5F832F46BE5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00" y="2016"/>
                  <a:ext cx="0" cy="192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anchor="ctr"/>
                <a:lstStyle/>
                <a:p>
                  <a:endParaRPr lang="es-ES_tradnl" noProof="0" dirty="0"/>
                </a:p>
              </p:txBody>
            </p:sp>
            <p:sp>
              <p:nvSpPr>
                <p:cNvPr id="30" name="Line 14">
                  <a:extLst>
                    <a:ext uri="{FF2B5EF4-FFF2-40B4-BE49-F238E27FC236}">
                      <a16:creationId xmlns:a16="http://schemas.microsoft.com/office/drawing/2014/main" id="{DB0A74F2-91AB-E2A0-A2EE-D57EE5DE1F1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2880" y="2016"/>
                  <a:ext cx="0" cy="192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anchor="ctr"/>
                <a:lstStyle/>
                <a:p>
                  <a:endParaRPr lang="es-ES_tradnl" noProof="0" dirty="0"/>
                </a:p>
              </p:txBody>
            </p:sp>
            <p:sp>
              <p:nvSpPr>
                <p:cNvPr id="31" name="Line 26">
                  <a:extLst>
                    <a:ext uri="{FF2B5EF4-FFF2-40B4-BE49-F238E27FC236}">
                      <a16:creationId xmlns:a16="http://schemas.microsoft.com/office/drawing/2014/main" id="{3EDE7034-2FA2-0914-B470-0C848A5DAA6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1728" y="2016"/>
                  <a:ext cx="0" cy="192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anchor="ctr"/>
                <a:lstStyle/>
                <a:p>
                  <a:endParaRPr lang="es-ES_tradnl" noProof="0" dirty="0"/>
                </a:p>
              </p:txBody>
            </p:sp>
          </p:grpSp>
        </p:grpSp>
        <p:sp>
          <p:nvSpPr>
            <p:cNvPr id="18" name="Text Box 27">
              <a:extLst>
                <a:ext uri="{FF2B5EF4-FFF2-40B4-BE49-F238E27FC236}">
                  <a16:creationId xmlns:a16="http://schemas.microsoft.com/office/drawing/2014/main" id="{5C4271E9-8030-7A58-DC16-56920A1ACD2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97" y="1776"/>
              <a:ext cx="305" cy="194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lang="es-ES_tradnl" i="1" noProof="0" dirty="0">
                  <a:solidFill>
                    <a:schemeClr val="tx1"/>
                  </a:solidFill>
                </a:rPr>
                <a:t>a</a:t>
              </a:r>
              <a:r>
                <a:rPr lang="es-ES_tradnl" b="1" i="1" baseline="-25000" noProof="0" dirty="0">
                  <a:solidFill>
                    <a:schemeClr val="tx1"/>
                  </a:solidFill>
                </a:rPr>
                <a:t>m</a:t>
              </a:r>
              <a:r>
                <a:rPr lang="es-ES_tradnl" b="1" i="1" baseline="-25000" noProof="0" dirty="0">
                  <a:solidFill>
                    <a:schemeClr val="tx1"/>
                  </a:solidFill>
                  <a:cs typeface="Arial" charset="0"/>
                </a:rPr>
                <a:t>–1</a:t>
              </a:r>
            </a:p>
          </p:txBody>
        </p:sp>
        <p:sp>
          <p:nvSpPr>
            <p:cNvPr id="19" name="Text Box 28">
              <a:extLst>
                <a:ext uri="{FF2B5EF4-FFF2-40B4-BE49-F238E27FC236}">
                  <a16:creationId xmlns:a16="http://schemas.microsoft.com/office/drawing/2014/main" id="{9E8A5366-D651-6B1A-ABE0-AB55A7F868B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85" y="1536"/>
              <a:ext cx="305" cy="194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lang="es-ES_tradnl" i="1" noProof="0" dirty="0" err="1">
                  <a:solidFill>
                    <a:schemeClr val="tx1"/>
                  </a:solidFill>
                </a:rPr>
                <a:t>b</a:t>
              </a:r>
              <a:r>
                <a:rPr lang="es-ES_tradnl" b="1" i="1" baseline="-25000" noProof="0" dirty="0" err="1">
                  <a:solidFill>
                    <a:schemeClr val="tx1"/>
                  </a:solidFill>
                </a:rPr>
                <a:t>m</a:t>
              </a:r>
              <a:r>
                <a:rPr lang="es-ES_tradnl" b="1" i="1" baseline="-25000" noProof="0" dirty="0">
                  <a:solidFill>
                    <a:schemeClr val="tx1"/>
                  </a:solidFill>
                  <a:cs typeface="Arial" charset="0"/>
                </a:rPr>
                <a:t>–1</a:t>
              </a:r>
              <a:endParaRPr lang="es-ES_tradnl" b="1" i="1" baseline="-25000" noProof="0" dirty="0">
                <a:solidFill>
                  <a:schemeClr val="tx1"/>
                </a:solidFill>
              </a:endParaRPr>
            </a:p>
          </p:txBody>
        </p:sp>
        <p:sp>
          <p:nvSpPr>
            <p:cNvPr id="20" name="Line 29">
              <a:extLst>
                <a:ext uri="{FF2B5EF4-FFF2-40B4-BE49-F238E27FC236}">
                  <a16:creationId xmlns:a16="http://schemas.microsoft.com/office/drawing/2014/main" id="{71ED91D0-EE7A-B3D7-0CE9-F7B513F3573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92" y="2496"/>
              <a:ext cx="192" cy="0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headEnd type="triangle" w="med" len="med"/>
              <a:tailEnd/>
            </a:ln>
            <a:effectLst/>
          </p:spPr>
          <p:txBody>
            <a:bodyPr anchor="ctr"/>
            <a:lstStyle/>
            <a:p>
              <a:endParaRPr lang="es-ES_tradnl" noProof="0" dirty="0"/>
            </a:p>
          </p:txBody>
        </p:sp>
        <p:sp>
          <p:nvSpPr>
            <p:cNvPr id="21" name="Line 30">
              <a:extLst>
                <a:ext uri="{FF2B5EF4-FFF2-40B4-BE49-F238E27FC236}">
                  <a16:creationId xmlns:a16="http://schemas.microsoft.com/office/drawing/2014/main" id="{70106FE0-E415-717C-FFF3-3FE12C0877B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60" y="2496"/>
              <a:ext cx="144" cy="0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headEnd type="triangle" w="med" len="med"/>
              <a:tailEnd/>
            </a:ln>
            <a:effectLst/>
          </p:spPr>
          <p:txBody>
            <a:bodyPr anchor="ctr"/>
            <a:lstStyle/>
            <a:p>
              <a:endParaRPr lang="es-ES_tradnl" noProof="0" dirty="0"/>
            </a:p>
          </p:txBody>
        </p:sp>
        <p:sp>
          <p:nvSpPr>
            <p:cNvPr id="22" name="Line 31">
              <a:extLst>
                <a:ext uri="{FF2B5EF4-FFF2-40B4-BE49-F238E27FC236}">
                  <a16:creationId xmlns:a16="http://schemas.microsoft.com/office/drawing/2014/main" id="{9986B7A4-D3E6-9DC5-177A-1D0BD42C6F2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92" y="2496"/>
              <a:ext cx="144" cy="0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headEnd type="triangle" w="med" len="med"/>
              <a:tailEnd/>
            </a:ln>
            <a:effectLst/>
          </p:spPr>
          <p:txBody>
            <a:bodyPr anchor="ctr"/>
            <a:lstStyle/>
            <a:p>
              <a:endParaRPr lang="es-ES_tradnl" noProof="0" dirty="0"/>
            </a:p>
          </p:txBody>
        </p:sp>
        <p:sp>
          <p:nvSpPr>
            <p:cNvPr id="23" name="Line 32">
              <a:extLst>
                <a:ext uri="{FF2B5EF4-FFF2-40B4-BE49-F238E27FC236}">
                  <a16:creationId xmlns:a16="http://schemas.microsoft.com/office/drawing/2014/main" id="{78F8EAD1-8273-3F4A-5317-C5479A5E2C8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04" y="2496"/>
              <a:ext cx="288" cy="0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prstDash val="sysDot"/>
              <a:round/>
              <a:headEnd/>
              <a:tailEnd/>
            </a:ln>
            <a:effectLst/>
          </p:spPr>
          <p:txBody>
            <a:bodyPr anchor="ctr"/>
            <a:lstStyle/>
            <a:p>
              <a:endParaRPr lang="es-ES_tradnl" noProof="0" dirty="0"/>
            </a:p>
          </p:txBody>
        </p:sp>
        <p:sp>
          <p:nvSpPr>
            <p:cNvPr id="24" name="Text Box 33">
              <a:extLst>
                <a:ext uri="{FF2B5EF4-FFF2-40B4-BE49-F238E27FC236}">
                  <a16:creationId xmlns:a16="http://schemas.microsoft.com/office/drawing/2014/main" id="{F2183D10-C046-9C3E-C071-F2EA573A915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28" y="2976"/>
              <a:ext cx="296" cy="194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lang="es-ES_tradnl" i="1" noProof="0" dirty="0" err="1">
                  <a:solidFill>
                    <a:schemeClr val="tx1"/>
                  </a:solidFill>
                </a:rPr>
                <a:t>s</a:t>
              </a:r>
              <a:r>
                <a:rPr lang="es-ES_tradnl" b="1" i="1" baseline="-25000" noProof="0" dirty="0" err="1">
                  <a:solidFill>
                    <a:schemeClr val="tx1"/>
                  </a:solidFill>
                </a:rPr>
                <a:t>m</a:t>
              </a:r>
              <a:r>
                <a:rPr lang="es-ES_tradnl" b="1" i="1" baseline="-25000" noProof="0" dirty="0">
                  <a:solidFill>
                    <a:schemeClr val="tx1"/>
                  </a:solidFill>
                  <a:cs typeface="Arial" charset="0"/>
                </a:rPr>
                <a:t>–1</a:t>
              </a:r>
            </a:p>
          </p:txBody>
        </p:sp>
        <p:sp>
          <p:nvSpPr>
            <p:cNvPr id="25" name="Text Box 39">
              <a:extLst>
                <a:ext uri="{FF2B5EF4-FFF2-40B4-BE49-F238E27FC236}">
                  <a16:creationId xmlns:a16="http://schemas.microsoft.com/office/drawing/2014/main" id="{2D1489FD-D2D7-A86E-9B2A-9F3106675A6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16" y="2352"/>
              <a:ext cx="138" cy="19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lang="es-ES_tradnl" i="1" noProof="0" dirty="0">
                  <a:solidFill>
                    <a:schemeClr val="tx1"/>
                  </a:solidFill>
                </a:rPr>
                <a:t>c</a:t>
              </a:r>
              <a:r>
                <a:rPr lang="es-ES_tradnl" b="1" i="1" baseline="-25000" noProof="0" dirty="0">
                  <a:solidFill>
                    <a:schemeClr val="tx1"/>
                  </a:solidFill>
                </a:rPr>
                <a:t>0</a:t>
              </a:r>
            </a:p>
          </p:txBody>
        </p:sp>
      </p:grpSp>
      <p:grpSp>
        <p:nvGrpSpPr>
          <p:cNvPr id="38" name="58 Grupo">
            <a:extLst>
              <a:ext uri="{FF2B5EF4-FFF2-40B4-BE49-F238E27FC236}">
                <a16:creationId xmlns:a16="http://schemas.microsoft.com/office/drawing/2014/main" id="{3F579E5C-E86A-3268-1C47-6487B420A5F1}"/>
              </a:ext>
            </a:extLst>
          </p:cNvPr>
          <p:cNvGrpSpPr/>
          <p:nvPr/>
        </p:nvGrpSpPr>
        <p:grpSpPr>
          <a:xfrm>
            <a:off x="6166323" y="4376765"/>
            <a:ext cx="2787474" cy="1966930"/>
            <a:chOff x="356063" y="4267200"/>
            <a:chExt cx="2787474" cy="1966930"/>
          </a:xfrm>
        </p:grpSpPr>
        <p:sp>
          <p:nvSpPr>
            <p:cNvPr id="39" name="Rectangle 41">
              <a:extLst>
                <a:ext uri="{FF2B5EF4-FFF2-40B4-BE49-F238E27FC236}">
                  <a16:creationId xmlns:a16="http://schemas.microsoft.com/office/drawing/2014/main" id="{C2A8855E-6D9B-F056-FFC1-EA4308C964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9314" y="4953000"/>
              <a:ext cx="1828801" cy="457200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s-ES_tradnl" noProof="0" dirty="0">
                  <a:solidFill>
                    <a:schemeClr val="tx1"/>
                  </a:solidFill>
                </a:rPr>
                <a:t>CPA</a:t>
              </a:r>
            </a:p>
          </p:txBody>
        </p:sp>
        <p:sp>
          <p:nvSpPr>
            <p:cNvPr id="40" name="Rectangle 42">
              <a:extLst>
                <a:ext uri="{FF2B5EF4-FFF2-40B4-BE49-F238E27FC236}">
                  <a16:creationId xmlns:a16="http://schemas.microsoft.com/office/drawing/2014/main" id="{526CFC6A-C906-724C-2259-B435027C92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063" y="5029200"/>
              <a:ext cx="280526" cy="307777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0" tIns="0" rIns="0" bIns="0">
              <a:spAutoFit/>
            </a:bodyPr>
            <a:lstStyle/>
            <a:p>
              <a:pPr algn="r"/>
              <a:r>
                <a:rPr lang="es-ES_tradnl" i="1" noProof="0" dirty="0">
                  <a:solidFill>
                    <a:schemeClr val="tx1"/>
                  </a:solidFill>
                </a:rPr>
                <a:t>c</a:t>
              </a:r>
              <a:r>
                <a:rPr lang="es-ES_tradnl" b="1" i="1" baseline="-25000" noProof="0" dirty="0">
                  <a:solidFill>
                    <a:schemeClr val="tx1"/>
                  </a:solidFill>
                </a:rPr>
                <a:t>m</a:t>
              </a:r>
            </a:p>
          </p:txBody>
        </p:sp>
        <p:sp>
          <p:nvSpPr>
            <p:cNvPr id="41" name="Rectangle 43">
              <a:extLst>
                <a:ext uri="{FF2B5EF4-FFF2-40B4-BE49-F238E27FC236}">
                  <a16:creationId xmlns:a16="http://schemas.microsoft.com/office/drawing/2014/main" id="{AA4AE8CE-AA76-37AA-EE35-6AF63A737F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20719" y="5029200"/>
              <a:ext cx="222818" cy="307777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lang="es-ES_tradnl" i="1" noProof="0" dirty="0">
                  <a:solidFill>
                    <a:schemeClr val="tx1"/>
                  </a:solidFill>
                </a:rPr>
                <a:t>c</a:t>
              </a:r>
              <a:r>
                <a:rPr lang="es-ES_tradnl" b="1" i="1" baseline="-25000" noProof="0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42" name="Line 44">
              <a:extLst>
                <a:ext uri="{FF2B5EF4-FFF2-40B4-BE49-F238E27FC236}">
                  <a16:creationId xmlns:a16="http://schemas.microsoft.com/office/drawing/2014/main" id="{6324754F-7A2A-77B1-2710-86406B73103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06514" y="4572000"/>
              <a:ext cx="0" cy="381000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 type="triangle" w="med" len="med"/>
            </a:ln>
            <a:effectLst/>
          </p:spPr>
          <p:txBody>
            <a:bodyPr anchor="ctr"/>
            <a:lstStyle/>
            <a:p>
              <a:endParaRPr lang="es-ES_tradnl" noProof="0" dirty="0">
                <a:solidFill>
                  <a:schemeClr val="tx1"/>
                </a:solidFill>
              </a:endParaRPr>
            </a:p>
          </p:txBody>
        </p:sp>
        <p:sp>
          <p:nvSpPr>
            <p:cNvPr id="43" name="Line 45">
              <a:extLst>
                <a:ext uri="{FF2B5EF4-FFF2-40B4-BE49-F238E27FC236}">
                  <a16:creationId xmlns:a16="http://schemas.microsoft.com/office/drawing/2014/main" id="{C2121C62-DBC7-57CE-595B-1A8FB4F9E87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44715" y="4572000"/>
              <a:ext cx="0" cy="381000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 type="triangle" w="med" len="med"/>
            </a:ln>
            <a:effectLst/>
          </p:spPr>
          <p:txBody>
            <a:bodyPr anchor="ctr"/>
            <a:lstStyle/>
            <a:p>
              <a:endParaRPr lang="es-ES_tradnl" noProof="0" dirty="0">
                <a:solidFill>
                  <a:schemeClr val="tx1"/>
                </a:solidFill>
              </a:endParaRPr>
            </a:p>
          </p:txBody>
        </p:sp>
        <p:sp>
          <p:nvSpPr>
            <p:cNvPr id="44" name="Line 46">
              <a:extLst>
                <a:ext uri="{FF2B5EF4-FFF2-40B4-BE49-F238E27FC236}">
                  <a16:creationId xmlns:a16="http://schemas.microsoft.com/office/drawing/2014/main" id="{A956005D-373D-EC4E-37BC-12AD7C63010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85918" y="5429264"/>
              <a:ext cx="0" cy="500066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 type="triangle" w="med" len="med"/>
            </a:ln>
            <a:effectLst/>
          </p:spPr>
          <p:txBody>
            <a:bodyPr anchor="ctr"/>
            <a:lstStyle/>
            <a:p>
              <a:endParaRPr lang="es-ES_tradnl" noProof="0" dirty="0">
                <a:solidFill>
                  <a:schemeClr val="tx1"/>
                </a:solidFill>
              </a:endParaRPr>
            </a:p>
          </p:txBody>
        </p:sp>
        <p:sp>
          <p:nvSpPr>
            <p:cNvPr id="45" name="Line 47">
              <a:extLst>
                <a:ext uri="{FF2B5EF4-FFF2-40B4-BE49-F238E27FC236}">
                  <a16:creationId xmlns:a16="http://schemas.microsoft.com/office/drawing/2014/main" id="{0B785E18-0161-A42E-31DC-1147EFC19F6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678115" y="5181600"/>
              <a:ext cx="228600" cy="0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 type="triangle" w="med" len="med"/>
            </a:ln>
            <a:effectLst/>
          </p:spPr>
          <p:txBody>
            <a:bodyPr anchor="ctr"/>
            <a:lstStyle/>
            <a:p>
              <a:endParaRPr lang="es-ES_tradnl" noProof="0" dirty="0">
                <a:solidFill>
                  <a:schemeClr val="tx1"/>
                </a:solidFill>
              </a:endParaRPr>
            </a:p>
          </p:txBody>
        </p:sp>
        <p:sp>
          <p:nvSpPr>
            <p:cNvPr id="46" name="Line 48">
              <a:extLst>
                <a:ext uri="{FF2B5EF4-FFF2-40B4-BE49-F238E27FC236}">
                  <a16:creationId xmlns:a16="http://schemas.microsoft.com/office/drawing/2014/main" id="{199462E8-6211-5072-5ED6-CCEBFB1E257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20714" y="5181600"/>
              <a:ext cx="228600" cy="0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 type="triangle" w="med" len="med"/>
            </a:ln>
            <a:effectLst/>
          </p:spPr>
          <p:txBody>
            <a:bodyPr anchor="ctr"/>
            <a:lstStyle/>
            <a:p>
              <a:endParaRPr lang="es-ES_tradnl" noProof="0" dirty="0">
                <a:solidFill>
                  <a:schemeClr val="tx1"/>
                </a:solidFill>
              </a:endParaRPr>
            </a:p>
          </p:txBody>
        </p:sp>
        <p:sp>
          <p:nvSpPr>
            <p:cNvPr id="47" name="Rectangle 49">
              <a:extLst>
                <a:ext uri="{FF2B5EF4-FFF2-40B4-BE49-F238E27FC236}">
                  <a16:creationId xmlns:a16="http://schemas.microsoft.com/office/drawing/2014/main" id="{8157BD83-E270-FA90-BC98-B271948E83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16027" y="4267200"/>
              <a:ext cx="169863" cy="30480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lang="es-ES_tradnl" i="1" noProof="0" dirty="0">
                  <a:solidFill>
                    <a:schemeClr val="tx1"/>
                  </a:solidFill>
                </a:rPr>
                <a:t>A</a:t>
              </a:r>
              <a:endParaRPr lang="es-ES_tradnl" b="1" i="1" baseline="-25000" noProof="0" dirty="0">
                <a:solidFill>
                  <a:schemeClr val="tx1"/>
                </a:solidFill>
              </a:endParaRPr>
            </a:p>
          </p:txBody>
        </p:sp>
        <p:sp>
          <p:nvSpPr>
            <p:cNvPr id="48" name="Rectangle 50">
              <a:extLst>
                <a:ext uri="{FF2B5EF4-FFF2-40B4-BE49-F238E27FC236}">
                  <a16:creationId xmlns:a16="http://schemas.microsoft.com/office/drawing/2014/main" id="{22C10453-73F4-1192-169B-87B6798F4E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54227" y="4267200"/>
              <a:ext cx="169863" cy="30480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lang="es-ES_tradnl" i="1" noProof="0" dirty="0">
                  <a:solidFill>
                    <a:schemeClr val="tx1"/>
                  </a:solidFill>
                </a:rPr>
                <a:t>B</a:t>
              </a:r>
              <a:endParaRPr lang="es-ES_tradnl" b="1" i="1" baseline="-25000" noProof="0" dirty="0">
                <a:solidFill>
                  <a:schemeClr val="tx1"/>
                </a:solidFill>
              </a:endParaRPr>
            </a:p>
          </p:txBody>
        </p:sp>
        <p:sp>
          <p:nvSpPr>
            <p:cNvPr id="49" name="Rectangle 51">
              <a:extLst>
                <a:ext uri="{FF2B5EF4-FFF2-40B4-BE49-F238E27FC236}">
                  <a16:creationId xmlns:a16="http://schemas.microsoft.com/office/drawing/2014/main" id="{BFC74604-B7C4-9E2F-9505-822FA3A8B2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4480" y="5929330"/>
              <a:ext cx="169863" cy="30480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lang="es-ES_tradnl" i="1" noProof="0" dirty="0">
                  <a:solidFill>
                    <a:schemeClr val="tx1"/>
                  </a:solidFill>
                </a:rPr>
                <a:t>S</a:t>
              </a:r>
              <a:endParaRPr lang="es-ES_tradnl" b="1" i="1" baseline="-25000" noProof="0" dirty="0">
                <a:solidFill>
                  <a:schemeClr val="tx1"/>
                </a:solidFill>
              </a:endParaRPr>
            </a:p>
          </p:txBody>
        </p:sp>
        <p:cxnSp>
          <p:nvCxnSpPr>
            <p:cNvPr id="50" name="51 Conector recto">
              <a:extLst>
                <a:ext uri="{FF2B5EF4-FFF2-40B4-BE49-F238E27FC236}">
                  <a16:creationId xmlns:a16="http://schemas.microsoft.com/office/drawing/2014/main" id="{0276FF36-B5A1-9A4C-7580-8EADD54282F7}"/>
                </a:ext>
              </a:extLst>
            </p:cNvPr>
            <p:cNvCxnSpPr/>
            <p:nvPr/>
          </p:nvCxnSpPr>
          <p:spPr bwMode="auto">
            <a:xfrm flipV="1">
              <a:off x="1214414" y="4643446"/>
              <a:ext cx="214314" cy="71438"/>
            </a:xfrm>
            <a:prstGeom prst="line">
              <a:avLst/>
            </a:prstGeom>
            <a:noFill/>
            <a:ln w="12700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1" name="52 Conector recto">
              <a:extLst>
                <a:ext uri="{FF2B5EF4-FFF2-40B4-BE49-F238E27FC236}">
                  <a16:creationId xmlns:a16="http://schemas.microsoft.com/office/drawing/2014/main" id="{27555359-EAB7-8280-3FB7-5F66F1F5BA7B}"/>
                </a:ext>
              </a:extLst>
            </p:cNvPr>
            <p:cNvCxnSpPr/>
            <p:nvPr/>
          </p:nvCxnSpPr>
          <p:spPr bwMode="auto">
            <a:xfrm flipV="1">
              <a:off x="2071670" y="4643446"/>
              <a:ext cx="214314" cy="71438"/>
            </a:xfrm>
            <a:prstGeom prst="line">
              <a:avLst/>
            </a:prstGeom>
            <a:noFill/>
            <a:ln w="12700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52" name="53 CuadroTexto">
              <a:extLst>
                <a:ext uri="{FF2B5EF4-FFF2-40B4-BE49-F238E27FC236}">
                  <a16:creationId xmlns:a16="http://schemas.microsoft.com/office/drawing/2014/main" id="{7A773BB6-41E3-3ED8-5ABC-AB53D20BD8C6}"/>
                </a:ext>
              </a:extLst>
            </p:cNvPr>
            <p:cNvSpPr txBox="1"/>
            <p:nvPr/>
          </p:nvSpPr>
          <p:spPr>
            <a:xfrm>
              <a:off x="1428728" y="4500570"/>
              <a:ext cx="35618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_tradnl" sz="1600" noProof="0" dirty="0">
                  <a:solidFill>
                    <a:schemeClr val="tx1"/>
                  </a:solidFill>
                </a:rPr>
                <a:t>m</a:t>
              </a:r>
            </a:p>
          </p:txBody>
        </p:sp>
        <p:sp>
          <p:nvSpPr>
            <p:cNvPr id="53" name="54 CuadroTexto">
              <a:extLst>
                <a:ext uri="{FF2B5EF4-FFF2-40B4-BE49-F238E27FC236}">
                  <a16:creationId xmlns:a16="http://schemas.microsoft.com/office/drawing/2014/main" id="{5B6369F3-B78F-FEDB-C3C2-C33B6CE9A4C6}"/>
                </a:ext>
              </a:extLst>
            </p:cNvPr>
            <p:cNvSpPr txBox="1"/>
            <p:nvPr/>
          </p:nvSpPr>
          <p:spPr>
            <a:xfrm>
              <a:off x="2285984" y="4500570"/>
              <a:ext cx="35618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_tradnl" sz="1600" noProof="0" dirty="0">
                  <a:solidFill>
                    <a:schemeClr val="tx1"/>
                  </a:solidFill>
                </a:rPr>
                <a:t>m</a:t>
              </a:r>
            </a:p>
          </p:txBody>
        </p:sp>
        <p:sp>
          <p:nvSpPr>
            <p:cNvPr id="54" name="55 CuadroTexto">
              <a:extLst>
                <a:ext uri="{FF2B5EF4-FFF2-40B4-BE49-F238E27FC236}">
                  <a16:creationId xmlns:a16="http://schemas.microsoft.com/office/drawing/2014/main" id="{A6C1D167-2E41-60E8-110E-7F662AF0B6A5}"/>
                </a:ext>
              </a:extLst>
            </p:cNvPr>
            <p:cNvSpPr txBox="1"/>
            <p:nvPr/>
          </p:nvSpPr>
          <p:spPr>
            <a:xfrm>
              <a:off x="1857356" y="5429264"/>
              <a:ext cx="35618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_tradnl" sz="1600" noProof="0" dirty="0">
                  <a:solidFill>
                    <a:schemeClr val="tx1"/>
                  </a:solidFill>
                </a:rPr>
                <a:t>m</a:t>
              </a:r>
            </a:p>
          </p:txBody>
        </p:sp>
        <p:cxnSp>
          <p:nvCxnSpPr>
            <p:cNvPr id="55" name="56 Conector recto">
              <a:extLst>
                <a:ext uri="{FF2B5EF4-FFF2-40B4-BE49-F238E27FC236}">
                  <a16:creationId xmlns:a16="http://schemas.microsoft.com/office/drawing/2014/main" id="{FC9DAAAB-1E4B-C754-1AF0-84C2421273E5}"/>
                </a:ext>
              </a:extLst>
            </p:cNvPr>
            <p:cNvCxnSpPr/>
            <p:nvPr/>
          </p:nvCxnSpPr>
          <p:spPr bwMode="auto">
            <a:xfrm flipV="1">
              <a:off x="1688191" y="5576886"/>
              <a:ext cx="214314" cy="71438"/>
            </a:xfrm>
            <a:prstGeom prst="line">
              <a:avLst/>
            </a:prstGeom>
            <a:noFill/>
            <a:ln w="12700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</p:spTree>
    <p:extLst>
      <p:ext uri="{BB962C8B-B14F-4D97-AF65-F5344CB8AC3E}">
        <p14:creationId xmlns:p14="http://schemas.microsoft.com/office/powerpoint/2010/main" val="380865464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270EBA-AD42-69A6-E109-83FF37902E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3 Marcador de número de diapositiva">
            <a:extLst>
              <a:ext uri="{FF2B5EF4-FFF2-40B4-BE49-F238E27FC236}">
                <a16:creationId xmlns:a16="http://schemas.microsoft.com/office/drawing/2014/main" id="{B848F6E2-B361-15D7-0D2B-50FC232CA1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4E7847B6-FB90-4985-BDAD-0FC52C69182E}" type="slidenum">
              <a:rPr lang="es-ES_tradnl" noProof="0" smtClean="0"/>
              <a:pPr/>
              <a:t>29</a:t>
            </a:fld>
            <a:endParaRPr lang="es-ES_tradnl" noProof="0" dirty="0"/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A258CED7-A09A-9B02-2909-1CD145E4D3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Operadores de suma</a:t>
            </a:r>
            <a:endParaRPr lang="en-US" dirty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3E94026-EB5E-0586-0E09-A359A051DF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_tradnl" dirty="0"/>
              <a:t>El sumador serie de </a:t>
            </a:r>
            <a:r>
              <a:rPr lang="es-ES_tradnl" i="1" dirty="0"/>
              <a:t>n</a:t>
            </a:r>
            <a:r>
              <a:rPr lang="es-ES_tradnl" dirty="0"/>
              <a:t> bits. Complejidad</a:t>
            </a:r>
          </a:p>
          <a:p>
            <a:pPr lvl="1"/>
            <a:r>
              <a:rPr lang="es-ES_tradnl" dirty="0"/>
              <a:t>El tiempo de cálculo de un sumador serie para operandos de </a:t>
            </a:r>
            <a:r>
              <a:rPr lang="es-ES_tradnl" i="1" dirty="0"/>
              <a:t>n</a:t>
            </a:r>
            <a:r>
              <a:rPr lang="es-ES_tradnl" dirty="0"/>
              <a:t> bits se puede expresar en términos de los retardos de un sumador completo:</a:t>
            </a:r>
          </a:p>
          <a:p>
            <a:pPr lvl="2">
              <a:buFontTx/>
              <a:buNone/>
            </a:pPr>
            <a:r>
              <a:rPr lang="es-ES_tradnl" i="1" dirty="0"/>
              <a:t>t(n bits) = (n</a:t>
            </a:r>
            <a:r>
              <a:rPr lang="es-ES_tradnl" i="1" dirty="0">
                <a:cs typeface="Arial" charset="0"/>
              </a:rPr>
              <a:t>–1)·</a:t>
            </a:r>
            <a:r>
              <a:rPr lang="es-ES_tradnl" i="1" dirty="0" err="1">
                <a:cs typeface="Arial" charset="0"/>
              </a:rPr>
              <a:t>t</a:t>
            </a:r>
            <a:r>
              <a:rPr lang="es-ES_tradnl" b="1" i="1" baseline="-25000" dirty="0" err="1">
                <a:cs typeface="Arial" charset="0"/>
              </a:rPr>
              <a:t>C</a:t>
            </a:r>
            <a:r>
              <a:rPr lang="es-ES_tradnl" i="1" dirty="0">
                <a:cs typeface="Arial" charset="0"/>
              </a:rPr>
              <a:t> + </a:t>
            </a:r>
            <a:r>
              <a:rPr lang="es-ES_tradnl" i="1" dirty="0" err="1">
                <a:cs typeface="Arial" charset="0"/>
              </a:rPr>
              <a:t>máx</a:t>
            </a:r>
            <a:r>
              <a:rPr lang="es-ES_tradnl" i="1" dirty="0">
                <a:cs typeface="Arial" charset="0"/>
              </a:rPr>
              <a:t>{</a:t>
            </a:r>
            <a:r>
              <a:rPr lang="es-ES_tradnl" i="1" dirty="0" err="1">
                <a:cs typeface="Arial" charset="0"/>
              </a:rPr>
              <a:t>t</a:t>
            </a:r>
            <a:r>
              <a:rPr lang="es-ES_tradnl" b="1" i="1" baseline="-25000" dirty="0" err="1">
                <a:cs typeface="Arial" charset="0"/>
              </a:rPr>
              <a:t>C</a:t>
            </a:r>
            <a:r>
              <a:rPr lang="es-ES_tradnl" i="1" dirty="0">
                <a:cs typeface="Arial" charset="0"/>
              </a:rPr>
              <a:t>, </a:t>
            </a:r>
            <a:r>
              <a:rPr lang="es-ES_tradnl" i="1" dirty="0" err="1">
                <a:cs typeface="Arial" charset="0"/>
              </a:rPr>
              <a:t>t</a:t>
            </a:r>
            <a:r>
              <a:rPr lang="es-ES_tradnl" b="1" i="1" baseline="-25000" dirty="0" err="1">
                <a:cs typeface="Arial" charset="0"/>
              </a:rPr>
              <a:t>S</a:t>
            </a:r>
            <a:r>
              <a:rPr lang="es-ES_tradnl" i="1" dirty="0">
                <a:cs typeface="Arial" charset="0"/>
              </a:rPr>
              <a:t>}</a:t>
            </a:r>
          </a:p>
          <a:p>
            <a:pPr lvl="2">
              <a:buNone/>
            </a:pPr>
            <a:r>
              <a:rPr lang="es-ES_tradnl" i="1" dirty="0"/>
              <a:t>Se puede demostrar que </a:t>
            </a:r>
            <a:r>
              <a:rPr lang="es-ES_tradnl" i="1" dirty="0">
                <a:solidFill>
                  <a:srgbClr val="FF0000"/>
                </a:solidFill>
              </a:rPr>
              <a:t>t(n bits) = (2n</a:t>
            </a:r>
            <a:r>
              <a:rPr lang="es-ES_tradnl" i="1" dirty="0">
                <a:solidFill>
                  <a:srgbClr val="FF0000"/>
                </a:solidFill>
                <a:cs typeface="Arial" charset="0"/>
              </a:rPr>
              <a:t>+1)·</a:t>
            </a:r>
            <a:r>
              <a:rPr lang="es-ES_tradnl" i="1" dirty="0">
                <a:solidFill>
                  <a:srgbClr val="FF0000"/>
                </a:solidFill>
                <a:cs typeface="Arial" charset="0"/>
                <a:sym typeface="Symbol"/>
              </a:rPr>
              <a:t></a:t>
            </a:r>
            <a:r>
              <a:rPr lang="es-ES_tradnl" i="1" dirty="0">
                <a:solidFill>
                  <a:srgbClr val="FF0000"/>
                </a:solidFill>
                <a:cs typeface="Arial" charset="0"/>
              </a:rPr>
              <a:t>, </a:t>
            </a:r>
            <a:r>
              <a:rPr lang="es-ES_tradnl" dirty="0">
                <a:cs typeface="Arial" charset="0"/>
              </a:rPr>
              <a:t>siendo </a:t>
            </a:r>
            <a:r>
              <a:rPr lang="es-ES_tradnl" dirty="0">
                <a:cs typeface="Arial" charset="0"/>
                <a:sym typeface="Symbol"/>
              </a:rPr>
              <a:t></a:t>
            </a:r>
            <a:r>
              <a:rPr lang="es-ES_tradnl" dirty="0">
                <a:cs typeface="Arial" charset="0"/>
              </a:rPr>
              <a:t>= retardo de una puerta</a:t>
            </a:r>
          </a:p>
          <a:p>
            <a:pPr lvl="1"/>
            <a:r>
              <a:rPr lang="es-ES_tradnl" dirty="0"/>
              <a:t>Asintóticamente, el tiempo de cálculo es lineal, </a:t>
            </a:r>
            <a:r>
              <a:rPr lang="es-ES_tradnl" i="1" dirty="0"/>
              <a:t>t(n bits) = O(n)</a:t>
            </a:r>
            <a:endParaRPr lang="es-ES_tradnl" dirty="0"/>
          </a:p>
          <a:p>
            <a:pPr lvl="1"/>
            <a:r>
              <a:rPr lang="es-ES_tradnl" dirty="0"/>
              <a:t>El coste espacial también es lineal, </a:t>
            </a:r>
            <a:r>
              <a:rPr lang="es-ES_tradnl" i="1" dirty="0"/>
              <a:t>coste(n bits) = O(n)</a:t>
            </a:r>
          </a:p>
          <a:p>
            <a:pPr lvl="1"/>
            <a:r>
              <a:rPr lang="es-ES_tradnl" dirty="0">
                <a:solidFill>
                  <a:srgbClr val="FF0000"/>
                </a:solidFill>
              </a:rPr>
              <a:t>Es el sumador más lento, pero de menor coste </a:t>
            </a:r>
            <a:r>
              <a:rPr lang="es-ES_tradnl" dirty="0" err="1">
                <a:solidFill>
                  <a:srgbClr val="FF0000"/>
                </a:solidFill>
              </a:rPr>
              <a:t>hw</a:t>
            </a:r>
            <a:endParaRPr lang="es-ES_tradnl" dirty="0"/>
          </a:p>
          <a:p>
            <a:pPr lvl="1"/>
            <a:r>
              <a:rPr lang="es-ES_tradnl" dirty="0"/>
              <a:t>La suma serie es poco eficiente para operaciones de un procesador donde se requiere velocidad, con </a:t>
            </a:r>
            <a:r>
              <a:rPr lang="es-ES_tradnl" i="1" dirty="0"/>
              <a:t>n</a:t>
            </a:r>
            <a:r>
              <a:rPr lang="es-ES_tradnl" dirty="0"/>
              <a:t>=32 o </a:t>
            </a:r>
            <a:r>
              <a:rPr lang="es-ES_tradnl" i="1" dirty="0"/>
              <a:t>n</a:t>
            </a:r>
            <a:r>
              <a:rPr lang="es-ES_tradnl" dirty="0"/>
              <a:t>=64 bits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289851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C9683E-4041-FB1A-2130-DB05D55D82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3 Marcador de número de diapositiva">
            <a:extLst>
              <a:ext uri="{FF2B5EF4-FFF2-40B4-BE49-F238E27FC236}">
                <a16:creationId xmlns:a16="http://schemas.microsoft.com/office/drawing/2014/main" id="{D008A2BE-3161-419D-F819-B4EBA0EACC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4E7847B6-FB90-4985-BDAD-0FC52C69182E}" type="slidenum">
              <a:rPr lang="es-ES_tradnl" noProof="0" smtClean="0"/>
              <a:pPr/>
              <a:t>30</a:t>
            </a:fld>
            <a:endParaRPr lang="es-ES_tradnl" noProof="0" dirty="0"/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CB2D7AA6-91B2-DDF7-DA62-06FCC5B94D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Operadores de suma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Marcador de contenido 3">
                <a:extLst>
                  <a:ext uri="{FF2B5EF4-FFF2-40B4-BE49-F238E27FC236}">
                    <a16:creationId xmlns:a16="http://schemas.microsoft.com/office/drawing/2014/main" id="{1672EEEB-2C15-0F0F-F651-4248A6A0817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s-ES_tradnl" dirty="0"/>
                  <a:t>Mejoras en la suma</a:t>
                </a:r>
              </a:p>
              <a:p>
                <a:pPr lvl="1"/>
                <a:r>
                  <a:rPr lang="es-ES_tradnl" dirty="0">
                    <a:solidFill>
                      <a:srgbClr val="FF0000"/>
                    </a:solidFill>
                  </a:rPr>
                  <a:t>Anticipación del acarreo: CLA, </a:t>
                </a:r>
                <a:r>
                  <a:rPr lang="es-ES_tradnl" i="1" dirty="0">
                    <a:solidFill>
                      <a:srgbClr val="FF0000"/>
                    </a:solidFill>
                  </a:rPr>
                  <a:t>Carry </a:t>
                </a:r>
                <a:r>
                  <a:rPr lang="es-ES_tradnl" i="1" dirty="0" err="1">
                    <a:solidFill>
                      <a:srgbClr val="FF0000"/>
                    </a:solidFill>
                  </a:rPr>
                  <a:t>Lookahead</a:t>
                </a:r>
                <a:r>
                  <a:rPr lang="es-ES_tradnl" i="1" dirty="0">
                    <a:solidFill>
                      <a:srgbClr val="FF0000"/>
                    </a:solidFill>
                  </a:rPr>
                  <a:t> </a:t>
                </a:r>
                <a:r>
                  <a:rPr lang="es-ES_tradnl" i="1" dirty="0" err="1">
                    <a:solidFill>
                      <a:srgbClr val="FF0000"/>
                    </a:solidFill>
                  </a:rPr>
                  <a:t>Adder</a:t>
                </a:r>
                <a:endParaRPr lang="es-ES_tradnl" i="1" dirty="0">
                  <a:solidFill>
                    <a:srgbClr val="FF0000"/>
                  </a:solidFill>
                </a:endParaRPr>
              </a:p>
              <a:p>
                <a:pPr lvl="2"/>
                <a:r>
                  <a:rPr lang="es-ES_tradnl" dirty="0"/>
                  <a:t>Calcula los bits de acarreo </a:t>
                </a:r>
                <a:r>
                  <a:rPr lang="es-ES_tradnl" i="1" dirty="0" err="1"/>
                  <a:t>c</a:t>
                </a:r>
                <a:r>
                  <a:rPr lang="es-ES_tradnl" b="1" i="1" baseline="-25000" dirty="0" err="1"/>
                  <a:t>i</a:t>
                </a:r>
                <a:r>
                  <a:rPr lang="es-ES_tradnl" b="1" baseline="-25000" dirty="0"/>
                  <a:t> </a:t>
                </a:r>
                <a:r>
                  <a:rPr lang="es-ES_tradnl" b="1" dirty="0"/>
                  <a:t> </a:t>
                </a:r>
                <a:r>
                  <a:rPr lang="es-ES_tradnl" dirty="0"/>
                  <a:t>antes que los bits de suma </a:t>
                </a:r>
                <a:r>
                  <a:rPr lang="es-ES_tradnl" i="1" dirty="0"/>
                  <a:t>s</a:t>
                </a:r>
                <a:r>
                  <a:rPr lang="es-ES_tradnl" b="1" i="1" baseline="-25000" dirty="0"/>
                  <a:t>i</a:t>
                </a:r>
              </a:p>
              <a:p>
                <a:pPr lvl="2"/>
                <a:r>
                  <a:rPr lang="es-ES_tradnl" dirty="0"/>
                  <a:t>El retardo del cálculo de los acarreos es </a:t>
                </a:r>
                <a:r>
                  <a:rPr lang="es-ES_tradnl" i="1" dirty="0"/>
                  <a:t>O</a:t>
                </a:r>
                <a:r>
                  <a:rPr lang="es-ES_tradnl" dirty="0"/>
                  <a:t>(log(</a:t>
                </a:r>
                <a:r>
                  <a:rPr lang="es-ES_tradnl" i="1" dirty="0"/>
                  <a:t>n</a:t>
                </a:r>
                <a:r>
                  <a:rPr lang="es-ES_tradnl" dirty="0"/>
                  <a:t>))</a:t>
                </a:r>
              </a:p>
              <a:p>
                <a:pPr lvl="1"/>
                <a:r>
                  <a:rPr lang="es-ES_tradnl" dirty="0">
                    <a:solidFill>
                      <a:srgbClr val="FF0000"/>
                    </a:solidFill>
                  </a:rPr>
                  <a:t>Selección del acarreo: CSA, </a:t>
                </a:r>
                <a:r>
                  <a:rPr lang="es-ES_tradnl" i="1" dirty="0">
                    <a:solidFill>
                      <a:srgbClr val="FF0000"/>
                    </a:solidFill>
                  </a:rPr>
                  <a:t>Carry </a:t>
                </a:r>
                <a:r>
                  <a:rPr lang="es-ES_tradnl" i="1" dirty="0" err="1">
                    <a:solidFill>
                      <a:srgbClr val="FF0000"/>
                    </a:solidFill>
                  </a:rPr>
                  <a:t>Select</a:t>
                </a:r>
                <a:r>
                  <a:rPr lang="es-ES_tradnl" i="1" dirty="0">
                    <a:solidFill>
                      <a:srgbClr val="FF0000"/>
                    </a:solidFill>
                  </a:rPr>
                  <a:t> </a:t>
                </a:r>
                <a:r>
                  <a:rPr lang="es-ES_tradnl" i="1" dirty="0" err="1">
                    <a:solidFill>
                      <a:srgbClr val="FF0000"/>
                    </a:solidFill>
                  </a:rPr>
                  <a:t>Adder</a:t>
                </a:r>
                <a:endParaRPr lang="es-ES_tradnl" i="1" dirty="0">
                  <a:solidFill>
                    <a:srgbClr val="FF0000"/>
                  </a:solidFill>
                </a:endParaRPr>
              </a:p>
              <a:p>
                <a:pPr lvl="2"/>
                <a:r>
                  <a:rPr lang="es-ES_tradnl" dirty="0"/>
                  <a:t>Divide la suma en dos partes y gestiona la parte alta con los posibles valores del acarreo proveniente de la parte baja</a:t>
                </a:r>
              </a:p>
              <a:p>
                <a:pPr lvl="2"/>
                <a:r>
                  <a:rPr lang="es-ES_tradnl" dirty="0"/>
                  <a:t>Pre-cálculo de la suma con </a:t>
                </a:r>
                <a:r>
                  <a:rPr lang="es-ES_tradnl" i="1" dirty="0" err="1"/>
                  <a:t>c</a:t>
                </a:r>
                <a:r>
                  <a:rPr lang="es-ES_tradnl" i="1" baseline="-25000" dirty="0" err="1"/>
                  <a:t>in</a:t>
                </a:r>
                <a:r>
                  <a:rPr lang="es-ES_tradnl" i="1" baseline="-25000" dirty="0"/>
                  <a:t> </a:t>
                </a:r>
                <a:r>
                  <a:rPr lang="es-ES_tradnl" dirty="0"/>
                  <a:t>=0, </a:t>
                </a:r>
                <a:r>
                  <a:rPr lang="es-ES_tradnl" sz="2400" i="1" dirty="0" err="1"/>
                  <a:t>c</a:t>
                </a:r>
                <a:r>
                  <a:rPr lang="es-ES_tradnl" sz="2400" i="1" baseline="-25000" dirty="0" err="1"/>
                  <a:t>in</a:t>
                </a:r>
                <a:r>
                  <a:rPr lang="es-ES_tradnl" dirty="0"/>
                  <a:t>=1</a:t>
                </a:r>
              </a:p>
              <a:p>
                <a:pPr lvl="2"/>
                <a:r>
                  <a:rPr lang="es-ES_tradnl" dirty="0"/>
                  <a:t>Los bloques pueden ser uniformes o no uniformes</a:t>
                </a:r>
              </a:p>
              <a:p>
                <a:pPr lvl="3"/>
                <a:r>
                  <a:rPr lang="es-ES_tradnl" dirty="0" err="1"/>
                  <a:t>Ej</a:t>
                </a:r>
                <a:r>
                  <a:rPr lang="es-ES_tradnl" dirty="0"/>
                  <a:t>: n=16 bits </a:t>
                </a:r>
                <a:r>
                  <a:rPr lang="es-ES_tradnl" dirty="0">
                    <a:sym typeface="Wingdings" pitchFamily="2" charset="2"/>
                  </a:rPr>
                  <a:t> 4-4-4-4, caso ideal: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s-ES_tradnl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s-ES_tradnl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rad>
                  </m:oMath>
                </a14:m>
                <a:endParaRPr lang="es-ES_tradnl" dirty="0">
                  <a:sym typeface="Wingdings" pitchFamily="2" charset="2"/>
                </a:endParaRPr>
              </a:p>
              <a:p>
                <a:pPr lvl="3"/>
                <a:r>
                  <a:rPr lang="es-ES_tradnl" dirty="0" err="1">
                    <a:sym typeface="Wingdings" pitchFamily="2" charset="2"/>
                  </a:rPr>
                  <a:t>Ej</a:t>
                </a:r>
                <a:r>
                  <a:rPr lang="es-ES_tradnl" dirty="0">
                    <a:sym typeface="Wingdings" pitchFamily="2" charset="2"/>
                  </a:rPr>
                  <a:t>: n=16 bits  5-4-3-2-2</a:t>
                </a:r>
              </a:p>
              <a:p>
                <a:pPr lvl="2"/>
                <a:r>
                  <a:rPr lang="es-ES_tradnl" dirty="0"/>
                  <a:t>El retardo es </a:t>
                </a:r>
                <a:r>
                  <a:rPr lang="es-ES_tradnl" i="1" dirty="0"/>
                  <a:t>O(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s-ES_tradnl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s-ES_tradnl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rad>
                  </m:oMath>
                </a14:m>
                <a:r>
                  <a:rPr lang="es-ES_tradnl" i="1" dirty="0"/>
                  <a:t>)</a:t>
                </a:r>
                <a:r>
                  <a:rPr lang="es-ES_tradnl" dirty="0"/>
                  <a:t> en bloque uniformes de tamaño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s-ES_tradnl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s-ES_tradnl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rad>
                  </m:oMath>
                </a14:m>
                <a:endParaRPr lang="es-ES_tradnl" dirty="0">
                  <a:sym typeface="Wingdings" pitchFamily="2" charset="2"/>
                </a:endParaRPr>
              </a:p>
              <a:p>
                <a:pPr lvl="1"/>
                <a:r>
                  <a:rPr lang="es-ES_tradnl" dirty="0"/>
                  <a:t>En CLA i CSA el retardo disminuye, pero el coste espacial aumenta respecto al CPA</a:t>
                </a:r>
              </a:p>
            </p:txBody>
          </p:sp>
        </mc:Choice>
        <mc:Fallback>
          <p:sp>
            <p:nvSpPr>
              <p:cNvPr id="4" name="Marcador de contenido 3">
                <a:extLst>
                  <a:ext uri="{FF2B5EF4-FFF2-40B4-BE49-F238E27FC236}">
                    <a16:creationId xmlns:a16="http://schemas.microsoft.com/office/drawing/2014/main" id="{1672EEEB-2C15-0F0F-F651-4248A6A0817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t="-964" b="-89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1024671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EEB847-6747-4405-F2A6-EBB6817C3D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3 Marcador de número de diapositiva">
            <a:extLst>
              <a:ext uri="{FF2B5EF4-FFF2-40B4-BE49-F238E27FC236}">
                <a16:creationId xmlns:a16="http://schemas.microsoft.com/office/drawing/2014/main" id="{55C3E2FD-61B3-F375-C08F-30854DAD49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4E7847B6-FB90-4985-BDAD-0FC52C69182E}" type="slidenum">
              <a:rPr lang="es-ES_tradnl" noProof="0" smtClean="0"/>
              <a:pPr/>
              <a:t>31</a:t>
            </a:fld>
            <a:endParaRPr lang="es-ES_tradnl" noProof="0" dirty="0"/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3FF67532-4BB3-BCB6-F81E-5981C3A9A4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Operadores de suma</a:t>
            </a:r>
            <a:endParaRPr lang="en-US" dirty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1F0E9E99-CB4D-F956-1D56-F54FF3DF5C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_tradnl" dirty="0"/>
              <a:t>CSA (Carry </a:t>
            </a:r>
            <a:r>
              <a:rPr lang="es-ES_tradnl" dirty="0" err="1"/>
              <a:t>Select</a:t>
            </a:r>
            <a:r>
              <a:rPr lang="es-ES_tradnl" dirty="0"/>
              <a:t> </a:t>
            </a:r>
            <a:r>
              <a:rPr lang="es-ES_tradnl" dirty="0" err="1"/>
              <a:t>Adder</a:t>
            </a:r>
            <a:r>
              <a:rPr lang="es-ES_tradnl" dirty="0"/>
              <a:t>)</a:t>
            </a:r>
          </a:p>
          <a:p>
            <a:pPr lvl="1"/>
            <a:r>
              <a:rPr lang="es-ES_tradnl" dirty="0"/>
              <a:t>Acelera la operación de suma a base de invertir más circuitos</a:t>
            </a:r>
          </a:p>
          <a:p>
            <a:pPr algn="ctr"/>
            <a:endParaRPr lang="es-ES_tradnl" dirty="0"/>
          </a:p>
          <a:p>
            <a:endParaRPr lang="en-US" dirty="0"/>
          </a:p>
        </p:txBody>
      </p:sp>
      <p:pic>
        <p:nvPicPr>
          <p:cNvPr id="2" name="Picture 2" descr="Carry-select-adder-fixed-size.png">
            <a:extLst>
              <a:ext uri="{FF2B5EF4-FFF2-40B4-BE49-F238E27FC236}">
                <a16:creationId xmlns:a16="http://schemas.microsoft.com/office/drawing/2014/main" id="{27610A9C-29E8-16A7-532F-B1BECAB3EF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80037" y="4634060"/>
            <a:ext cx="8223208" cy="1963292"/>
          </a:xfrm>
          <a:prstGeom prst="rect">
            <a:avLst/>
          </a:prstGeom>
          <a:noFill/>
        </p:spPr>
      </p:pic>
      <p:pic>
        <p:nvPicPr>
          <p:cNvPr id="5" name="Picture 4" descr="Carry-select-adder-detailed-block.png">
            <a:extLst>
              <a:ext uri="{FF2B5EF4-FFF2-40B4-BE49-F238E27FC236}">
                <a16:creationId xmlns:a16="http://schemas.microsoft.com/office/drawing/2014/main" id="{C3FBF552-9C20-2397-9E4F-E865BBF800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483768" y="2309356"/>
            <a:ext cx="2520280" cy="2125437"/>
          </a:xfrm>
          <a:prstGeom prst="rect">
            <a:avLst/>
          </a:prstGeom>
          <a:noFill/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58356D4B-CF05-7617-4B80-3CD8D3DADFB1}"/>
              </a:ext>
            </a:extLst>
          </p:cNvPr>
          <p:cNvSpPr txBox="1"/>
          <p:nvPr/>
        </p:nvSpPr>
        <p:spPr>
          <a:xfrm>
            <a:off x="5724128" y="2419751"/>
            <a:ext cx="20425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600" noProof="0" dirty="0">
                <a:solidFill>
                  <a:schemeClr val="tx1"/>
                </a:solidFill>
              </a:rPr>
              <a:t>Elemento básico de </a:t>
            </a:r>
          </a:p>
          <a:p>
            <a:r>
              <a:rPr lang="es-ES_tradnl" sz="1600" noProof="0" dirty="0">
                <a:solidFill>
                  <a:schemeClr val="tx1"/>
                </a:solidFill>
              </a:rPr>
              <a:t>construcción (4 bits)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51A0CA2C-6FC7-0996-7CA2-EC421FDEB5F7}"/>
              </a:ext>
            </a:extLst>
          </p:cNvPr>
          <p:cNvSpPr txBox="1"/>
          <p:nvPr/>
        </p:nvSpPr>
        <p:spPr>
          <a:xfrm>
            <a:off x="6372200" y="3749516"/>
            <a:ext cx="196399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600" noProof="0" dirty="0">
                <a:solidFill>
                  <a:schemeClr val="tx1"/>
                </a:solidFill>
              </a:rPr>
              <a:t>Sumador de 16 bits</a:t>
            </a:r>
          </a:p>
        </p:txBody>
      </p:sp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9B4DBC21-E7A9-A22A-21D6-7550419E3002}"/>
              </a:ext>
            </a:extLst>
          </p:cNvPr>
          <p:cNvCxnSpPr/>
          <p:nvPr/>
        </p:nvCxnSpPr>
        <p:spPr bwMode="auto">
          <a:xfrm flipH="1">
            <a:off x="5076056" y="2754696"/>
            <a:ext cx="648072" cy="194552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9" name="Conector recto de flecha 8">
            <a:extLst>
              <a:ext uri="{FF2B5EF4-FFF2-40B4-BE49-F238E27FC236}">
                <a16:creationId xmlns:a16="http://schemas.microsoft.com/office/drawing/2014/main" id="{01F56402-5EC0-FBA6-E3CD-0EE9893B259C}"/>
              </a:ext>
            </a:extLst>
          </p:cNvPr>
          <p:cNvCxnSpPr/>
          <p:nvPr/>
        </p:nvCxnSpPr>
        <p:spPr bwMode="auto">
          <a:xfrm flipH="1">
            <a:off x="6876256" y="4181564"/>
            <a:ext cx="251592" cy="487288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8104332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C921E6-0892-BB8F-4A81-8FAEC1ADCC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3 Marcador de número de diapositiva">
            <a:extLst>
              <a:ext uri="{FF2B5EF4-FFF2-40B4-BE49-F238E27FC236}">
                <a16:creationId xmlns:a16="http://schemas.microsoft.com/office/drawing/2014/main" id="{9721ECB9-7665-FC06-4B90-84C13B873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4E7847B6-FB90-4985-BDAD-0FC52C69182E}" type="slidenum">
              <a:rPr lang="es-ES_tradnl" noProof="0" smtClean="0"/>
              <a:pPr/>
              <a:t>32</a:t>
            </a:fld>
            <a:endParaRPr lang="es-ES_tradnl" noProof="0" dirty="0"/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F04738EF-D822-18DB-35C5-02F34E93A3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Sumador CSA - Ejercicio</a:t>
            </a:r>
            <a:endParaRPr lang="en-US" dirty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3FC13B7-1652-D96F-2EED-0DF6C209EA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_tradnl" dirty="0"/>
              <a:t>Considera el sumador CSA para números de 16 bits en la figura. Los Full </a:t>
            </a:r>
            <a:r>
              <a:rPr lang="es-ES_tradnl" dirty="0" err="1"/>
              <a:t>Adder</a:t>
            </a:r>
            <a:r>
              <a:rPr lang="es-ES_tradnl" dirty="0"/>
              <a:t> implementan las salidas de suma S y de acarreo a partir de puertas lógicas y los multiplexores tienen un retardo de 3 niveles de puerta. Si el retardo de una puerta lógica es de </a:t>
            </a:r>
            <a:r>
              <a:rPr lang="es-ES_tradnl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s-ES_tradnl" dirty="0"/>
              <a:t>ns, indica:</a:t>
            </a:r>
          </a:p>
          <a:p>
            <a:pPr marL="82550" indent="0" algn="just">
              <a:buNone/>
            </a:pPr>
            <a:r>
              <a:rPr lang="es-ES_tradnl" dirty="0"/>
              <a:t>	</a:t>
            </a:r>
            <a:r>
              <a:rPr lang="es-ES_tradnl" sz="1800" dirty="0"/>
              <a:t>a) El tiempo necesario para hacer una suma de </a:t>
            </a:r>
            <a:r>
              <a:rPr lang="es-ES_tradnl" sz="1800" dirty="0">
                <a:latin typeface="Arial" panose="020B0604020202020204" pitchFamily="34" charset="0"/>
                <a:cs typeface="Arial" panose="020B0604020202020204" pitchFamily="34" charset="0"/>
              </a:rPr>
              <a:t>16</a:t>
            </a:r>
            <a:r>
              <a:rPr lang="es-ES_tradnl" sz="1800" dirty="0"/>
              <a:t> bits</a:t>
            </a:r>
          </a:p>
          <a:p>
            <a:pPr marL="82550" indent="0" algn="just">
              <a:buNone/>
            </a:pPr>
            <a:r>
              <a:rPr lang="es-ES_tradnl" sz="1800" dirty="0"/>
              <a:t>	b) La productividad del circuito</a:t>
            </a:r>
          </a:p>
          <a:p>
            <a:endParaRPr lang="en-US" dirty="0"/>
          </a:p>
        </p:txBody>
      </p:sp>
      <p:sp>
        <p:nvSpPr>
          <p:cNvPr id="2" name="Marcador de número de diapositiva 3">
            <a:extLst>
              <a:ext uri="{FF2B5EF4-FFF2-40B4-BE49-F238E27FC236}">
                <a16:creationId xmlns:a16="http://schemas.microsoft.com/office/drawing/2014/main" id="{69C75A68-23D2-7D13-5294-D2977A040147}"/>
              </a:ext>
            </a:extLst>
          </p:cNvPr>
          <p:cNvSpPr txBox="1">
            <a:spLocks/>
          </p:cNvSpPr>
          <p:nvPr/>
        </p:nvSpPr>
        <p:spPr>
          <a:xfrm>
            <a:off x="8686800" y="6529388"/>
            <a:ext cx="457200" cy="328612"/>
          </a:xfrm>
          <a:prstGeom prst="rect">
            <a:avLst/>
          </a:prstGeom>
        </p:spPr>
        <p:txBody>
          <a:bodyPr anchor="b"/>
          <a:lstStyle>
            <a:defPPr>
              <a:defRPr lang="es-ES_tradnl"/>
            </a:defPPr>
            <a:lvl1pPr algn="ctr" rtl="0" eaLnBrk="0" fontAlgn="base" latinLnBrk="0" hangingPunct="0">
              <a:spcBef>
                <a:spcPct val="0"/>
              </a:spcBef>
              <a:spcAft>
                <a:spcPct val="0"/>
              </a:spcAft>
              <a:buFont typeface="Wingdings" pitchFamily="48" charset="2"/>
              <a:buNone/>
              <a:defRPr lang="es-ES" sz="1000" kern="1200">
                <a:solidFill>
                  <a:schemeClr val="bg2">
                    <a:shade val="50000"/>
                    <a:satMod val="200000"/>
                  </a:schemeClr>
                </a:solidFill>
                <a:effectLst/>
                <a:latin typeface="Arial" charset="0"/>
                <a:ea typeface="ＭＳ Ｐゴシック" pitchFamily="48" charset="-128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FFFFFF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FFFFFF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FFFFFF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FFFFFF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000" kern="1200">
                <a:solidFill>
                  <a:srgbClr val="FFFFFF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000" kern="1200">
                <a:solidFill>
                  <a:srgbClr val="FFFFFF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000" kern="1200">
                <a:solidFill>
                  <a:srgbClr val="FFFFFF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000" kern="1200">
                <a:solidFill>
                  <a:srgbClr val="FFFFFF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fld id="{165D9AA3-C110-4682-A7ED-0B7E64F42347}" type="slidenum">
              <a:rPr lang="es-ES_tradnl" smtClean="0"/>
              <a:pPr/>
              <a:t>32</a:t>
            </a:fld>
            <a:endParaRPr lang="es-ES_tradnl" dirty="0"/>
          </a:p>
        </p:txBody>
      </p:sp>
      <p:pic>
        <p:nvPicPr>
          <p:cNvPr id="5" name="Picture 2" descr="Carry-select-adder-fixed-size.png">
            <a:extLst>
              <a:ext uri="{FF2B5EF4-FFF2-40B4-BE49-F238E27FC236}">
                <a16:creationId xmlns:a16="http://schemas.microsoft.com/office/drawing/2014/main" id="{7B46D5B0-B267-411A-AE7B-6C579E0101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83568" y="4202012"/>
            <a:ext cx="8223208" cy="1963292"/>
          </a:xfrm>
          <a:prstGeom prst="rect">
            <a:avLst/>
          </a:prstGeom>
          <a:noFill/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4D405FC2-848F-ACA2-4A1A-0557ACDB7413}"/>
              </a:ext>
            </a:extLst>
          </p:cNvPr>
          <p:cNvSpPr/>
          <p:nvPr/>
        </p:nvSpPr>
        <p:spPr>
          <a:xfrm>
            <a:off x="1906478" y="6269250"/>
            <a:ext cx="619268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_tradnl" noProof="0" dirty="0">
                <a:solidFill>
                  <a:srgbClr val="FF0000"/>
                </a:solidFill>
              </a:rPr>
              <a:t>Retardo </a:t>
            </a:r>
            <a:r>
              <a:rPr lang="es-ES_tradnl" noProof="0" dirty="0">
                <a:solidFill>
                  <a:srgbClr val="FF0000"/>
                </a:solidFill>
                <a:sym typeface="Symbol"/>
              </a:rPr>
              <a:t> T</a:t>
            </a:r>
            <a:r>
              <a:rPr lang="es-ES_tradnl" baseline="-25000" noProof="0" dirty="0">
                <a:solidFill>
                  <a:srgbClr val="FF0000"/>
                </a:solidFill>
                <a:sym typeface="Symbol"/>
              </a:rPr>
              <a:t>CPA</a:t>
            </a:r>
            <a:r>
              <a:rPr lang="es-ES_tradnl" noProof="0" dirty="0">
                <a:solidFill>
                  <a:srgbClr val="FF0000"/>
                </a:solidFill>
                <a:sym typeface="Symbol"/>
              </a:rPr>
              <a:t> + (N-1) </a:t>
            </a:r>
            <a:r>
              <a:rPr lang="es-ES_tradnl" noProof="0" dirty="0" err="1">
                <a:solidFill>
                  <a:srgbClr val="FF0000"/>
                </a:solidFill>
                <a:sym typeface="Symbol"/>
              </a:rPr>
              <a:t>T</a:t>
            </a:r>
            <a:r>
              <a:rPr lang="es-ES_tradnl" baseline="-25000" noProof="0" dirty="0" err="1">
                <a:solidFill>
                  <a:srgbClr val="FF0000"/>
                </a:solidFill>
                <a:sym typeface="Symbol"/>
              </a:rPr>
              <a:t>mux</a:t>
            </a:r>
            <a:r>
              <a:rPr lang="es-ES_tradnl" baseline="-25000" noProof="0" dirty="0">
                <a:solidFill>
                  <a:srgbClr val="FF0000"/>
                </a:solidFill>
                <a:sym typeface="Symbol"/>
              </a:rPr>
              <a:t> </a:t>
            </a:r>
            <a:r>
              <a:rPr lang="es-ES_tradnl" noProof="0" dirty="0">
                <a:solidFill>
                  <a:srgbClr val="FF0000"/>
                </a:solidFill>
                <a:sym typeface="Symbol"/>
              </a:rPr>
              <a:t> , N = número de bloques</a:t>
            </a:r>
            <a:endParaRPr lang="es-ES_tradnl" noProof="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8371426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ED7639-078F-7FB1-879F-1C58D1009D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3 Marcador de número de diapositiva">
            <a:extLst>
              <a:ext uri="{FF2B5EF4-FFF2-40B4-BE49-F238E27FC236}">
                <a16:creationId xmlns:a16="http://schemas.microsoft.com/office/drawing/2014/main" id="{844D2E32-9151-A047-DC70-F2B780EFFF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4E7847B6-FB90-4985-BDAD-0FC52C69182E}" type="slidenum">
              <a:rPr lang="es-ES_tradnl" noProof="0" smtClean="0"/>
              <a:pPr/>
              <a:t>33</a:t>
            </a:fld>
            <a:endParaRPr lang="es-ES_tradnl" noProof="0" dirty="0"/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3B35E3EF-1BD9-9634-1710-BD85022304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Operadores de suma</a:t>
            </a:r>
            <a:endParaRPr lang="en-US" dirty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07A0757-8C09-B644-94B9-B41D12CB30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_tradnl" dirty="0"/>
              <a:t>Cálculo del desbordamiento en la aritmética en Ca2</a:t>
            </a:r>
          </a:p>
          <a:p>
            <a:pPr lvl="1"/>
            <a:r>
              <a:rPr lang="es-ES_tradnl" dirty="0"/>
              <a:t>Se detecta cuando los bits de acarreo de orden </a:t>
            </a:r>
            <a:r>
              <a:rPr lang="es-ES_tradnl" i="1" dirty="0"/>
              <a:t>n</a:t>
            </a:r>
            <a:r>
              <a:rPr lang="es-ES_tradnl" dirty="0"/>
              <a:t> y </a:t>
            </a:r>
            <a:r>
              <a:rPr lang="es-ES_tradnl" i="1" dirty="0"/>
              <a:t>n–1</a:t>
            </a:r>
            <a:r>
              <a:rPr lang="es-ES_tradnl" dirty="0"/>
              <a:t> no son iguales</a:t>
            </a:r>
          </a:p>
          <a:p>
            <a:pPr lvl="1"/>
            <a:r>
              <a:rPr lang="es-ES_tradnl" dirty="0"/>
              <a:t>El signo del resultado </a:t>
            </a:r>
            <a:r>
              <a:rPr lang="es-ES_tradnl" i="1" dirty="0" err="1"/>
              <a:t>s</a:t>
            </a:r>
            <a:r>
              <a:rPr lang="es-ES_tradnl" b="1" i="1" baseline="-25000" dirty="0" err="1"/>
              <a:t>n</a:t>
            </a:r>
            <a:r>
              <a:rPr lang="es-ES_tradnl" b="1" i="1" baseline="-25000" dirty="0"/>
              <a:t>–1</a:t>
            </a:r>
            <a:r>
              <a:rPr lang="es-ES_tradnl" b="1" baseline="-25000" dirty="0"/>
              <a:t> </a:t>
            </a:r>
            <a:r>
              <a:rPr lang="es-ES_tradnl" dirty="0"/>
              <a:t>es incorrecto</a:t>
            </a:r>
          </a:p>
          <a:p>
            <a:endParaRPr lang="en-US" dirty="0"/>
          </a:p>
        </p:txBody>
      </p:sp>
      <p:sp>
        <p:nvSpPr>
          <p:cNvPr id="2" name="Rectangle 25">
            <a:extLst>
              <a:ext uri="{FF2B5EF4-FFF2-40B4-BE49-F238E27FC236}">
                <a16:creationId xmlns:a16="http://schemas.microsoft.com/office/drawing/2014/main" id="{FB7E2912-3AC3-DEB8-FD4A-3865F98A69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3782144"/>
            <a:ext cx="5334000" cy="914400"/>
          </a:xfrm>
          <a:prstGeom prst="rect">
            <a:avLst/>
          </a:prstGeom>
          <a:noFill/>
          <a:ln w="1270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es-ES_tradnl" sz="3200" noProof="0" dirty="0">
              <a:solidFill>
                <a:schemeClr val="tx1"/>
              </a:solidFill>
            </a:endParaRPr>
          </a:p>
        </p:txBody>
      </p:sp>
      <p:sp>
        <p:nvSpPr>
          <p:cNvPr id="5" name="Text Box 7">
            <a:extLst>
              <a:ext uri="{FF2B5EF4-FFF2-40B4-BE49-F238E27FC236}">
                <a16:creationId xmlns:a16="http://schemas.microsoft.com/office/drawing/2014/main" id="{C613ABFE-D618-9E4D-3EFA-2CB2D7C307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83375" y="3096344"/>
            <a:ext cx="417513" cy="3968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s-ES_tradnl" i="1" noProof="0" dirty="0">
                <a:solidFill>
                  <a:schemeClr val="tx1"/>
                </a:solidFill>
              </a:rPr>
              <a:t>a</a:t>
            </a:r>
            <a:r>
              <a:rPr lang="es-ES_tradnl" b="1" i="1" baseline="-25000" noProof="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6" name="Text Box 8">
            <a:extLst>
              <a:ext uri="{FF2B5EF4-FFF2-40B4-BE49-F238E27FC236}">
                <a16:creationId xmlns:a16="http://schemas.microsoft.com/office/drawing/2014/main" id="{8340C276-6420-68FE-B564-372A26B926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0" y="4696544"/>
            <a:ext cx="596900" cy="3968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s-ES_tradnl" i="1" noProof="0" dirty="0" err="1">
                <a:solidFill>
                  <a:schemeClr val="tx1"/>
                </a:solidFill>
              </a:rPr>
              <a:t>c</a:t>
            </a:r>
            <a:r>
              <a:rPr lang="es-ES_tradnl" b="1" i="1" baseline="-25000" noProof="0" dirty="0" err="1">
                <a:solidFill>
                  <a:schemeClr val="tx1"/>
                </a:solidFill>
              </a:rPr>
              <a:t>n</a:t>
            </a:r>
            <a:r>
              <a:rPr lang="es-ES_tradnl" b="1" i="1" baseline="-25000" noProof="0" dirty="0">
                <a:solidFill>
                  <a:schemeClr val="tx1"/>
                </a:solidFill>
                <a:cs typeface="Arial" charset="0"/>
              </a:rPr>
              <a:t>–1</a:t>
            </a:r>
            <a:endParaRPr lang="es-ES_tradnl" b="1" i="1" baseline="-25000" noProof="0" dirty="0">
              <a:solidFill>
                <a:schemeClr val="tx1"/>
              </a:solidFill>
            </a:endParaRPr>
          </a:p>
        </p:txBody>
      </p:sp>
      <p:sp>
        <p:nvSpPr>
          <p:cNvPr id="7" name="Text Box 9">
            <a:extLst>
              <a:ext uri="{FF2B5EF4-FFF2-40B4-BE49-F238E27FC236}">
                <a16:creationId xmlns:a16="http://schemas.microsoft.com/office/drawing/2014/main" id="{EE17A87A-B5D6-4374-BD7F-6DD7EC5A9B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40575" y="2715344"/>
            <a:ext cx="417513" cy="3968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s-ES_tradnl" i="1" noProof="0" dirty="0">
                <a:solidFill>
                  <a:schemeClr val="tx1"/>
                </a:solidFill>
              </a:rPr>
              <a:t>b</a:t>
            </a:r>
            <a:r>
              <a:rPr lang="es-ES_tradnl" b="1" i="1" baseline="-25000" noProof="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8" name="Text Box 10">
            <a:extLst>
              <a:ext uri="{FF2B5EF4-FFF2-40B4-BE49-F238E27FC236}">
                <a16:creationId xmlns:a16="http://schemas.microsoft.com/office/drawing/2014/main" id="{92F23592-C134-83B1-3F00-890231A47F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81800" y="4848944"/>
            <a:ext cx="403225" cy="3968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s-ES_tradnl" i="1" noProof="0" dirty="0">
                <a:solidFill>
                  <a:schemeClr val="tx1"/>
                </a:solidFill>
              </a:rPr>
              <a:t>s</a:t>
            </a:r>
            <a:r>
              <a:rPr lang="es-ES_tradnl" b="1" i="1" baseline="-25000" noProof="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9" name="Line 12">
            <a:extLst>
              <a:ext uri="{FF2B5EF4-FFF2-40B4-BE49-F238E27FC236}">
                <a16:creationId xmlns:a16="http://schemas.microsoft.com/office/drawing/2014/main" id="{6BC52C1F-1430-CF23-6DD2-93A766520B86}"/>
              </a:ext>
            </a:extLst>
          </p:cNvPr>
          <p:cNvSpPr>
            <a:spLocks noChangeShapeType="1"/>
          </p:cNvSpPr>
          <p:nvPr/>
        </p:nvSpPr>
        <p:spPr bwMode="auto">
          <a:xfrm>
            <a:off x="7543800" y="4239344"/>
            <a:ext cx="304800" cy="0"/>
          </a:xfrm>
          <a:prstGeom prst="line">
            <a:avLst/>
          </a:prstGeom>
          <a:noFill/>
          <a:ln w="28575">
            <a:solidFill>
              <a:schemeClr val="tx2"/>
            </a:solidFill>
            <a:round/>
            <a:headEnd type="triangle" w="med" len="med"/>
            <a:tailEnd/>
          </a:ln>
          <a:effectLst/>
        </p:spPr>
        <p:txBody>
          <a:bodyPr anchor="ctr"/>
          <a:lstStyle/>
          <a:p>
            <a:endParaRPr lang="es-ES_tradnl" noProof="0" dirty="0"/>
          </a:p>
        </p:txBody>
      </p:sp>
      <p:sp>
        <p:nvSpPr>
          <p:cNvPr id="10" name="Text Box 18">
            <a:extLst>
              <a:ext uri="{FF2B5EF4-FFF2-40B4-BE49-F238E27FC236}">
                <a16:creationId xmlns:a16="http://schemas.microsoft.com/office/drawing/2014/main" id="{89DD3F6D-A773-8EC3-5257-857595BD0D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35375" y="3096344"/>
            <a:ext cx="611188" cy="3968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s-ES_tradnl" i="1" noProof="0" dirty="0" err="1">
                <a:solidFill>
                  <a:schemeClr val="tx1"/>
                </a:solidFill>
              </a:rPr>
              <a:t>a</a:t>
            </a:r>
            <a:r>
              <a:rPr lang="es-ES_tradnl" b="1" i="1" baseline="-25000" noProof="0" dirty="0" err="1">
                <a:solidFill>
                  <a:schemeClr val="tx1"/>
                </a:solidFill>
              </a:rPr>
              <a:t>n</a:t>
            </a:r>
            <a:r>
              <a:rPr lang="es-ES_tradnl" b="1" i="1" baseline="-25000" noProof="0" dirty="0">
                <a:solidFill>
                  <a:schemeClr val="tx1"/>
                </a:solidFill>
                <a:cs typeface="Arial" charset="0"/>
              </a:rPr>
              <a:t>–2</a:t>
            </a:r>
          </a:p>
        </p:txBody>
      </p:sp>
      <p:sp>
        <p:nvSpPr>
          <p:cNvPr id="11" name="Text Box 19">
            <a:extLst>
              <a:ext uri="{FF2B5EF4-FFF2-40B4-BE49-F238E27FC236}">
                <a16:creationId xmlns:a16="http://schemas.microsoft.com/office/drawing/2014/main" id="{2FCE50DD-2B0D-BAC1-0F14-7C41668671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76738" y="2715344"/>
            <a:ext cx="611187" cy="3968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s-ES_tradnl" i="1" noProof="0" dirty="0" err="1">
                <a:solidFill>
                  <a:schemeClr val="tx1"/>
                </a:solidFill>
              </a:rPr>
              <a:t>b</a:t>
            </a:r>
            <a:r>
              <a:rPr lang="es-ES_tradnl" b="1" i="1" baseline="-25000" noProof="0" dirty="0" err="1">
                <a:solidFill>
                  <a:schemeClr val="tx1"/>
                </a:solidFill>
              </a:rPr>
              <a:t>n</a:t>
            </a:r>
            <a:r>
              <a:rPr lang="es-ES_tradnl" b="1" i="1" baseline="-25000" noProof="0" dirty="0">
                <a:solidFill>
                  <a:schemeClr val="tx1"/>
                </a:solidFill>
                <a:cs typeface="Arial" charset="0"/>
              </a:rPr>
              <a:t>–2</a:t>
            </a:r>
            <a:endParaRPr lang="es-ES_tradnl" b="1" i="1" baseline="-25000" noProof="0" dirty="0">
              <a:solidFill>
                <a:schemeClr val="tx1"/>
              </a:solidFill>
            </a:endParaRPr>
          </a:p>
        </p:txBody>
      </p:sp>
      <p:sp>
        <p:nvSpPr>
          <p:cNvPr id="12" name="Text Box 23">
            <a:extLst>
              <a:ext uri="{FF2B5EF4-FFF2-40B4-BE49-F238E27FC236}">
                <a16:creationId xmlns:a16="http://schemas.microsoft.com/office/drawing/2014/main" id="{4DA4B38B-362F-8A89-3E3F-9715BF399E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27500" y="4848944"/>
            <a:ext cx="596900" cy="3968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s-ES_tradnl" i="1" noProof="0" dirty="0" err="1">
                <a:solidFill>
                  <a:schemeClr val="tx1"/>
                </a:solidFill>
              </a:rPr>
              <a:t>s</a:t>
            </a:r>
            <a:r>
              <a:rPr lang="es-ES_tradnl" b="1" i="1" baseline="-25000" noProof="0" dirty="0" err="1">
                <a:solidFill>
                  <a:schemeClr val="tx1"/>
                </a:solidFill>
              </a:rPr>
              <a:t>n</a:t>
            </a:r>
            <a:r>
              <a:rPr lang="es-ES_tradnl" b="1" i="1" baseline="-25000" noProof="0" dirty="0">
                <a:solidFill>
                  <a:schemeClr val="tx1"/>
                </a:solidFill>
                <a:cs typeface="Arial" charset="0"/>
              </a:rPr>
              <a:t>–2</a:t>
            </a:r>
          </a:p>
        </p:txBody>
      </p:sp>
      <p:sp>
        <p:nvSpPr>
          <p:cNvPr id="13" name="Text Box 24">
            <a:extLst>
              <a:ext uri="{FF2B5EF4-FFF2-40B4-BE49-F238E27FC236}">
                <a16:creationId xmlns:a16="http://schemas.microsoft.com/office/drawing/2014/main" id="{7F016EE8-6013-AD35-3DCE-EC43F95B9B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1600" y="4696544"/>
            <a:ext cx="412750" cy="3968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s-ES_tradnl" i="1" noProof="0" dirty="0" err="1">
                <a:solidFill>
                  <a:schemeClr val="tx1"/>
                </a:solidFill>
              </a:rPr>
              <a:t>c</a:t>
            </a:r>
            <a:r>
              <a:rPr lang="es-ES_tradnl" b="1" i="1" baseline="-25000" noProof="0" dirty="0" err="1">
                <a:solidFill>
                  <a:schemeClr val="tx1"/>
                </a:solidFill>
              </a:rPr>
              <a:t>n</a:t>
            </a:r>
            <a:endParaRPr lang="es-ES_tradnl" b="1" i="1" baseline="-25000" noProof="0" dirty="0">
              <a:solidFill>
                <a:schemeClr val="tx1"/>
              </a:solidFill>
            </a:endParaRPr>
          </a:p>
        </p:txBody>
      </p:sp>
      <p:sp>
        <p:nvSpPr>
          <p:cNvPr id="14" name="Line 14">
            <a:extLst>
              <a:ext uri="{FF2B5EF4-FFF2-40B4-BE49-F238E27FC236}">
                <a16:creationId xmlns:a16="http://schemas.microsoft.com/office/drawing/2014/main" id="{D1FF8AC0-128E-839C-DA9A-B6C098D6D94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419600" y="4696544"/>
            <a:ext cx="0" cy="304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anchor="ctr"/>
          <a:lstStyle/>
          <a:p>
            <a:endParaRPr lang="es-ES_tradnl" noProof="0" dirty="0"/>
          </a:p>
        </p:txBody>
      </p:sp>
      <p:sp>
        <p:nvSpPr>
          <p:cNvPr id="15" name="Line 5">
            <a:extLst>
              <a:ext uri="{FF2B5EF4-FFF2-40B4-BE49-F238E27FC236}">
                <a16:creationId xmlns:a16="http://schemas.microsoft.com/office/drawing/2014/main" id="{6DA382A8-F18C-514C-2C03-999258CE21F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086600" y="4696544"/>
            <a:ext cx="0" cy="304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anchor="ctr"/>
          <a:lstStyle/>
          <a:p>
            <a:endParaRPr lang="es-ES_tradnl" noProof="0" dirty="0"/>
          </a:p>
        </p:txBody>
      </p:sp>
      <p:sp>
        <p:nvSpPr>
          <p:cNvPr id="16" name="Line 26">
            <a:extLst>
              <a:ext uri="{FF2B5EF4-FFF2-40B4-BE49-F238E27FC236}">
                <a16:creationId xmlns:a16="http://schemas.microsoft.com/office/drawing/2014/main" id="{B7B052DF-465C-8258-0F09-66FBEE2C319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667000" y="4696544"/>
            <a:ext cx="0" cy="304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anchor="ctr"/>
          <a:lstStyle/>
          <a:p>
            <a:endParaRPr lang="es-ES_tradnl" noProof="0" dirty="0"/>
          </a:p>
        </p:txBody>
      </p:sp>
      <p:sp>
        <p:nvSpPr>
          <p:cNvPr id="17" name="Line 15">
            <a:extLst>
              <a:ext uri="{FF2B5EF4-FFF2-40B4-BE49-F238E27FC236}">
                <a16:creationId xmlns:a16="http://schemas.microsoft.com/office/drawing/2014/main" id="{A8C3D342-20FE-DCAC-67F1-F8BF3875F46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315200" y="3096344"/>
            <a:ext cx="0" cy="68580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</p:spPr>
        <p:txBody>
          <a:bodyPr anchor="ctr"/>
          <a:lstStyle/>
          <a:p>
            <a:endParaRPr lang="es-ES_tradnl" noProof="0" dirty="0"/>
          </a:p>
        </p:txBody>
      </p:sp>
      <p:sp>
        <p:nvSpPr>
          <p:cNvPr id="18" name="Line 16">
            <a:extLst>
              <a:ext uri="{FF2B5EF4-FFF2-40B4-BE49-F238E27FC236}">
                <a16:creationId xmlns:a16="http://schemas.microsoft.com/office/drawing/2014/main" id="{ED3E38B3-7FB1-E476-E156-8EED3A8304D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648200" y="3096344"/>
            <a:ext cx="0" cy="68580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</p:spPr>
        <p:txBody>
          <a:bodyPr anchor="ctr"/>
          <a:lstStyle/>
          <a:p>
            <a:endParaRPr lang="es-ES_tradnl" noProof="0" dirty="0"/>
          </a:p>
        </p:txBody>
      </p:sp>
      <p:sp>
        <p:nvSpPr>
          <p:cNvPr id="19" name="Line 27">
            <a:extLst>
              <a:ext uri="{FF2B5EF4-FFF2-40B4-BE49-F238E27FC236}">
                <a16:creationId xmlns:a16="http://schemas.microsoft.com/office/drawing/2014/main" id="{D09DB580-9067-0E04-ECB3-C4087997864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895600" y="3096344"/>
            <a:ext cx="0" cy="68580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</p:spPr>
        <p:txBody>
          <a:bodyPr anchor="ctr"/>
          <a:lstStyle/>
          <a:p>
            <a:endParaRPr lang="es-ES_tradnl" noProof="0" dirty="0"/>
          </a:p>
        </p:txBody>
      </p:sp>
      <p:sp>
        <p:nvSpPr>
          <p:cNvPr id="20" name="Line 6">
            <a:extLst>
              <a:ext uri="{FF2B5EF4-FFF2-40B4-BE49-F238E27FC236}">
                <a16:creationId xmlns:a16="http://schemas.microsoft.com/office/drawing/2014/main" id="{072276AA-8E36-0CCB-52D3-D573A741C5F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858000" y="3477344"/>
            <a:ext cx="0" cy="30480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</p:spPr>
        <p:txBody>
          <a:bodyPr anchor="ctr"/>
          <a:lstStyle/>
          <a:p>
            <a:endParaRPr lang="es-ES_tradnl" noProof="0" dirty="0"/>
          </a:p>
        </p:txBody>
      </p:sp>
      <p:sp>
        <p:nvSpPr>
          <p:cNvPr id="21" name="Line 17">
            <a:extLst>
              <a:ext uri="{FF2B5EF4-FFF2-40B4-BE49-F238E27FC236}">
                <a16:creationId xmlns:a16="http://schemas.microsoft.com/office/drawing/2014/main" id="{FCE7F23D-8529-FA40-B4D7-DE85965BE80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191000" y="3477344"/>
            <a:ext cx="0" cy="30480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</p:spPr>
        <p:txBody>
          <a:bodyPr anchor="ctr"/>
          <a:lstStyle/>
          <a:p>
            <a:endParaRPr lang="es-ES_tradnl" noProof="0" dirty="0"/>
          </a:p>
        </p:txBody>
      </p:sp>
      <p:sp>
        <p:nvSpPr>
          <p:cNvPr id="22" name="Line 28">
            <a:extLst>
              <a:ext uri="{FF2B5EF4-FFF2-40B4-BE49-F238E27FC236}">
                <a16:creationId xmlns:a16="http://schemas.microsoft.com/office/drawing/2014/main" id="{A7D50021-D104-35A7-2DB2-684F95472CA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438400" y="3477344"/>
            <a:ext cx="0" cy="30480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</p:spPr>
        <p:txBody>
          <a:bodyPr anchor="ctr"/>
          <a:lstStyle/>
          <a:p>
            <a:endParaRPr lang="es-ES_tradnl" noProof="0" dirty="0"/>
          </a:p>
        </p:txBody>
      </p:sp>
      <p:sp>
        <p:nvSpPr>
          <p:cNvPr id="23" name="Text Box 29">
            <a:extLst>
              <a:ext uri="{FF2B5EF4-FFF2-40B4-BE49-F238E27FC236}">
                <a16:creationId xmlns:a16="http://schemas.microsoft.com/office/drawing/2014/main" id="{4818B4E7-700E-C9E1-A72E-181BFF69D7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66938" y="3096344"/>
            <a:ext cx="611187" cy="3968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s-ES_tradnl" i="1" noProof="0" dirty="0" err="1">
                <a:solidFill>
                  <a:schemeClr val="tx1"/>
                </a:solidFill>
              </a:rPr>
              <a:t>a</a:t>
            </a:r>
            <a:r>
              <a:rPr lang="es-ES_tradnl" b="1" i="1" baseline="-25000" noProof="0" dirty="0" err="1">
                <a:solidFill>
                  <a:schemeClr val="tx1"/>
                </a:solidFill>
              </a:rPr>
              <a:t>n</a:t>
            </a:r>
            <a:r>
              <a:rPr lang="es-ES_tradnl" b="1" i="1" baseline="-25000" noProof="0" dirty="0">
                <a:solidFill>
                  <a:schemeClr val="tx1"/>
                </a:solidFill>
                <a:cs typeface="Arial" charset="0"/>
              </a:rPr>
              <a:t>–1</a:t>
            </a:r>
          </a:p>
        </p:txBody>
      </p:sp>
      <p:sp>
        <p:nvSpPr>
          <p:cNvPr id="24" name="Text Box 30">
            <a:extLst>
              <a:ext uri="{FF2B5EF4-FFF2-40B4-BE49-F238E27FC236}">
                <a16:creationId xmlns:a16="http://schemas.microsoft.com/office/drawing/2014/main" id="{AA984258-B567-9A8E-41DF-171F69E594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24138" y="2715344"/>
            <a:ext cx="611187" cy="3968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s-ES_tradnl" i="1" noProof="0" dirty="0" err="1">
                <a:solidFill>
                  <a:schemeClr val="tx1"/>
                </a:solidFill>
              </a:rPr>
              <a:t>b</a:t>
            </a:r>
            <a:r>
              <a:rPr lang="es-ES_tradnl" b="1" i="1" baseline="-25000" noProof="0" dirty="0" err="1">
                <a:solidFill>
                  <a:schemeClr val="tx1"/>
                </a:solidFill>
              </a:rPr>
              <a:t>n</a:t>
            </a:r>
            <a:r>
              <a:rPr lang="es-ES_tradnl" b="1" i="1" baseline="-25000" noProof="0" dirty="0">
                <a:solidFill>
                  <a:schemeClr val="tx1"/>
                </a:solidFill>
                <a:cs typeface="Arial" charset="0"/>
              </a:rPr>
              <a:t>–1</a:t>
            </a:r>
            <a:endParaRPr lang="es-ES_tradnl" b="1" i="1" baseline="-25000" noProof="0" dirty="0">
              <a:solidFill>
                <a:schemeClr val="tx1"/>
              </a:solidFill>
            </a:endParaRPr>
          </a:p>
        </p:txBody>
      </p:sp>
      <p:sp>
        <p:nvSpPr>
          <p:cNvPr id="25" name="Line 31">
            <a:extLst>
              <a:ext uri="{FF2B5EF4-FFF2-40B4-BE49-F238E27FC236}">
                <a16:creationId xmlns:a16="http://schemas.microsoft.com/office/drawing/2014/main" id="{49E6E60C-FF68-1020-38AE-F2425A463485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0" y="4239344"/>
            <a:ext cx="685800" cy="0"/>
          </a:xfrm>
          <a:prstGeom prst="line">
            <a:avLst/>
          </a:prstGeom>
          <a:noFill/>
          <a:ln w="28575">
            <a:solidFill>
              <a:schemeClr val="tx2"/>
            </a:solidFill>
            <a:round/>
            <a:headEnd type="triangle" w="med" len="med"/>
            <a:tailEnd/>
          </a:ln>
          <a:effectLst/>
        </p:spPr>
        <p:txBody>
          <a:bodyPr anchor="ctr"/>
          <a:lstStyle/>
          <a:p>
            <a:endParaRPr lang="es-ES_tradnl" noProof="0" dirty="0"/>
          </a:p>
        </p:txBody>
      </p:sp>
      <p:sp>
        <p:nvSpPr>
          <p:cNvPr id="26" name="Text Box 32">
            <a:extLst>
              <a:ext uri="{FF2B5EF4-FFF2-40B4-BE49-F238E27FC236}">
                <a16:creationId xmlns:a16="http://schemas.microsoft.com/office/drawing/2014/main" id="{7693FB12-4CF8-CA4F-4ED0-D833D2F27D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74900" y="4848944"/>
            <a:ext cx="596900" cy="3968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s-ES_tradnl" i="1" noProof="0" dirty="0" err="1">
                <a:solidFill>
                  <a:schemeClr val="tx1"/>
                </a:solidFill>
              </a:rPr>
              <a:t>s</a:t>
            </a:r>
            <a:r>
              <a:rPr lang="es-ES_tradnl" b="1" i="1" baseline="-25000" noProof="0" dirty="0" err="1">
                <a:solidFill>
                  <a:schemeClr val="tx1"/>
                </a:solidFill>
              </a:rPr>
              <a:t>n</a:t>
            </a:r>
            <a:r>
              <a:rPr lang="es-ES_tradnl" b="1" i="1" baseline="-25000" noProof="0" dirty="0">
                <a:solidFill>
                  <a:schemeClr val="tx1"/>
                </a:solidFill>
                <a:cs typeface="Arial" charset="0"/>
              </a:rPr>
              <a:t>–1</a:t>
            </a:r>
          </a:p>
        </p:txBody>
      </p:sp>
      <p:grpSp>
        <p:nvGrpSpPr>
          <p:cNvPr id="27" name="Group 35">
            <a:extLst>
              <a:ext uri="{FF2B5EF4-FFF2-40B4-BE49-F238E27FC236}">
                <a16:creationId xmlns:a16="http://schemas.microsoft.com/office/drawing/2014/main" id="{65173D04-743D-CCFE-08ED-C8D3E89A5DE4}"/>
              </a:ext>
            </a:extLst>
          </p:cNvPr>
          <p:cNvGrpSpPr>
            <a:grpSpLocks/>
          </p:cNvGrpSpPr>
          <p:nvPr/>
        </p:nvGrpSpPr>
        <p:grpSpPr bwMode="auto">
          <a:xfrm rot="16200000" flipH="1" flipV="1">
            <a:off x="2390775" y="5687144"/>
            <a:ext cx="685800" cy="533400"/>
            <a:chOff x="3264" y="3312"/>
            <a:chExt cx="678" cy="900"/>
          </a:xfrm>
        </p:grpSpPr>
        <p:sp>
          <p:nvSpPr>
            <p:cNvPr id="28" name="Freeform 36">
              <a:extLst>
                <a:ext uri="{FF2B5EF4-FFF2-40B4-BE49-F238E27FC236}">
                  <a16:creationId xmlns:a16="http://schemas.microsoft.com/office/drawing/2014/main" id="{F9A19B9B-1391-683D-EE10-799E65538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3576" y="3749"/>
              <a:ext cx="366" cy="463"/>
            </a:xfrm>
            <a:custGeom>
              <a:avLst/>
              <a:gdLst/>
              <a:ahLst/>
              <a:cxnLst>
                <a:cxn ang="0">
                  <a:pos x="0" y="199"/>
                </a:cxn>
                <a:cxn ang="0">
                  <a:pos x="0" y="199"/>
                </a:cxn>
                <a:cxn ang="0">
                  <a:pos x="0" y="199"/>
                </a:cxn>
                <a:cxn ang="0">
                  <a:pos x="0" y="199"/>
                </a:cxn>
                <a:cxn ang="0">
                  <a:pos x="0" y="199"/>
                </a:cxn>
                <a:cxn ang="0">
                  <a:pos x="0" y="199"/>
                </a:cxn>
                <a:cxn ang="0">
                  <a:pos x="0" y="199"/>
                </a:cxn>
                <a:cxn ang="0">
                  <a:pos x="27" y="199"/>
                </a:cxn>
                <a:cxn ang="0">
                  <a:pos x="53" y="196"/>
                </a:cxn>
                <a:cxn ang="0">
                  <a:pos x="79" y="192"/>
                </a:cxn>
                <a:cxn ang="0">
                  <a:pos x="105" y="186"/>
                </a:cxn>
                <a:cxn ang="0">
                  <a:pos x="130" y="178"/>
                </a:cxn>
                <a:cxn ang="0">
                  <a:pos x="155" y="168"/>
                </a:cxn>
                <a:cxn ang="0">
                  <a:pos x="179" y="158"/>
                </a:cxn>
                <a:cxn ang="0">
                  <a:pos x="202" y="145"/>
                </a:cxn>
                <a:cxn ang="0">
                  <a:pos x="223" y="132"/>
                </a:cxn>
                <a:cxn ang="0">
                  <a:pos x="245" y="117"/>
                </a:cxn>
                <a:cxn ang="0">
                  <a:pos x="265" y="101"/>
                </a:cxn>
                <a:cxn ang="0">
                  <a:pos x="284" y="82"/>
                </a:cxn>
                <a:cxn ang="0">
                  <a:pos x="302" y="64"/>
                </a:cxn>
                <a:cxn ang="0">
                  <a:pos x="319" y="43"/>
                </a:cxn>
                <a:cxn ang="0">
                  <a:pos x="334" y="22"/>
                </a:cxn>
                <a:cxn ang="0">
                  <a:pos x="348" y="0"/>
                </a:cxn>
              </a:cxnLst>
              <a:rect l="0" t="0" r="r" b="b"/>
              <a:pathLst>
                <a:path w="349" h="200">
                  <a:moveTo>
                    <a:pt x="0" y="199"/>
                  </a:moveTo>
                  <a:lnTo>
                    <a:pt x="0" y="199"/>
                  </a:lnTo>
                  <a:lnTo>
                    <a:pt x="0" y="199"/>
                  </a:lnTo>
                  <a:lnTo>
                    <a:pt x="0" y="199"/>
                  </a:lnTo>
                  <a:lnTo>
                    <a:pt x="0" y="199"/>
                  </a:lnTo>
                  <a:lnTo>
                    <a:pt x="0" y="199"/>
                  </a:lnTo>
                  <a:lnTo>
                    <a:pt x="0" y="199"/>
                  </a:lnTo>
                  <a:lnTo>
                    <a:pt x="27" y="199"/>
                  </a:lnTo>
                  <a:lnTo>
                    <a:pt x="53" y="196"/>
                  </a:lnTo>
                  <a:lnTo>
                    <a:pt x="79" y="192"/>
                  </a:lnTo>
                  <a:lnTo>
                    <a:pt x="105" y="186"/>
                  </a:lnTo>
                  <a:lnTo>
                    <a:pt x="130" y="178"/>
                  </a:lnTo>
                  <a:lnTo>
                    <a:pt x="155" y="168"/>
                  </a:lnTo>
                  <a:lnTo>
                    <a:pt x="179" y="158"/>
                  </a:lnTo>
                  <a:lnTo>
                    <a:pt x="202" y="145"/>
                  </a:lnTo>
                  <a:lnTo>
                    <a:pt x="223" y="132"/>
                  </a:lnTo>
                  <a:lnTo>
                    <a:pt x="245" y="117"/>
                  </a:lnTo>
                  <a:lnTo>
                    <a:pt x="265" y="101"/>
                  </a:lnTo>
                  <a:lnTo>
                    <a:pt x="284" y="82"/>
                  </a:lnTo>
                  <a:lnTo>
                    <a:pt x="302" y="64"/>
                  </a:lnTo>
                  <a:lnTo>
                    <a:pt x="319" y="43"/>
                  </a:lnTo>
                  <a:lnTo>
                    <a:pt x="334" y="22"/>
                  </a:lnTo>
                  <a:lnTo>
                    <a:pt x="348" y="0"/>
                  </a:lnTo>
                </a:path>
              </a:pathLst>
            </a:custGeom>
            <a:noFill/>
            <a:ln w="25400" cap="rnd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endParaRPr lang="es-ES_tradnl" noProof="0" dirty="0"/>
            </a:p>
          </p:txBody>
        </p:sp>
        <p:sp>
          <p:nvSpPr>
            <p:cNvPr id="29" name="Line 37">
              <a:extLst>
                <a:ext uri="{FF2B5EF4-FFF2-40B4-BE49-F238E27FC236}">
                  <a16:creationId xmlns:a16="http://schemas.microsoft.com/office/drawing/2014/main" id="{C3737315-5A5E-00A1-FAA5-A5E9B239927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313" y="4210"/>
              <a:ext cx="26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s-ES_tradnl" noProof="0" dirty="0"/>
            </a:p>
          </p:txBody>
        </p:sp>
        <p:sp>
          <p:nvSpPr>
            <p:cNvPr id="30" name="Freeform 38">
              <a:extLst>
                <a:ext uri="{FF2B5EF4-FFF2-40B4-BE49-F238E27FC236}">
                  <a16:creationId xmlns:a16="http://schemas.microsoft.com/office/drawing/2014/main" id="{06F33679-1C84-4E40-3707-6E21630BDC8B}"/>
                </a:ext>
              </a:extLst>
            </p:cNvPr>
            <p:cNvSpPr>
              <a:spLocks/>
            </p:cNvSpPr>
            <p:nvPr/>
          </p:nvSpPr>
          <p:spPr bwMode="auto">
            <a:xfrm>
              <a:off x="3312" y="3762"/>
              <a:ext cx="87" cy="448"/>
            </a:xfrm>
            <a:custGeom>
              <a:avLst/>
              <a:gdLst/>
              <a:ahLst/>
              <a:cxnLst>
                <a:cxn ang="0">
                  <a:pos x="0" y="192"/>
                </a:cxn>
                <a:cxn ang="0">
                  <a:pos x="0" y="192"/>
                </a:cxn>
                <a:cxn ang="0">
                  <a:pos x="9" y="182"/>
                </a:cxn>
                <a:cxn ang="0">
                  <a:pos x="18" y="172"/>
                </a:cxn>
                <a:cxn ang="0">
                  <a:pos x="27" y="161"/>
                </a:cxn>
                <a:cxn ang="0">
                  <a:pos x="34" y="151"/>
                </a:cxn>
                <a:cxn ang="0">
                  <a:pos x="42" y="139"/>
                </a:cxn>
                <a:cxn ang="0">
                  <a:pos x="48" y="128"/>
                </a:cxn>
                <a:cxn ang="0">
                  <a:pos x="55" y="116"/>
                </a:cxn>
                <a:cxn ang="0">
                  <a:pos x="60" y="103"/>
                </a:cxn>
                <a:cxn ang="0">
                  <a:pos x="65" y="91"/>
                </a:cxn>
                <a:cxn ang="0">
                  <a:pos x="70" y="78"/>
                </a:cxn>
                <a:cxn ang="0">
                  <a:pos x="73" y="65"/>
                </a:cxn>
                <a:cxn ang="0">
                  <a:pos x="76" y="53"/>
                </a:cxn>
                <a:cxn ang="0">
                  <a:pos x="79" y="39"/>
                </a:cxn>
                <a:cxn ang="0">
                  <a:pos x="81" y="26"/>
                </a:cxn>
                <a:cxn ang="0">
                  <a:pos x="82" y="13"/>
                </a:cxn>
                <a:cxn ang="0">
                  <a:pos x="82" y="0"/>
                </a:cxn>
              </a:cxnLst>
              <a:rect l="0" t="0" r="r" b="b"/>
              <a:pathLst>
                <a:path w="83" h="193">
                  <a:moveTo>
                    <a:pt x="0" y="192"/>
                  </a:moveTo>
                  <a:lnTo>
                    <a:pt x="0" y="192"/>
                  </a:lnTo>
                  <a:lnTo>
                    <a:pt x="9" y="182"/>
                  </a:lnTo>
                  <a:lnTo>
                    <a:pt x="18" y="172"/>
                  </a:lnTo>
                  <a:lnTo>
                    <a:pt x="27" y="161"/>
                  </a:lnTo>
                  <a:lnTo>
                    <a:pt x="34" y="151"/>
                  </a:lnTo>
                  <a:lnTo>
                    <a:pt x="42" y="139"/>
                  </a:lnTo>
                  <a:lnTo>
                    <a:pt x="48" y="128"/>
                  </a:lnTo>
                  <a:lnTo>
                    <a:pt x="55" y="116"/>
                  </a:lnTo>
                  <a:lnTo>
                    <a:pt x="60" y="103"/>
                  </a:lnTo>
                  <a:lnTo>
                    <a:pt x="65" y="91"/>
                  </a:lnTo>
                  <a:lnTo>
                    <a:pt x="70" y="78"/>
                  </a:lnTo>
                  <a:lnTo>
                    <a:pt x="73" y="65"/>
                  </a:lnTo>
                  <a:lnTo>
                    <a:pt x="76" y="53"/>
                  </a:lnTo>
                  <a:lnTo>
                    <a:pt x="79" y="39"/>
                  </a:lnTo>
                  <a:lnTo>
                    <a:pt x="81" y="26"/>
                  </a:lnTo>
                  <a:lnTo>
                    <a:pt x="82" y="13"/>
                  </a:lnTo>
                  <a:lnTo>
                    <a:pt x="82" y="0"/>
                  </a:lnTo>
                </a:path>
              </a:pathLst>
            </a:custGeom>
            <a:noFill/>
            <a:ln w="25400" cap="rnd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endParaRPr lang="es-ES_tradnl" noProof="0" dirty="0"/>
            </a:p>
          </p:txBody>
        </p:sp>
        <p:sp>
          <p:nvSpPr>
            <p:cNvPr id="31" name="Freeform 39">
              <a:extLst>
                <a:ext uri="{FF2B5EF4-FFF2-40B4-BE49-F238E27FC236}">
                  <a16:creationId xmlns:a16="http://schemas.microsoft.com/office/drawing/2014/main" id="{8A1C93C2-0CE7-973C-40FD-76BC0A172E95}"/>
                </a:ext>
              </a:extLst>
            </p:cNvPr>
            <p:cNvSpPr>
              <a:spLocks/>
            </p:cNvSpPr>
            <p:nvPr/>
          </p:nvSpPr>
          <p:spPr bwMode="auto">
            <a:xfrm>
              <a:off x="3312" y="3314"/>
              <a:ext cx="87" cy="450"/>
            </a:xfrm>
            <a:custGeom>
              <a:avLst/>
              <a:gdLst/>
              <a:ahLst/>
              <a:cxnLst>
                <a:cxn ang="0">
                  <a:pos x="82" y="193"/>
                </a:cxn>
                <a:cxn ang="0">
                  <a:pos x="82" y="193"/>
                </a:cxn>
                <a:cxn ang="0">
                  <a:pos x="82" y="179"/>
                </a:cxn>
                <a:cxn ang="0">
                  <a:pos x="81" y="166"/>
                </a:cxn>
                <a:cxn ang="0">
                  <a:pos x="79" y="153"/>
                </a:cxn>
                <a:cxn ang="0">
                  <a:pos x="76" y="139"/>
                </a:cxn>
                <a:cxn ang="0">
                  <a:pos x="73" y="127"/>
                </a:cxn>
                <a:cxn ang="0">
                  <a:pos x="70" y="114"/>
                </a:cxn>
                <a:cxn ang="0">
                  <a:pos x="65" y="101"/>
                </a:cxn>
                <a:cxn ang="0">
                  <a:pos x="60" y="89"/>
                </a:cxn>
                <a:cxn ang="0">
                  <a:pos x="55" y="76"/>
                </a:cxn>
                <a:cxn ang="0">
                  <a:pos x="48" y="64"/>
                </a:cxn>
                <a:cxn ang="0">
                  <a:pos x="42" y="53"/>
                </a:cxn>
                <a:cxn ang="0">
                  <a:pos x="34" y="41"/>
                </a:cxn>
                <a:cxn ang="0">
                  <a:pos x="27" y="31"/>
                </a:cxn>
                <a:cxn ang="0">
                  <a:pos x="18" y="20"/>
                </a:cxn>
                <a:cxn ang="0">
                  <a:pos x="9" y="10"/>
                </a:cxn>
                <a:cxn ang="0">
                  <a:pos x="0" y="0"/>
                </a:cxn>
              </a:cxnLst>
              <a:rect l="0" t="0" r="r" b="b"/>
              <a:pathLst>
                <a:path w="83" h="194">
                  <a:moveTo>
                    <a:pt x="82" y="193"/>
                  </a:moveTo>
                  <a:lnTo>
                    <a:pt x="82" y="193"/>
                  </a:lnTo>
                  <a:lnTo>
                    <a:pt x="82" y="179"/>
                  </a:lnTo>
                  <a:lnTo>
                    <a:pt x="81" y="166"/>
                  </a:lnTo>
                  <a:lnTo>
                    <a:pt x="79" y="153"/>
                  </a:lnTo>
                  <a:lnTo>
                    <a:pt x="76" y="139"/>
                  </a:lnTo>
                  <a:lnTo>
                    <a:pt x="73" y="127"/>
                  </a:lnTo>
                  <a:lnTo>
                    <a:pt x="70" y="114"/>
                  </a:lnTo>
                  <a:lnTo>
                    <a:pt x="65" y="101"/>
                  </a:lnTo>
                  <a:lnTo>
                    <a:pt x="60" y="89"/>
                  </a:lnTo>
                  <a:lnTo>
                    <a:pt x="55" y="76"/>
                  </a:lnTo>
                  <a:lnTo>
                    <a:pt x="48" y="64"/>
                  </a:lnTo>
                  <a:lnTo>
                    <a:pt x="42" y="53"/>
                  </a:lnTo>
                  <a:lnTo>
                    <a:pt x="34" y="41"/>
                  </a:lnTo>
                  <a:lnTo>
                    <a:pt x="27" y="31"/>
                  </a:lnTo>
                  <a:lnTo>
                    <a:pt x="18" y="20"/>
                  </a:lnTo>
                  <a:lnTo>
                    <a:pt x="9" y="10"/>
                  </a:lnTo>
                  <a:lnTo>
                    <a:pt x="0" y="0"/>
                  </a:lnTo>
                </a:path>
              </a:pathLst>
            </a:custGeom>
            <a:noFill/>
            <a:ln w="25400" cap="rnd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endParaRPr lang="es-ES_tradnl" noProof="0" dirty="0"/>
            </a:p>
          </p:txBody>
        </p:sp>
        <p:sp>
          <p:nvSpPr>
            <p:cNvPr id="32" name="Line 40">
              <a:extLst>
                <a:ext uri="{FF2B5EF4-FFF2-40B4-BE49-F238E27FC236}">
                  <a16:creationId xmlns:a16="http://schemas.microsoft.com/office/drawing/2014/main" id="{EF52D0C3-B300-4640-632E-27D18FDF402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3" y="3312"/>
              <a:ext cx="26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s-ES_tradnl" noProof="0" dirty="0"/>
            </a:p>
          </p:txBody>
        </p:sp>
        <p:sp>
          <p:nvSpPr>
            <p:cNvPr id="33" name="Freeform 41">
              <a:extLst>
                <a:ext uri="{FF2B5EF4-FFF2-40B4-BE49-F238E27FC236}">
                  <a16:creationId xmlns:a16="http://schemas.microsoft.com/office/drawing/2014/main" id="{750BF960-1288-F217-0574-5C2E3F43E5FD}"/>
                </a:ext>
              </a:extLst>
            </p:cNvPr>
            <p:cNvSpPr>
              <a:spLocks/>
            </p:cNvSpPr>
            <p:nvPr/>
          </p:nvSpPr>
          <p:spPr bwMode="auto">
            <a:xfrm>
              <a:off x="3576" y="3312"/>
              <a:ext cx="366" cy="463"/>
            </a:xfrm>
            <a:custGeom>
              <a:avLst/>
              <a:gdLst/>
              <a:ahLst/>
              <a:cxnLst>
                <a:cxn ang="0">
                  <a:pos x="348" y="199"/>
                </a:cxn>
                <a:cxn ang="0">
                  <a:pos x="348" y="199"/>
                </a:cxn>
                <a:cxn ang="0">
                  <a:pos x="334" y="177"/>
                </a:cxn>
                <a:cxn ang="0">
                  <a:pos x="319" y="156"/>
                </a:cxn>
                <a:cxn ang="0">
                  <a:pos x="302" y="135"/>
                </a:cxn>
                <a:cxn ang="0">
                  <a:pos x="284" y="117"/>
                </a:cxn>
                <a:cxn ang="0">
                  <a:pos x="265" y="98"/>
                </a:cxn>
                <a:cxn ang="0">
                  <a:pos x="245" y="82"/>
                </a:cxn>
                <a:cxn ang="0">
                  <a:pos x="223" y="67"/>
                </a:cxn>
                <a:cxn ang="0">
                  <a:pos x="202" y="54"/>
                </a:cxn>
                <a:cxn ang="0">
                  <a:pos x="179" y="41"/>
                </a:cxn>
                <a:cxn ang="0">
                  <a:pos x="155" y="31"/>
                </a:cxn>
                <a:cxn ang="0">
                  <a:pos x="130" y="21"/>
                </a:cxn>
                <a:cxn ang="0">
                  <a:pos x="105" y="13"/>
                </a:cxn>
                <a:cxn ang="0">
                  <a:pos x="79" y="7"/>
                </a:cxn>
                <a:cxn ang="0">
                  <a:pos x="53" y="3"/>
                </a:cxn>
                <a:cxn ang="0">
                  <a:pos x="27" y="0"/>
                </a:cxn>
                <a:cxn ang="0">
                  <a:pos x="0" y="0"/>
                </a:cxn>
              </a:cxnLst>
              <a:rect l="0" t="0" r="r" b="b"/>
              <a:pathLst>
                <a:path w="349" h="200">
                  <a:moveTo>
                    <a:pt x="348" y="199"/>
                  </a:moveTo>
                  <a:lnTo>
                    <a:pt x="348" y="199"/>
                  </a:lnTo>
                  <a:lnTo>
                    <a:pt x="334" y="177"/>
                  </a:lnTo>
                  <a:lnTo>
                    <a:pt x="319" y="156"/>
                  </a:lnTo>
                  <a:lnTo>
                    <a:pt x="302" y="135"/>
                  </a:lnTo>
                  <a:lnTo>
                    <a:pt x="284" y="117"/>
                  </a:lnTo>
                  <a:lnTo>
                    <a:pt x="265" y="98"/>
                  </a:lnTo>
                  <a:lnTo>
                    <a:pt x="245" y="82"/>
                  </a:lnTo>
                  <a:lnTo>
                    <a:pt x="223" y="67"/>
                  </a:lnTo>
                  <a:lnTo>
                    <a:pt x="202" y="54"/>
                  </a:lnTo>
                  <a:lnTo>
                    <a:pt x="179" y="41"/>
                  </a:lnTo>
                  <a:lnTo>
                    <a:pt x="155" y="31"/>
                  </a:lnTo>
                  <a:lnTo>
                    <a:pt x="130" y="21"/>
                  </a:lnTo>
                  <a:lnTo>
                    <a:pt x="105" y="13"/>
                  </a:lnTo>
                  <a:lnTo>
                    <a:pt x="79" y="7"/>
                  </a:lnTo>
                  <a:lnTo>
                    <a:pt x="53" y="3"/>
                  </a:lnTo>
                  <a:lnTo>
                    <a:pt x="27" y="0"/>
                  </a:lnTo>
                  <a:lnTo>
                    <a:pt x="0" y="0"/>
                  </a:lnTo>
                </a:path>
              </a:pathLst>
            </a:custGeom>
            <a:noFill/>
            <a:ln w="25400" cap="rnd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endParaRPr lang="es-ES_tradnl" noProof="0" dirty="0"/>
            </a:p>
          </p:txBody>
        </p:sp>
        <p:sp>
          <p:nvSpPr>
            <p:cNvPr id="34" name="Freeform 42">
              <a:extLst>
                <a:ext uri="{FF2B5EF4-FFF2-40B4-BE49-F238E27FC236}">
                  <a16:creationId xmlns:a16="http://schemas.microsoft.com/office/drawing/2014/main" id="{C612E318-CEA9-91DD-A7FE-3BE9A6EF4633}"/>
                </a:ext>
              </a:extLst>
            </p:cNvPr>
            <p:cNvSpPr>
              <a:spLocks/>
            </p:cNvSpPr>
            <p:nvPr/>
          </p:nvSpPr>
          <p:spPr bwMode="auto">
            <a:xfrm>
              <a:off x="3264" y="3760"/>
              <a:ext cx="87" cy="448"/>
            </a:xfrm>
            <a:custGeom>
              <a:avLst/>
              <a:gdLst/>
              <a:ahLst/>
              <a:cxnLst>
                <a:cxn ang="0">
                  <a:pos x="0" y="192"/>
                </a:cxn>
                <a:cxn ang="0">
                  <a:pos x="0" y="192"/>
                </a:cxn>
                <a:cxn ang="0">
                  <a:pos x="9" y="182"/>
                </a:cxn>
                <a:cxn ang="0">
                  <a:pos x="18" y="172"/>
                </a:cxn>
                <a:cxn ang="0">
                  <a:pos x="27" y="161"/>
                </a:cxn>
                <a:cxn ang="0">
                  <a:pos x="34" y="151"/>
                </a:cxn>
                <a:cxn ang="0">
                  <a:pos x="42" y="139"/>
                </a:cxn>
                <a:cxn ang="0">
                  <a:pos x="48" y="128"/>
                </a:cxn>
                <a:cxn ang="0">
                  <a:pos x="55" y="116"/>
                </a:cxn>
                <a:cxn ang="0">
                  <a:pos x="60" y="103"/>
                </a:cxn>
                <a:cxn ang="0">
                  <a:pos x="65" y="91"/>
                </a:cxn>
                <a:cxn ang="0">
                  <a:pos x="70" y="78"/>
                </a:cxn>
                <a:cxn ang="0">
                  <a:pos x="73" y="65"/>
                </a:cxn>
                <a:cxn ang="0">
                  <a:pos x="76" y="53"/>
                </a:cxn>
                <a:cxn ang="0">
                  <a:pos x="79" y="39"/>
                </a:cxn>
                <a:cxn ang="0">
                  <a:pos x="81" y="26"/>
                </a:cxn>
                <a:cxn ang="0">
                  <a:pos x="82" y="13"/>
                </a:cxn>
                <a:cxn ang="0">
                  <a:pos x="82" y="0"/>
                </a:cxn>
              </a:cxnLst>
              <a:rect l="0" t="0" r="r" b="b"/>
              <a:pathLst>
                <a:path w="83" h="193">
                  <a:moveTo>
                    <a:pt x="0" y="192"/>
                  </a:moveTo>
                  <a:lnTo>
                    <a:pt x="0" y="192"/>
                  </a:lnTo>
                  <a:lnTo>
                    <a:pt x="9" y="182"/>
                  </a:lnTo>
                  <a:lnTo>
                    <a:pt x="18" y="172"/>
                  </a:lnTo>
                  <a:lnTo>
                    <a:pt x="27" y="161"/>
                  </a:lnTo>
                  <a:lnTo>
                    <a:pt x="34" y="151"/>
                  </a:lnTo>
                  <a:lnTo>
                    <a:pt x="42" y="139"/>
                  </a:lnTo>
                  <a:lnTo>
                    <a:pt x="48" y="128"/>
                  </a:lnTo>
                  <a:lnTo>
                    <a:pt x="55" y="116"/>
                  </a:lnTo>
                  <a:lnTo>
                    <a:pt x="60" y="103"/>
                  </a:lnTo>
                  <a:lnTo>
                    <a:pt x="65" y="91"/>
                  </a:lnTo>
                  <a:lnTo>
                    <a:pt x="70" y="78"/>
                  </a:lnTo>
                  <a:lnTo>
                    <a:pt x="73" y="65"/>
                  </a:lnTo>
                  <a:lnTo>
                    <a:pt x="76" y="53"/>
                  </a:lnTo>
                  <a:lnTo>
                    <a:pt x="79" y="39"/>
                  </a:lnTo>
                  <a:lnTo>
                    <a:pt x="81" y="26"/>
                  </a:lnTo>
                  <a:lnTo>
                    <a:pt x="82" y="13"/>
                  </a:lnTo>
                  <a:lnTo>
                    <a:pt x="82" y="0"/>
                  </a:lnTo>
                </a:path>
              </a:pathLst>
            </a:custGeom>
            <a:noFill/>
            <a:ln w="25400" cap="rnd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endParaRPr lang="es-ES_tradnl" noProof="0" dirty="0"/>
            </a:p>
          </p:txBody>
        </p:sp>
        <p:sp>
          <p:nvSpPr>
            <p:cNvPr id="35" name="Freeform 43">
              <a:extLst>
                <a:ext uri="{FF2B5EF4-FFF2-40B4-BE49-F238E27FC236}">
                  <a16:creationId xmlns:a16="http://schemas.microsoft.com/office/drawing/2014/main" id="{E11433DA-BC25-1E35-70ED-3CFB8BC399E6}"/>
                </a:ext>
              </a:extLst>
            </p:cNvPr>
            <p:cNvSpPr>
              <a:spLocks/>
            </p:cNvSpPr>
            <p:nvPr/>
          </p:nvSpPr>
          <p:spPr bwMode="auto">
            <a:xfrm>
              <a:off x="3264" y="3312"/>
              <a:ext cx="87" cy="450"/>
            </a:xfrm>
            <a:custGeom>
              <a:avLst/>
              <a:gdLst/>
              <a:ahLst/>
              <a:cxnLst>
                <a:cxn ang="0">
                  <a:pos x="82" y="193"/>
                </a:cxn>
                <a:cxn ang="0">
                  <a:pos x="82" y="193"/>
                </a:cxn>
                <a:cxn ang="0">
                  <a:pos x="82" y="179"/>
                </a:cxn>
                <a:cxn ang="0">
                  <a:pos x="81" y="166"/>
                </a:cxn>
                <a:cxn ang="0">
                  <a:pos x="79" y="153"/>
                </a:cxn>
                <a:cxn ang="0">
                  <a:pos x="76" y="139"/>
                </a:cxn>
                <a:cxn ang="0">
                  <a:pos x="73" y="127"/>
                </a:cxn>
                <a:cxn ang="0">
                  <a:pos x="70" y="114"/>
                </a:cxn>
                <a:cxn ang="0">
                  <a:pos x="65" y="101"/>
                </a:cxn>
                <a:cxn ang="0">
                  <a:pos x="60" y="89"/>
                </a:cxn>
                <a:cxn ang="0">
                  <a:pos x="55" y="76"/>
                </a:cxn>
                <a:cxn ang="0">
                  <a:pos x="48" y="64"/>
                </a:cxn>
                <a:cxn ang="0">
                  <a:pos x="42" y="53"/>
                </a:cxn>
                <a:cxn ang="0">
                  <a:pos x="34" y="41"/>
                </a:cxn>
                <a:cxn ang="0">
                  <a:pos x="27" y="31"/>
                </a:cxn>
                <a:cxn ang="0">
                  <a:pos x="18" y="20"/>
                </a:cxn>
                <a:cxn ang="0">
                  <a:pos x="9" y="10"/>
                </a:cxn>
                <a:cxn ang="0">
                  <a:pos x="0" y="0"/>
                </a:cxn>
              </a:cxnLst>
              <a:rect l="0" t="0" r="r" b="b"/>
              <a:pathLst>
                <a:path w="83" h="194">
                  <a:moveTo>
                    <a:pt x="82" y="193"/>
                  </a:moveTo>
                  <a:lnTo>
                    <a:pt x="82" y="193"/>
                  </a:lnTo>
                  <a:lnTo>
                    <a:pt x="82" y="179"/>
                  </a:lnTo>
                  <a:lnTo>
                    <a:pt x="81" y="166"/>
                  </a:lnTo>
                  <a:lnTo>
                    <a:pt x="79" y="153"/>
                  </a:lnTo>
                  <a:lnTo>
                    <a:pt x="76" y="139"/>
                  </a:lnTo>
                  <a:lnTo>
                    <a:pt x="73" y="127"/>
                  </a:lnTo>
                  <a:lnTo>
                    <a:pt x="70" y="114"/>
                  </a:lnTo>
                  <a:lnTo>
                    <a:pt x="65" y="101"/>
                  </a:lnTo>
                  <a:lnTo>
                    <a:pt x="60" y="89"/>
                  </a:lnTo>
                  <a:lnTo>
                    <a:pt x="55" y="76"/>
                  </a:lnTo>
                  <a:lnTo>
                    <a:pt x="48" y="64"/>
                  </a:lnTo>
                  <a:lnTo>
                    <a:pt x="42" y="53"/>
                  </a:lnTo>
                  <a:lnTo>
                    <a:pt x="34" y="41"/>
                  </a:lnTo>
                  <a:lnTo>
                    <a:pt x="27" y="31"/>
                  </a:lnTo>
                  <a:lnTo>
                    <a:pt x="18" y="20"/>
                  </a:lnTo>
                  <a:lnTo>
                    <a:pt x="9" y="10"/>
                  </a:lnTo>
                  <a:lnTo>
                    <a:pt x="0" y="0"/>
                  </a:lnTo>
                </a:path>
              </a:pathLst>
            </a:custGeom>
            <a:noFill/>
            <a:ln w="25400" cap="rnd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endParaRPr lang="es-ES_tradnl" noProof="0" dirty="0"/>
            </a:p>
          </p:txBody>
        </p:sp>
      </p:grpSp>
      <p:sp>
        <p:nvSpPr>
          <p:cNvPr id="36" name="Freeform 34">
            <a:extLst>
              <a:ext uri="{FF2B5EF4-FFF2-40B4-BE49-F238E27FC236}">
                <a16:creationId xmlns:a16="http://schemas.microsoft.com/office/drawing/2014/main" id="{06F212EC-9492-CE2F-34CE-0E41FE312909}"/>
              </a:ext>
            </a:extLst>
          </p:cNvPr>
          <p:cNvSpPr>
            <a:spLocks/>
          </p:cNvSpPr>
          <p:nvPr/>
        </p:nvSpPr>
        <p:spPr bwMode="auto">
          <a:xfrm flipH="1">
            <a:off x="1905000" y="4239344"/>
            <a:ext cx="685800" cy="1447800"/>
          </a:xfrm>
          <a:custGeom>
            <a:avLst/>
            <a:gdLst/>
            <a:ahLst/>
            <a:cxnLst>
              <a:cxn ang="0">
                <a:pos x="384" y="0"/>
              </a:cxn>
              <a:cxn ang="0">
                <a:pos x="384" y="720"/>
              </a:cxn>
              <a:cxn ang="0">
                <a:pos x="0" y="720"/>
              </a:cxn>
              <a:cxn ang="0">
                <a:pos x="0" y="912"/>
              </a:cxn>
            </a:cxnLst>
            <a:rect l="0" t="0" r="r" b="b"/>
            <a:pathLst>
              <a:path w="384" h="912">
                <a:moveTo>
                  <a:pt x="384" y="0"/>
                </a:moveTo>
                <a:lnTo>
                  <a:pt x="384" y="720"/>
                </a:lnTo>
                <a:lnTo>
                  <a:pt x="0" y="720"/>
                </a:lnTo>
                <a:lnTo>
                  <a:pt x="0" y="912"/>
                </a:lnTo>
              </a:path>
            </a:pathLst>
          </a:custGeom>
          <a:noFill/>
          <a:ln w="2857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endParaRPr lang="es-ES_tradnl" noProof="0" dirty="0"/>
          </a:p>
        </p:txBody>
      </p:sp>
      <p:sp>
        <p:nvSpPr>
          <p:cNvPr id="37" name="Line 44">
            <a:extLst>
              <a:ext uri="{FF2B5EF4-FFF2-40B4-BE49-F238E27FC236}">
                <a16:creationId xmlns:a16="http://schemas.microsoft.com/office/drawing/2014/main" id="{850460BD-C27F-2945-5103-6F9E87030AE2}"/>
              </a:ext>
            </a:extLst>
          </p:cNvPr>
          <p:cNvSpPr>
            <a:spLocks noChangeShapeType="1"/>
          </p:cNvSpPr>
          <p:nvPr/>
        </p:nvSpPr>
        <p:spPr bwMode="auto">
          <a:xfrm>
            <a:off x="2743200" y="6296744"/>
            <a:ext cx="1588" cy="228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anchor="ctr"/>
          <a:lstStyle/>
          <a:p>
            <a:endParaRPr lang="es-ES_tradnl" noProof="0" dirty="0"/>
          </a:p>
        </p:txBody>
      </p:sp>
      <p:sp>
        <p:nvSpPr>
          <p:cNvPr id="38" name="Freeform 53">
            <a:extLst>
              <a:ext uri="{FF2B5EF4-FFF2-40B4-BE49-F238E27FC236}">
                <a16:creationId xmlns:a16="http://schemas.microsoft.com/office/drawing/2014/main" id="{2EECB618-C6FE-73A0-E856-BF1B6C9A5E81}"/>
              </a:ext>
            </a:extLst>
          </p:cNvPr>
          <p:cNvSpPr>
            <a:spLocks/>
          </p:cNvSpPr>
          <p:nvPr/>
        </p:nvSpPr>
        <p:spPr bwMode="auto">
          <a:xfrm>
            <a:off x="2895600" y="4696544"/>
            <a:ext cx="685800" cy="990600"/>
          </a:xfrm>
          <a:custGeom>
            <a:avLst/>
            <a:gdLst/>
            <a:ahLst/>
            <a:cxnLst>
              <a:cxn ang="0">
                <a:pos x="432" y="0"/>
              </a:cxn>
              <a:cxn ang="0">
                <a:pos x="432" y="432"/>
              </a:cxn>
              <a:cxn ang="0">
                <a:pos x="0" y="432"/>
              </a:cxn>
              <a:cxn ang="0">
                <a:pos x="0" y="624"/>
              </a:cxn>
            </a:cxnLst>
            <a:rect l="0" t="0" r="r" b="b"/>
            <a:pathLst>
              <a:path w="432" h="624">
                <a:moveTo>
                  <a:pt x="432" y="0"/>
                </a:moveTo>
                <a:lnTo>
                  <a:pt x="432" y="432"/>
                </a:lnTo>
                <a:lnTo>
                  <a:pt x="0" y="432"/>
                </a:lnTo>
                <a:lnTo>
                  <a:pt x="0" y="624"/>
                </a:lnTo>
              </a:path>
            </a:pathLst>
          </a:custGeom>
          <a:noFill/>
          <a:ln w="2857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endParaRPr lang="es-ES_tradnl" noProof="0" dirty="0"/>
          </a:p>
        </p:txBody>
      </p:sp>
      <p:sp>
        <p:nvSpPr>
          <p:cNvPr id="39" name="Text Box 54">
            <a:extLst>
              <a:ext uri="{FF2B5EF4-FFF2-40B4-BE49-F238E27FC236}">
                <a16:creationId xmlns:a16="http://schemas.microsoft.com/office/drawing/2014/main" id="{F710E5D4-850F-0D7E-C9B7-4B6467E3D9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48600" y="4010744"/>
            <a:ext cx="403225" cy="3968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s-ES_tradnl" i="1" noProof="0" dirty="0">
                <a:solidFill>
                  <a:schemeClr val="tx1"/>
                </a:solidFill>
              </a:rPr>
              <a:t>c</a:t>
            </a:r>
            <a:r>
              <a:rPr lang="es-ES_tradnl" b="1" i="1" baseline="-25000" noProof="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40" name="Line 55">
            <a:extLst>
              <a:ext uri="{FF2B5EF4-FFF2-40B4-BE49-F238E27FC236}">
                <a16:creationId xmlns:a16="http://schemas.microsoft.com/office/drawing/2014/main" id="{6F810BB6-B6E2-5BE1-F87F-B30D242991A4}"/>
              </a:ext>
            </a:extLst>
          </p:cNvPr>
          <p:cNvSpPr>
            <a:spLocks noChangeShapeType="1"/>
          </p:cNvSpPr>
          <p:nvPr/>
        </p:nvSpPr>
        <p:spPr bwMode="auto">
          <a:xfrm>
            <a:off x="5257800" y="5001344"/>
            <a:ext cx="1066800" cy="0"/>
          </a:xfrm>
          <a:prstGeom prst="line">
            <a:avLst/>
          </a:prstGeom>
          <a:noFill/>
          <a:ln w="38100">
            <a:solidFill>
              <a:schemeClr val="tx2"/>
            </a:solidFill>
            <a:prstDash val="sysDot"/>
            <a:round/>
            <a:headEnd/>
            <a:tailEnd/>
          </a:ln>
          <a:effectLst/>
        </p:spPr>
        <p:txBody>
          <a:bodyPr wrap="none" anchor="ctr"/>
          <a:lstStyle/>
          <a:p>
            <a:endParaRPr lang="es-ES_tradnl" noProof="0" dirty="0"/>
          </a:p>
        </p:txBody>
      </p:sp>
      <p:sp>
        <p:nvSpPr>
          <p:cNvPr id="41" name="Line 56">
            <a:extLst>
              <a:ext uri="{FF2B5EF4-FFF2-40B4-BE49-F238E27FC236}">
                <a16:creationId xmlns:a16="http://schemas.microsoft.com/office/drawing/2014/main" id="{CCF22A88-1D16-22F1-6E2E-65272C0C07AC}"/>
              </a:ext>
            </a:extLst>
          </p:cNvPr>
          <p:cNvSpPr>
            <a:spLocks noChangeShapeType="1"/>
          </p:cNvSpPr>
          <p:nvPr/>
        </p:nvSpPr>
        <p:spPr bwMode="auto">
          <a:xfrm>
            <a:off x="5105400" y="3401144"/>
            <a:ext cx="1066800" cy="0"/>
          </a:xfrm>
          <a:prstGeom prst="line">
            <a:avLst/>
          </a:prstGeom>
          <a:noFill/>
          <a:ln w="38100">
            <a:solidFill>
              <a:schemeClr val="tx2"/>
            </a:solidFill>
            <a:prstDash val="sysDot"/>
            <a:round/>
            <a:headEnd/>
            <a:tailEnd/>
          </a:ln>
          <a:effectLst/>
        </p:spPr>
        <p:txBody>
          <a:bodyPr wrap="none" anchor="ctr"/>
          <a:lstStyle/>
          <a:p>
            <a:endParaRPr lang="es-ES_tradnl" noProof="0" dirty="0"/>
          </a:p>
        </p:txBody>
      </p:sp>
      <p:sp>
        <p:nvSpPr>
          <p:cNvPr id="42" name="Line 57">
            <a:extLst>
              <a:ext uri="{FF2B5EF4-FFF2-40B4-BE49-F238E27FC236}">
                <a16:creationId xmlns:a16="http://schemas.microsoft.com/office/drawing/2014/main" id="{1B373423-395D-ED85-EAA5-9E3EBD9118D8}"/>
              </a:ext>
            </a:extLst>
          </p:cNvPr>
          <p:cNvSpPr>
            <a:spLocks noChangeShapeType="1"/>
          </p:cNvSpPr>
          <p:nvPr/>
        </p:nvSpPr>
        <p:spPr bwMode="auto">
          <a:xfrm>
            <a:off x="5486400" y="2943944"/>
            <a:ext cx="1066800" cy="0"/>
          </a:xfrm>
          <a:prstGeom prst="line">
            <a:avLst/>
          </a:prstGeom>
          <a:noFill/>
          <a:ln w="38100">
            <a:solidFill>
              <a:schemeClr val="tx2"/>
            </a:solidFill>
            <a:prstDash val="sysDot"/>
            <a:round/>
            <a:headEnd/>
            <a:tailEnd/>
          </a:ln>
          <a:effectLst/>
        </p:spPr>
        <p:txBody>
          <a:bodyPr wrap="none" anchor="ctr"/>
          <a:lstStyle/>
          <a:p>
            <a:endParaRPr lang="es-ES_tradnl" noProof="0" dirty="0"/>
          </a:p>
        </p:txBody>
      </p:sp>
      <p:sp>
        <p:nvSpPr>
          <p:cNvPr id="43" name="44 CuadroTexto">
            <a:extLst>
              <a:ext uri="{FF2B5EF4-FFF2-40B4-BE49-F238E27FC236}">
                <a16:creationId xmlns:a16="http://schemas.microsoft.com/office/drawing/2014/main" id="{44903097-397D-BC34-CF26-E5B4109B1785}"/>
              </a:ext>
            </a:extLst>
          </p:cNvPr>
          <p:cNvSpPr txBox="1"/>
          <p:nvPr/>
        </p:nvSpPr>
        <p:spPr>
          <a:xfrm>
            <a:off x="4143372" y="3991696"/>
            <a:ext cx="164164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2800" noProof="0" dirty="0">
                <a:solidFill>
                  <a:schemeClr val="tx1"/>
                </a:solidFill>
              </a:rPr>
              <a:t>Sumador</a:t>
            </a:r>
          </a:p>
        </p:txBody>
      </p:sp>
      <p:graphicFrame>
        <p:nvGraphicFramePr>
          <p:cNvPr id="44" name="Object 53">
            <a:extLst>
              <a:ext uri="{FF2B5EF4-FFF2-40B4-BE49-F238E27FC236}">
                <a16:creationId xmlns:a16="http://schemas.microsoft.com/office/drawing/2014/main" id="{4C27F248-7D89-6443-9A1F-EEE9955D341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92845272"/>
              </p:ext>
            </p:extLst>
          </p:nvPr>
        </p:nvGraphicFramePr>
        <p:xfrm>
          <a:off x="3563888" y="5722168"/>
          <a:ext cx="1984375" cy="576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3" imgW="787400" imgH="228600" progId="Equation.3">
                  <p:embed/>
                </p:oleObj>
              </mc:Choice>
              <mc:Fallback>
                <p:oleObj name="Ecuación" r:id="rId3" imgW="787400" imgH="228600" progId="Equation.3">
                  <p:embed/>
                  <p:pic>
                    <p:nvPicPr>
                      <p:cNvPr id="2" name="Object 5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63888" y="5722168"/>
                        <a:ext cx="1984375" cy="576263"/>
                      </a:xfrm>
                      <a:prstGeom prst="rect">
                        <a:avLst/>
                      </a:prstGeom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ln>
                        <a:solidFill>
                          <a:schemeClr val="accent2">
                            <a:lumMod val="75000"/>
                          </a:schemeClr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36989551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A144A9-9BDE-27E8-A2E3-AE83BE09FC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3 Marcador de número de diapositiva">
            <a:extLst>
              <a:ext uri="{FF2B5EF4-FFF2-40B4-BE49-F238E27FC236}">
                <a16:creationId xmlns:a16="http://schemas.microsoft.com/office/drawing/2014/main" id="{6829EF5C-2639-7AB0-949B-0BE530B746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4E7847B6-FB90-4985-BDAD-0FC52C69182E}" type="slidenum">
              <a:rPr lang="es-ES_tradnl" noProof="0" smtClean="0"/>
              <a:pPr/>
              <a:t>34</a:t>
            </a:fld>
            <a:endParaRPr lang="es-ES_tradnl" noProof="0" dirty="0"/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7E1F7263-D8B6-331C-22D0-F71590F4A6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Operadores de resta</a:t>
            </a:r>
            <a:endParaRPr lang="en-US" dirty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15F54D18-4B20-66B4-3D5D-92FE4D18DC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_tradnl" dirty="0"/>
              <a:t>Diseño del restador a partir del sumador</a:t>
            </a:r>
          </a:p>
          <a:p>
            <a:pPr lvl="1"/>
            <a:r>
              <a:rPr lang="es-ES_tradnl" dirty="0"/>
              <a:t>R = A–B = A + Ca2(B)  = A + </a:t>
            </a:r>
            <a:r>
              <a:rPr lang="es-ES_tradnl" dirty="0" err="1"/>
              <a:t>not</a:t>
            </a:r>
            <a:r>
              <a:rPr lang="es-ES_tradnl" dirty="0"/>
              <a:t>(B) + 1</a:t>
            </a:r>
          </a:p>
          <a:p>
            <a:pPr lvl="1"/>
            <a:r>
              <a:rPr lang="es-ES_tradnl" dirty="0"/>
              <a:t>La detección de desbordamiento es igual que con la suma:</a:t>
            </a:r>
            <a:endParaRPr lang="es-ES_tradnl" b="1" i="1" baseline="-25000" dirty="0">
              <a:sym typeface="Symbol" pitchFamily="18" charset="2"/>
            </a:endParaRPr>
          </a:p>
          <a:p>
            <a:pPr lvl="2"/>
            <a:r>
              <a:rPr lang="es-ES_tradnl" dirty="0"/>
              <a:t>En CBN: </a:t>
            </a:r>
            <a:r>
              <a:rPr lang="es-ES_tradnl" b="1" dirty="0" err="1">
                <a:sym typeface="Symbol" pitchFamily="18" charset="2"/>
              </a:rPr>
              <a:t>c</a:t>
            </a:r>
            <a:r>
              <a:rPr lang="es-ES_tradnl" b="1" i="1" baseline="-25000" dirty="0" err="1">
                <a:sym typeface="Symbol" pitchFamily="18" charset="2"/>
              </a:rPr>
              <a:t>n</a:t>
            </a:r>
            <a:r>
              <a:rPr lang="es-ES_tradnl" b="1" i="1" baseline="-25000" dirty="0">
                <a:sym typeface="Symbol" pitchFamily="18" charset="2"/>
              </a:rPr>
              <a:t> </a:t>
            </a:r>
            <a:r>
              <a:rPr lang="es-ES_tradnl" i="1" dirty="0">
                <a:sym typeface="Symbol" pitchFamily="18" charset="2"/>
              </a:rPr>
              <a:t>= 0</a:t>
            </a:r>
            <a:r>
              <a:rPr lang="es-ES_tradnl" dirty="0"/>
              <a:t>  </a:t>
            </a:r>
          </a:p>
          <a:p>
            <a:pPr lvl="2"/>
            <a:r>
              <a:rPr lang="es-ES_tradnl" dirty="0"/>
              <a:t>En Ca2: </a:t>
            </a:r>
            <a:r>
              <a:rPr lang="es-ES_tradnl" i="1" dirty="0" err="1"/>
              <a:t>p</a:t>
            </a:r>
            <a:r>
              <a:rPr lang="es-ES_tradnl" b="1" i="1" baseline="-25000" dirty="0" err="1"/>
              <a:t>n</a:t>
            </a:r>
            <a:r>
              <a:rPr lang="es-ES_tradnl" b="1" i="1" baseline="-25000" dirty="0"/>
              <a:t> </a:t>
            </a:r>
            <a:r>
              <a:rPr lang="es-ES_tradnl" b="1" dirty="0">
                <a:sym typeface="Symbol" pitchFamily="18" charset="2"/>
              </a:rPr>
              <a:t> </a:t>
            </a:r>
            <a:r>
              <a:rPr lang="es-ES_tradnl" i="1" dirty="0" err="1">
                <a:sym typeface="Symbol" pitchFamily="18" charset="2"/>
              </a:rPr>
              <a:t>p</a:t>
            </a:r>
            <a:r>
              <a:rPr lang="es-ES_tradnl" b="1" i="1" baseline="-25000" dirty="0" err="1">
                <a:sym typeface="Symbol" pitchFamily="18" charset="2"/>
              </a:rPr>
              <a:t>n</a:t>
            </a:r>
            <a:r>
              <a:rPr lang="es-ES_tradnl" b="1" i="1" baseline="-25000" dirty="0">
                <a:sym typeface="Symbol" pitchFamily="18" charset="2"/>
              </a:rPr>
              <a:t>–1</a:t>
            </a:r>
            <a:r>
              <a:rPr lang="es-ES_tradnl" b="1" dirty="0">
                <a:sym typeface="Symbol" pitchFamily="18" charset="2"/>
              </a:rPr>
              <a:t> </a:t>
            </a:r>
            <a:br>
              <a:rPr lang="es-ES_tradnl" b="1" dirty="0">
                <a:sym typeface="Symbol" pitchFamily="18" charset="2"/>
              </a:rPr>
            </a:br>
            <a:r>
              <a:rPr lang="es-ES_tradnl" b="1" dirty="0">
                <a:sym typeface="Symbol" pitchFamily="18" charset="2"/>
              </a:rPr>
              <a:t>(</a:t>
            </a:r>
            <a:r>
              <a:rPr lang="es-ES_tradnl" b="1" dirty="0" err="1">
                <a:sym typeface="Symbol" pitchFamily="18" charset="2"/>
              </a:rPr>
              <a:t>c</a:t>
            </a:r>
            <a:r>
              <a:rPr lang="es-ES_tradnl" b="1" i="1" baseline="-25000" dirty="0" err="1">
                <a:sym typeface="Symbol" pitchFamily="18" charset="2"/>
              </a:rPr>
              <a:t>n</a:t>
            </a:r>
            <a:r>
              <a:rPr lang="es-ES_tradnl" b="1" dirty="0">
                <a:sym typeface="Symbol" pitchFamily="18" charset="2"/>
              </a:rPr>
              <a:t> </a:t>
            </a:r>
            <a:r>
              <a:rPr lang="es-ES_tradnl" dirty="0" err="1">
                <a:sym typeface="Symbol" pitchFamily="18" charset="2"/>
              </a:rPr>
              <a:t>xor</a:t>
            </a:r>
            <a:r>
              <a:rPr lang="es-ES_tradnl" b="1" dirty="0">
                <a:sym typeface="Symbol" pitchFamily="18" charset="2"/>
              </a:rPr>
              <a:t> </a:t>
            </a:r>
            <a:r>
              <a:rPr lang="es-ES_tradnl" b="1" dirty="0" err="1">
                <a:sym typeface="Symbol" pitchFamily="18" charset="2"/>
              </a:rPr>
              <a:t>c</a:t>
            </a:r>
            <a:r>
              <a:rPr lang="es-ES_tradnl" b="1" i="1" baseline="-25000" dirty="0" err="1">
                <a:sym typeface="Symbol" pitchFamily="18" charset="2"/>
              </a:rPr>
              <a:t>n</a:t>
            </a:r>
            <a:r>
              <a:rPr lang="es-ES_tradnl" b="1" i="1" baseline="-25000" dirty="0">
                <a:sym typeface="Symbol" pitchFamily="18" charset="2"/>
              </a:rPr>
              <a:t>–1 </a:t>
            </a:r>
            <a:r>
              <a:rPr lang="es-ES_tradnl" i="1" dirty="0">
                <a:sym typeface="Symbol" pitchFamily="18" charset="2"/>
              </a:rPr>
              <a:t>= </a:t>
            </a:r>
            <a:r>
              <a:rPr lang="es-ES_tradnl" i="1" dirty="0">
                <a:latin typeface="Arial" panose="020B0604020202020204" pitchFamily="34" charset="0"/>
                <a:cs typeface="Arial" panose="020B0604020202020204" pitchFamily="34" charset="0"/>
                <a:sym typeface="Symbol" pitchFamily="18" charset="2"/>
              </a:rPr>
              <a:t>1</a:t>
            </a:r>
            <a:r>
              <a:rPr lang="es-ES_tradnl" b="1" i="1" dirty="0">
                <a:sym typeface="Symbol" pitchFamily="18" charset="2"/>
              </a:rPr>
              <a:t>)</a:t>
            </a:r>
            <a:endParaRPr lang="es-ES_tradnl" dirty="0"/>
          </a:p>
          <a:p>
            <a:endParaRPr lang="en-US" dirty="0"/>
          </a:p>
        </p:txBody>
      </p:sp>
      <p:grpSp>
        <p:nvGrpSpPr>
          <p:cNvPr id="5" name="65 Grupo">
            <a:extLst>
              <a:ext uri="{FF2B5EF4-FFF2-40B4-BE49-F238E27FC236}">
                <a16:creationId xmlns:a16="http://schemas.microsoft.com/office/drawing/2014/main" id="{985A6C4B-FC22-D548-9904-12548E7C0FE7}"/>
              </a:ext>
            </a:extLst>
          </p:cNvPr>
          <p:cNvGrpSpPr/>
          <p:nvPr/>
        </p:nvGrpSpPr>
        <p:grpSpPr>
          <a:xfrm>
            <a:off x="3428992" y="2385954"/>
            <a:ext cx="5291138" cy="4267200"/>
            <a:chOff x="2876544" y="2266952"/>
            <a:chExt cx="5291138" cy="4267200"/>
          </a:xfrm>
        </p:grpSpPr>
        <p:sp>
          <p:nvSpPr>
            <p:cNvPr id="6" name="Rectangle 4">
              <a:extLst>
                <a:ext uri="{FF2B5EF4-FFF2-40B4-BE49-F238E27FC236}">
                  <a16:creationId xmlns:a16="http://schemas.microsoft.com/office/drawing/2014/main" id="{937715C7-676D-BFF7-B983-30C20722FD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14744" y="3714752"/>
              <a:ext cx="3941763" cy="914400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s-ES_tradnl" noProof="0" dirty="0">
                  <a:solidFill>
                    <a:schemeClr val="tx1"/>
                  </a:solidFill>
                  <a:cs typeface="Arial" charset="0"/>
                </a:rPr>
                <a:t>Sumador de </a:t>
              </a:r>
              <a:r>
                <a:rPr lang="es-ES_tradnl" i="1" noProof="0" dirty="0">
                  <a:solidFill>
                    <a:schemeClr val="tx1"/>
                  </a:solidFill>
                  <a:cs typeface="Arial" charset="0"/>
                </a:rPr>
                <a:t>n</a:t>
              </a:r>
              <a:r>
                <a:rPr lang="es-ES_tradnl" noProof="0" dirty="0">
                  <a:solidFill>
                    <a:schemeClr val="tx1"/>
                  </a:solidFill>
                  <a:cs typeface="Arial" charset="0"/>
                </a:rPr>
                <a:t> bits</a:t>
              </a:r>
              <a:endParaRPr lang="es-ES_tradnl" noProof="0" dirty="0">
                <a:solidFill>
                  <a:schemeClr val="tx1"/>
                </a:solidFill>
              </a:endParaRPr>
            </a:p>
          </p:txBody>
        </p:sp>
        <p:sp>
          <p:nvSpPr>
            <p:cNvPr id="7" name="Text Box 5">
              <a:extLst>
                <a:ext uri="{FF2B5EF4-FFF2-40B4-BE49-F238E27FC236}">
                  <a16:creationId xmlns:a16="http://schemas.microsoft.com/office/drawing/2014/main" id="{55EC326C-52B4-215E-3755-4789E7003AB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88157" y="3028952"/>
              <a:ext cx="233362" cy="30480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lang="es-ES_tradnl" i="1" noProof="0" dirty="0">
                  <a:solidFill>
                    <a:schemeClr val="tx1"/>
                  </a:solidFill>
                </a:rPr>
                <a:t>a</a:t>
              </a:r>
              <a:r>
                <a:rPr lang="es-ES_tradnl" b="1" i="1" baseline="-25000" noProof="0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8" name="Text Box 6">
              <a:extLst>
                <a:ext uri="{FF2B5EF4-FFF2-40B4-BE49-F238E27FC236}">
                  <a16:creationId xmlns:a16="http://schemas.microsoft.com/office/drawing/2014/main" id="{5C3DA613-6FEE-57E0-74B9-DD037432AED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91382" y="2266952"/>
              <a:ext cx="233362" cy="30480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lang="es-ES_tradnl" i="1" noProof="0" dirty="0">
                  <a:solidFill>
                    <a:schemeClr val="tx1"/>
                  </a:solidFill>
                </a:rPr>
                <a:t>b</a:t>
              </a:r>
              <a:r>
                <a:rPr lang="es-ES_tradnl" b="1" i="1" baseline="-25000" noProof="0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9" name="Text Box 7">
              <a:extLst>
                <a:ext uri="{FF2B5EF4-FFF2-40B4-BE49-F238E27FC236}">
                  <a16:creationId xmlns:a16="http://schemas.microsoft.com/office/drawing/2014/main" id="{255E00D9-EED5-38DB-0932-857BDB5B13E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137394" y="4933952"/>
              <a:ext cx="176213" cy="30480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lang="es-ES_tradnl" i="1" noProof="0" dirty="0">
                  <a:solidFill>
                    <a:schemeClr val="tx1"/>
                  </a:solidFill>
                </a:rPr>
                <a:t>r</a:t>
              </a:r>
              <a:r>
                <a:rPr lang="es-ES_tradnl" b="1" i="1" baseline="-25000" noProof="0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10" name="Text Box 8">
              <a:extLst>
                <a:ext uri="{FF2B5EF4-FFF2-40B4-BE49-F238E27FC236}">
                  <a16:creationId xmlns:a16="http://schemas.microsoft.com/office/drawing/2014/main" id="{14024428-5B84-0299-D2F3-200DB9B885A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45157" y="3028952"/>
              <a:ext cx="233362" cy="30480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lang="es-ES_tradnl" i="1" noProof="0" dirty="0">
                  <a:solidFill>
                    <a:schemeClr val="tx1"/>
                  </a:solidFill>
                </a:rPr>
                <a:t>a</a:t>
              </a:r>
              <a:r>
                <a:rPr lang="es-ES_tradnl" b="1" i="1" baseline="-25000" noProof="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11" name="Text Box 9">
              <a:extLst>
                <a:ext uri="{FF2B5EF4-FFF2-40B4-BE49-F238E27FC236}">
                  <a16:creationId xmlns:a16="http://schemas.microsoft.com/office/drawing/2014/main" id="{9E329D5D-9472-3036-398E-9EB2AF1DD1F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26157" y="2266952"/>
              <a:ext cx="233362" cy="30480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lang="es-ES_tradnl" i="1" noProof="0" dirty="0">
                  <a:solidFill>
                    <a:schemeClr val="tx1"/>
                  </a:solidFill>
                </a:rPr>
                <a:t>b</a:t>
              </a:r>
              <a:r>
                <a:rPr lang="es-ES_tradnl" b="1" i="1" baseline="-25000" noProof="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12" name="Text Box 10">
              <a:extLst>
                <a:ext uri="{FF2B5EF4-FFF2-40B4-BE49-F238E27FC236}">
                  <a16:creationId xmlns:a16="http://schemas.microsoft.com/office/drawing/2014/main" id="{AF883E62-96CA-76F7-A714-6B2A30E2D33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94394" y="4933952"/>
              <a:ext cx="176213" cy="30480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lang="es-ES_tradnl" i="1" noProof="0" dirty="0">
                  <a:solidFill>
                    <a:schemeClr val="tx1"/>
                  </a:solidFill>
                </a:rPr>
                <a:t>r</a:t>
              </a:r>
              <a:r>
                <a:rPr lang="es-ES_tradnl" b="1" i="1" baseline="-25000" noProof="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13" name="Line 11">
              <a:extLst>
                <a:ext uri="{FF2B5EF4-FFF2-40B4-BE49-F238E27FC236}">
                  <a16:creationId xmlns:a16="http://schemas.microsoft.com/office/drawing/2014/main" id="{A48FD242-E767-F173-8F69-2205897D026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199307" y="4629152"/>
              <a:ext cx="0" cy="3810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/>
            </a:ln>
            <a:effectLst/>
          </p:spPr>
          <p:txBody>
            <a:bodyPr anchor="ctr"/>
            <a:lstStyle/>
            <a:p>
              <a:endParaRPr lang="es-ES_tradnl" noProof="0" dirty="0"/>
            </a:p>
          </p:txBody>
        </p:sp>
        <p:sp>
          <p:nvSpPr>
            <p:cNvPr id="14" name="Line 12">
              <a:extLst>
                <a:ext uri="{FF2B5EF4-FFF2-40B4-BE49-F238E27FC236}">
                  <a16:creationId xmlns:a16="http://schemas.microsoft.com/office/drawing/2014/main" id="{9D6DBD46-7965-FA23-480D-A159311CF73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056307" y="4629152"/>
              <a:ext cx="0" cy="3810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/>
            </a:ln>
            <a:effectLst/>
          </p:spPr>
          <p:txBody>
            <a:bodyPr anchor="ctr"/>
            <a:lstStyle/>
            <a:p>
              <a:endParaRPr lang="es-ES_tradnl" noProof="0" dirty="0"/>
            </a:p>
          </p:txBody>
        </p:sp>
        <p:sp>
          <p:nvSpPr>
            <p:cNvPr id="15" name="Line 13">
              <a:extLst>
                <a:ext uri="{FF2B5EF4-FFF2-40B4-BE49-F238E27FC236}">
                  <a16:creationId xmlns:a16="http://schemas.microsoft.com/office/drawing/2014/main" id="{0A15C298-8AFA-7F8B-47D1-E247375D57F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43382" y="4629152"/>
              <a:ext cx="0" cy="3810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/>
            </a:ln>
            <a:effectLst/>
          </p:spPr>
          <p:txBody>
            <a:bodyPr anchor="ctr"/>
            <a:lstStyle/>
            <a:p>
              <a:endParaRPr lang="es-ES_tradnl" noProof="0" dirty="0"/>
            </a:p>
          </p:txBody>
        </p:sp>
        <p:sp>
          <p:nvSpPr>
            <p:cNvPr id="16" name="Line 14">
              <a:extLst>
                <a:ext uri="{FF2B5EF4-FFF2-40B4-BE49-F238E27FC236}">
                  <a16:creationId xmlns:a16="http://schemas.microsoft.com/office/drawing/2014/main" id="{12BE0389-F45E-4026-1757-0F7D29A944D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970707" y="3409952"/>
              <a:ext cx="0" cy="3048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anchor="ctr"/>
            <a:lstStyle/>
            <a:p>
              <a:endParaRPr lang="es-ES_tradnl" noProof="0" dirty="0"/>
            </a:p>
          </p:txBody>
        </p:sp>
        <p:sp>
          <p:nvSpPr>
            <p:cNvPr id="17" name="Line 15">
              <a:extLst>
                <a:ext uri="{FF2B5EF4-FFF2-40B4-BE49-F238E27FC236}">
                  <a16:creationId xmlns:a16="http://schemas.microsoft.com/office/drawing/2014/main" id="{9BA0101A-2A25-E190-6C16-24F30B34A29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827707" y="3409952"/>
              <a:ext cx="0" cy="3048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anchor="ctr"/>
            <a:lstStyle/>
            <a:p>
              <a:endParaRPr lang="es-ES_tradnl" noProof="0" dirty="0"/>
            </a:p>
          </p:txBody>
        </p:sp>
        <p:sp>
          <p:nvSpPr>
            <p:cNvPr id="18" name="Line 16">
              <a:extLst>
                <a:ext uri="{FF2B5EF4-FFF2-40B4-BE49-F238E27FC236}">
                  <a16:creationId xmlns:a16="http://schemas.microsoft.com/office/drawing/2014/main" id="{468B11FE-B360-A324-6180-26C3DCAE0E6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014782" y="3409952"/>
              <a:ext cx="0" cy="3048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anchor="ctr"/>
            <a:lstStyle/>
            <a:p>
              <a:endParaRPr lang="es-ES_tradnl" noProof="0" dirty="0"/>
            </a:p>
          </p:txBody>
        </p:sp>
        <p:sp>
          <p:nvSpPr>
            <p:cNvPr id="19" name="Text Box 17">
              <a:extLst>
                <a:ext uri="{FF2B5EF4-FFF2-40B4-BE49-F238E27FC236}">
                  <a16:creationId xmlns:a16="http://schemas.microsoft.com/office/drawing/2014/main" id="{ACB33DC9-F182-E167-9C55-A1672CC9231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16344" y="3028952"/>
              <a:ext cx="427038" cy="30480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lang="es-ES_tradnl" i="1" noProof="0" dirty="0" err="1">
                  <a:solidFill>
                    <a:schemeClr val="tx1"/>
                  </a:solidFill>
                </a:rPr>
                <a:t>a</a:t>
              </a:r>
              <a:r>
                <a:rPr lang="es-ES_tradnl" b="1" i="1" baseline="-25000" noProof="0" dirty="0" err="1">
                  <a:solidFill>
                    <a:schemeClr val="tx1"/>
                  </a:solidFill>
                </a:rPr>
                <a:t>n</a:t>
              </a:r>
              <a:r>
                <a:rPr lang="es-ES_tradnl" b="1" i="1" baseline="-25000" noProof="0" dirty="0">
                  <a:solidFill>
                    <a:schemeClr val="tx1"/>
                  </a:solidFill>
                  <a:cs typeface="Arial" charset="0"/>
                </a:rPr>
                <a:t>–1</a:t>
              </a:r>
            </a:p>
          </p:txBody>
        </p:sp>
        <p:sp>
          <p:nvSpPr>
            <p:cNvPr id="20" name="Text Box 18">
              <a:extLst>
                <a:ext uri="{FF2B5EF4-FFF2-40B4-BE49-F238E27FC236}">
                  <a16:creationId xmlns:a16="http://schemas.microsoft.com/office/drawing/2014/main" id="{3CD135BE-7147-00CE-2E01-3E93BCEC647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48144" y="2266952"/>
              <a:ext cx="427038" cy="30480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lang="es-ES_tradnl" i="1" noProof="0" dirty="0" err="1">
                  <a:solidFill>
                    <a:schemeClr val="tx1"/>
                  </a:solidFill>
                </a:rPr>
                <a:t>b</a:t>
              </a:r>
              <a:r>
                <a:rPr lang="es-ES_tradnl" b="1" i="1" baseline="-25000" noProof="0" dirty="0" err="1">
                  <a:solidFill>
                    <a:schemeClr val="tx1"/>
                  </a:solidFill>
                </a:rPr>
                <a:t>n</a:t>
              </a:r>
              <a:r>
                <a:rPr lang="es-ES_tradnl" b="1" i="1" baseline="-25000" noProof="0" dirty="0">
                  <a:solidFill>
                    <a:schemeClr val="tx1"/>
                  </a:solidFill>
                  <a:cs typeface="Arial" charset="0"/>
                </a:rPr>
                <a:t>–1</a:t>
              </a:r>
              <a:endParaRPr lang="es-ES_tradnl" b="1" i="1" baseline="-25000" noProof="0" dirty="0">
                <a:solidFill>
                  <a:schemeClr val="tx1"/>
                </a:solidFill>
              </a:endParaRPr>
            </a:p>
          </p:txBody>
        </p:sp>
        <p:sp>
          <p:nvSpPr>
            <p:cNvPr id="21" name="Text Box 19">
              <a:extLst>
                <a:ext uri="{FF2B5EF4-FFF2-40B4-BE49-F238E27FC236}">
                  <a16:creationId xmlns:a16="http://schemas.microsoft.com/office/drawing/2014/main" id="{153095A2-018B-41AE-3E25-ED0B9FCAF3F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06857" y="4933952"/>
              <a:ext cx="369887" cy="30480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lang="es-ES_tradnl" i="1" noProof="0" dirty="0" err="1">
                  <a:solidFill>
                    <a:schemeClr val="tx1"/>
                  </a:solidFill>
                </a:rPr>
                <a:t>r</a:t>
              </a:r>
              <a:r>
                <a:rPr lang="es-ES_tradnl" b="1" i="1" baseline="-25000" noProof="0" dirty="0" err="1">
                  <a:solidFill>
                    <a:schemeClr val="tx1"/>
                  </a:solidFill>
                </a:rPr>
                <a:t>n</a:t>
              </a:r>
              <a:r>
                <a:rPr lang="es-ES_tradnl" b="1" i="1" baseline="-25000" noProof="0" dirty="0">
                  <a:solidFill>
                    <a:schemeClr val="tx1"/>
                  </a:solidFill>
                  <a:cs typeface="Arial" charset="0"/>
                </a:rPr>
                <a:t>–1</a:t>
              </a:r>
            </a:p>
          </p:txBody>
        </p:sp>
        <p:sp>
          <p:nvSpPr>
            <p:cNvPr id="22" name="Text Box 20">
              <a:extLst>
                <a:ext uri="{FF2B5EF4-FFF2-40B4-BE49-F238E27FC236}">
                  <a16:creationId xmlns:a16="http://schemas.microsoft.com/office/drawing/2014/main" id="{ECBB0C51-ACD2-F27D-AA8E-A25F078D785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86182" y="3943352"/>
              <a:ext cx="228600" cy="30480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lang="es-ES_tradnl" i="1" noProof="0" dirty="0" err="1">
                  <a:solidFill>
                    <a:schemeClr val="tx1"/>
                  </a:solidFill>
                </a:rPr>
                <a:t>c</a:t>
              </a:r>
              <a:r>
                <a:rPr lang="es-ES_tradnl" b="1" i="1" baseline="-25000" noProof="0" dirty="0" err="1">
                  <a:solidFill>
                    <a:schemeClr val="tx1"/>
                  </a:solidFill>
                </a:rPr>
                <a:t>n</a:t>
              </a:r>
              <a:endParaRPr lang="es-ES_tradnl" b="1" i="1" baseline="-25000" noProof="0" dirty="0">
                <a:solidFill>
                  <a:schemeClr val="tx1"/>
                </a:solidFill>
                <a:cs typeface="Arial" charset="0"/>
              </a:endParaRPr>
            </a:p>
          </p:txBody>
        </p: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83DF01F3-AFB9-E26B-CF2F-AD42C550C1D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00544" y="3409952"/>
              <a:ext cx="2971800" cy="304800"/>
              <a:chOff x="2016" y="2016"/>
              <a:chExt cx="1872" cy="192"/>
            </a:xfrm>
          </p:grpSpPr>
          <p:sp>
            <p:nvSpPr>
              <p:cNvPr id="59" name="Line 23">
                <a:extLst>
                  <a:ext uri="{FF2B5EF4-FFF2-40B4-BE49-F238E27FC236}">
                    <a16:creationId xmlns:a16="http://schemas.microsoft.com/office/drawing/2014/main" id="{F1828CA1-615E-B141-8FF7-F8DA0119504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888" y="2016"/>
                <a:ext cx="0" cy="192"/>
              </a:xfrm>
              <a:prstGeom prst="line">
                <a:avLst/>
              </a:prstGeom>
              <a:noFill/>
              <a:ln w="38100">
                <a:solidFill>
                  <a:schemeClr val="tx2"/>
                </a:solidFill>
                <a:round/>
                <a:headEnd/>
                <a:tailEnd/>
              </a:ln>
              <a:effectLst/>
            </p:spPr>
            <p:txBody>
              <a:bodyPr anchor="ctr"/>
              <a:lstStyle/>
              <a:p>
                <a:endParaRPr lang="es-ES_tradnl" noProof="0" dirty="0"/>
              </a:p>
            </p:txBody>
          </p:sp>
          <p:sp>
            <p:nvSpPr>
              <p:cNvPr id="60" name="Line 24">
                <a:extLst>
                  <a:ext uri="{FF2B5EF4-FFF2-40B4-BE49-F238E27FC236}">
                    <a16:creationId xmlns:a16="http://schemas.microsoft.com/office/drawing/2014/main" id="{B85C7680-FE88-9151-0F4A-3F9A5961719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168" y="2016"/>
                <a:ext cx="0" cy="192"/>
              </a:xfrm>
              <a:prstGeom prst="line">
                <a:avLst/>
              </a:prstGeom>
              <a:noFill/>
              <a:ln w="38100">
                <a:solidFill>
                  <a:schemeClr val="tx2"/>
                </a:solidFill>
                <a:round/>
                <a:headEnd/>
                <a:tailEnd/>
              </a:ln>
              <a:effectLst/>
            </p:spPr>
            <p:txBody>
              <a:bodyPr anchor="ctr"/>
              <a:lstStyle/>
              <a:p>
                <a:endParaRPr lang="es-ES_tradnl" noProof="0" dirty="0"/>
              </a:p>
            </p:txBody>
          </p:sp>
          <p:sp>
            <p:nvSpPr>
              <p:cNvPr id="61" name="Line 25">
                <a:extLst>
                  <a:ext uri="{FF2B5EF4-FFF2-40B4-BE49-F238E27FC236}">
                    <a16:creationId xmlns:a16="http://schemas.microsoft.com/office/drawing/2014/main" id="{F73B2DA6-7CF4-476E-CE09-7AAC7E84BFB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016" y="2016"/>
                <a:ext cx="0" cy="192"/>
              </a:xfrm>
              <a:prstGeom prst="line">
                <a:avLst/>
              </a:prstGeom>
              <a:noFill/>
              <a:ln w="38100">
                <a:solidFill>
                  <a:schemeClr val="tx2"/>
                </a:solidFill>
                <a:round/>
                <a:headEnd/>
                <a:tailEnd/>
              </a:ln>
              <a:effectLst/>
            </p:spPr>
            <p:txBody>
              <a:bodyPr anchor="ctr"/>
              <a:lstStyle/>
              <a:p>
                <a:endParaRPr lang="es-ES_tradnl" noProof="0" dirty="0"/>
              </a:p>
            </p:txBody>
          </p:sp>
        </p:grpSp>
        <p:grpSp>
          <p:nvGrpSpPr>
            <p:cNvPr id="24" name="Group 26">
              <a:extLst>
                <a:ext uri="{FF2B5EF4-FFF2-40B4-BE49-F238E27FC236}">
                  <a16:creationId xmlns:a16="http://schemas.microsoft.com/office/drawing/2014/main" id="{8B18CEC5-0277-6D53-867E-58C760571C45}"/>
                </a:ext>
              </a:extLst>
            </p:cNvPr>
            <p:cNvGrpSpPr>
              <a:grpSpLocks/>
            </p:cNvGrpSpPr>
            <p:nvPr/>
          </p:nvGrpSpPr>
          <p:grpSpPr bwMode="auto">
            <a:xfrm rot="5400000">
              <a:off x="6000744" y="3028952"/>
              <a:ext cx="457200" cy="304800"/>
              <a:chOff x="3216" y="1584"/>
              <a:chExt cx="288" cy="192"/>
            </a:xfrm>
          </p:grpSpPr>
          <p:sp>
            <p:nvSpPr>
              <p:cNvPr id="57" name="Freeform 27">
                <a:extLst>
                  <a:ext uri="{FF2B5EF4-FFF2-40B4-BE49-F238E27FC236}">
                    <a16:creationId xmlns:a16="http://schemas.microsoft.com/office/drawing/2014/main" id="{5DE76CE5-AA01-EC47-8675-06295944CEF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16" y="1584"/>
                <a:ext cx="192" cy="192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44" y="48"/>
                  </a:cxn>
                  <a:cxn ang="0">
                    <a:pos x="0" y="96"/>
                  </a:cxn>
                  <a:cxn ang="0">
                    <a:pos x="0" y="0"/>
                  </a:cxn>
                </a:cxnLst>
                <a:rect l="0" t="0" r="r" b="b"/>
                <a:pathLst>
                  <a:path w="144" h="96">
                    <a:moveTo>
                      <a:pt x="0" y="0"/>
                    </a:moveTo>
                    <a:lnTo>
                      <a:pt x="144" y="48"/>
                    </a:lnTo>
                    <a:lnTo>
                      <a:pt x="0" y="96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28575" cap="flat" cmpd="sng">
                <a:solidFill>
                  <a:schemeClr val="tx2"/>
                </a:solidFill>
                <a:prstDash val="solid"/>
                <a:round/>
                <a:headEnd/>
                <a:tailEnd/>
              </a:ln>
              <a:effectLst/>
            </p:spPr>
            <p:txBody>
              <a:bodyPr anchor="ctr"/>
              <a:lstStyle/>
              <a:p>
                <a:endParaRPr lang="es-ES_tradnl" noProof="0" dirty="0"/>
              </a:p>
            </p:txBody>
          </p:sp>
          <p:sp>
            <p:nvSpPr>
              <p:cNvPr id="58" name="Oval 28">
                <a:extLst>
                  <a:ext uri="{FF2B5EF4-FFF2-40B4-BE49-F238E27FC236}">
                    <a16:creationId xmlns:a16="http://schemas.microsoft.com/office/drawing/2014/main" id="{A4452A8C-7941-2AE8-8634-58ED3190CD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08" y="1632"/>
                <a:ext cx="96" cy="96"/>
              </a:xfrm>
              <a:prstGeom prst="ellipse">
                <a:avLst/>
              </a:prstGeom>
              <a:noFill/>
              <a:ln w="28575">
                <a:solidFill>
                  <a:schemeClr val="tx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s-ES_tradnl" noProof="0" dirty="0"/>
              </a:p>
            </p:txBody>
          </p:sp>
        </p:grpSp>
        <p:grpSp>
          <p:nvGrpSpPr>
            <p:cNvPr id="25" name="Group 29">
              <a:extLst>
                <a:ext uri="{FF2B5EF4-FFF2-40B4-BE49-F238E27FC236}">
                  <a16:creationId xmlns:a16="http://schemas.microsoft.com/office/drawing/2014/main" id="{6BFC552A-B074-9D28-4368-EEFE2DC496E2}"/>
                </a:ext>
              </a:extLst>
            </p:cNvPr>
            <p:cNvGrpSpPr>
              <a:grpSpLocks/>
            </p:cNvGrpSpPr>
            <p:nvPr/>
          </p:nvGrpSpPr>
          <p:grpSpPr bwMode="auto">
            <a:xfrm rot="5400000">
              <a:off x="7143744" y="3028952"/>
              <a:ext cx="457200" cy="304800"/>
              <a:chOff x="3216" y="1584"/>
              <a:chExt cx="288" cy="192"/>
            </a:xfrm>
          </p:grpSpPr>
          <p:sp>
            <p:nvSpPr>
              <p:cNvPr id="55" name="Freeform 30">
                <a:extLst>
                  <a:ext uri="{FF2B5EF4-FFF2-40B4-BE49-F238E27FC236}">
                    <a16:creationId xmlns:a16="http://schemas.microsoft.com/office/drawing/2014/main" id="{259BC9E1-69E9-F3FC-A8EC-7F7098D8E34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16" y="1584"/>
                <a:ext cx="192" cy="192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44" y="48"/>
                  </a:cxn>
                  <a:cxn ang="0">
                    <a:pos x="0" y="96"/>
                  </a:cxn>
                  <a:cxn ang="0">
                    <a:pos x="0" y="0"/>
                  </a:cxn>
                </a:cxnLst>
                <a:rect l="0" t="0" r="r" b="b"/>
                <a:pathLst>
                  <a:path w="144" h="96">
                    <a:moveTo>
                      <a:pt x="0" y="0"/>
                    </a:moveTo>
                    <a:lnTo>
                      <a:pt x="144" y="48"/>
                    </a:lnTo>
                    <a:lnTo>
                      <a:pt x="0" y="96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28575" cap="flat" cmpd="sng">
                <a:solidFill>
                  <a:schemeClr val="tx2"/>
                </a:solidFill>
                <a:prstDash val="solid"/>
                <a:round/>
                <a:headEnd/>
                <a:tailEnd/>
              </a:ln>
              <a:effectLst/>
            </p:spPr>
            <p:txBody>
              <a:bodyPr anchor="ctr"/>
              <a:lstStyle/>
              <a:p>
                <a:endParaRPr lang="es-ES_tradnl" noProof="0" dirty="0"/>
              </a:p>
            </p:txBody>
          </p:sp>
          <p:sp>
            <p:nvSpPr>
              <p:cNvPr id="56" name="Oval 31">
                <a:extLst>
                  <a:ext uri="{FF2B5EF4-FFF2-40B4-BE49-F238E27FC236}">
                    <a16:creationId xmlns:a16="http://schemas.microsoft.com/office/drawing/2014/main" id="{688EE47F-9EA9-6298-CC50-C1E442777B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08" y="1632"/>
                <a:ext cx="96" cy="96"/>
              </a:xfrm>
              <a:prstGeom prst="ellipse">
                <a:avLst/>
              </a:prstGeom>
              <a:noFill/>
              <a:ln w="28575">
                <a:solidFill>
                  <a:schemeClr val="tx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s-ES_tradnl" noProof="0" dirty="0"/>
              </a:p>
            </p:txBody>
          </p:sp>
        </p:grpSp>
        <p:grpSp>
          <p:nvGrpSpPr>
            <p:cNvPr id="26" name="Group 32">
              <a:extLst>
                <a:ext uri="{FF2B5EF4-FFF2-40B4-BE49-F238E27FC236}">
                  <a16:creationId xmlns:a16="http://schemas.microsoft.com/office/drawing/2014/main" id="{06B9D514-7B2A-BA63-8658-CEC63E34520A}"/>
                </a:ext>
              </a:extLst>
            </p:cNvPr>
            <p:cNvGrpSpPr>
              <a:grpSpLocks/>
            </p:cNvGrpSpPr>
            <p:nvPr/>
          </p:nvGrpSpPr>
          <p:grpSpPr bwMode="auto">
            <a:xfrm rot="5400000">
              <a:off x="4171944" y="3028952"/>
              <a:ext cx="457200" cy="304800"/>
              <a:chOff x="3216" y="1584"/>
              <a:chExt cx="288" cy="192"/>
            </a:xfrm>
          </p:grpSpPr>
          <p:sp>
            <p:nvSpPr>
              <p:cNvPr id="53" name="Freeform 33">
                <a:extLst>
                  <a:ext uri="{FF2B5EF4-FFF2-40B4-BE49-F238E27FC236}">
                    <a16:creationId xmlns:a16="http://schemas.microsoft.com/office/drawing/2014/main" id="{3954F3FF-D8C1-91E2-0CE2-FC1F6588AAF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16" y="1584"/>
                <a:ext cx="192" cy="192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44" y="48"/>
                  </a:cxn>
                  <a:cxn ang="0">
                    <a:pos x="0" y="96"/>
                  </a:cxn>
                  <a:cxn ang="0">
                    <a:pos x="0" y="0"/>
                  </a:cxn>
                </a:cxnLst>
                <a:rect l="0" t="0" r="r" b="b"/>
                <a:pathLst>
                  <a:path w="144" h="96">
                    <a:moveTo>
                      <a:pt x="0" y="0"/>
                    </a:moveTo>
                    <a:lnTo>
                      <a:pt x="144" y="48"/>
                    </a:lnTo>
                    <a:lnTo>
                      <a:pt x="0" y="96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28575" cap="flat" cmpd="sng">
                <a:solidFill>
                  <a:schemeClr val="tx2"/>
                </a:solidFill>
                <a:prstDash val="solid"/>
                <a:round/>
                <a:headEnd/>
                <a:tailEnd/>
              </a:ln>
              <a:effectLst/>
            </p:spPr>
            <p:txBody>
              <a:bodyPr anchor="ctr"/>
              <a:lstStyle/>
              <a:p>
                <a:endParaRPr lang="es-ES_tradnl" noProof="0" dirty="0"/>
              </a:p>
            </p:txBody>
          </p:sp>
          <p:sp>
            <p:nvSpPr>
              <p:cNvPr id="54" name="Oval 34">
                <a:extLst>
                  <a:ext uri="{FF2B5EF4-FFF2-40B4-BE49-F238E27FC236}">
                    <a16:creationId xmlns:a16="http://schemas.microsoft.com/office/drawing/2014/main" id="{255F3E88-96DA-64A8-2508-226358070BC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08" y="1632"/>
                <a:ext cx="96" cy="96"/>
              </a:xfrm>
              <a:prstGeom prst="ellipse">
                <a:avLst/>
              </a:prstGeom>
              <a:noFill/>
              <a:ln w="28575">
                <a:solidFill>
                  <a:schemeClr val="tx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s-ES_tradnl" noProof="0" dirty="0"/>
              </a:p>
            </p:txBody>
          </p:sp>
        </p:grpSp>
        <p:grpSp>
          <p:nvGrpSpPr>
            <p:cNvPr id="27" name="Group 35">
              <a:extLst>
                <a:ext uri="{FF2B5EF4-FFF2-40B4-BE49-F238E27FC236}">
                  <a16:creationId xmlns:a16="http://schemas.microsoft.com/office/drawing/2014/main" id="{299F5FB0-5D1D-1733-834E-3A04F70FA09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00544" y="2647952"/>
              <a:ext cx="2971800" cy="304800"/>
              <a:chOff x="2016" y="1536"/>
              <a:chExt cx="1872" cy="192"/>
            </a:xfrm>
          </p:grpSpPr>
          <p:sp>
            <p:nvSpPr>
              <p:cNvPr id="50" name="Line 36">
                <a:extLst>
                  <a:ext uri="{FF2B5EF4-FFF2-40B4-BE49-F238E27FC236}">
                    <a16:creationId xmlns:a16="http://schemas.microsoft.com/office/drawing/2014/main" id="{3484A7CC-25AF-19AE-A83F-336590CB8F5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888" y="1536"/>
                <a:ext cx="0" cy="19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anchor="ctr"/>
              <a:lstStyle/>
              <a:p>
                <a:endParaRPr lang="es-ES_tradnl" noProof="0" dirty="0"/>
              </a:p>
            </p:txBody>
          </p:sp>
          <p:sp>
            <p:nvSpPr>
              <p:cNvPr id="51" name="Line 37">
                <a:extLst>
                  <a:ext uri="{FF2B5EF4-FFF2-40B4-BE49-F238E27FC236}">
                    <a16:creationId xmlns:a16="http://schemas.microsoft.com/office/drawing/2014/main" id="{5060666A-F3DD-C60E-043D-9B1731DB62B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168" y="1536"/>
                <a:ext cx="0" cy="19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anchor="ctr"/>
              <a:lstStyle/>
              <a:p>
                <a:endParaRPr lang="es-ES_tradnl" noProof="0" dirty="0"/>
              </a:p>
            </p:txBody>
          </p:sp>
          <p:sp>
            <p:nvSpPr>
              <p:cNvPr id="52" name="Line 38">
                <a:extLst>
                  <a:ext uri="{FF2B5EF4-FFF2-40B4-BE49-F238E27FC236}">
                    <a16:creationId xmlns:a16="http://schemas.microsoft.com/office/drawing/2014/main" id="{E9C85BD4-EDD1-D884-3AA4-CB668295C6C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016" y="1536"/>
                <a:ext cx="0" cy="19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anchor="ctr"/>
              <a:lstStyle/>
              <a:p>
                <a:endParaRPr lang="es-ES_tradnl" noProof="0" dirty="0"/>
              </a:p>
            </p:txBody>
          </p:sp>
        </p:grpSp>
        <p:sp>
          <p:nvSpPr>
            <p:cNvPr id="28" name="Line 39">
              <a:extLst>
                <a:ext uri="{FF2B5EF4-FFF2-40B4-BE49-F238E27FC236}">
                  <a16:creationId xmlns:a16="http://schemas.microsoft.com/office/drawing/2014/main" id="{BF18E686-C288-F05C-3DFB-3CDF7619019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677144" y="4171952"/>
              <a:ext cx="304800" cy="0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headEnd type="triangle" w="med" len="med"/>
              <a:tailEnd/>
            </a:ln>
            <a:effectLst/>
          </p:spPr>
          <p:txBody>
            <a:bodyPr anchor="ctr"/>
            <a:lstStyle/>
            <a:p>
              <a:endParaRPr lang="es-ES_tradnl" noProof="0" dirty="0"/>
            </a:p>
          </p:txBody>
        </p:sp>
        <p:sp>
          <p:nvSpPr>
            <p:cNvPr id="29" name="Line 40">
              <a:extLst>
                <a:ext uri="{FF2B5EF4-FFF2-40B4-BE49-F238E27FC236}">
                  <a16:creationId xmlns:a16="http://schemas.microsoft.com/office/drawing/2014/main" id="{D6F6E3A2-D693-247A-AA66-E6C525616C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76544" y="4171952"/>
              <a:ext cx="833438" cy="0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headEnd type="triangle" w="med" len="med"/>
              <a:tailEnd/>
            </a:ln>
            <a:effectLst/>
          </p:spPr>
          <p:txBody>
            <a:bodyPr anchor="ctr"/>
            <a:lstStyle/>
            <a:p>
              <a:endParaRPr lang="es-ES_tradnl" noProof="0" dirty="0"/>
            </a:p>
          </p:txBody>
        </p:sp>
        <p:grpSp>
          <p:nvGrpSpPr>
            <p:cNvPr id="30" name="Group 44">
              <a:extLst>
                <a:ext uri="{FF2B5EF4-FFF2-40B4-BE49-F238E27FC236}">
                  <a16:creationId xmlns:a16="http://schemas.microsoft.com/office/drawing/2014/main" id="{810905FC-5E07-96C6-796D-3A6F4E13563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797794" y="3714752"/>
              <a:ext cx="233363" cy="304800"/>
              <a:chOff x="4269" y="2400"/>
              <a:chExt cx="147" cy="192"/>
            </a:xfrm>
          </p:grpSpPr>
          <p:sp>
            <p:nvSpPr>
              <p:cNvPr id="48" name="Text Box 45">
                <a:extLst>
                  <a:ext uri="{FF2B5EF4-FFF2-40B4-BE49-F238E27FC236}">
                    <a16:creationId xmlns:a16="http://schemas.microsoft.com/office/drawing/2014/main" id="{1537A9F9-3170-A736-1496-D95153F8C97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269" y="2400"/>
                <a:ext cx="147" cy="192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lIns="0" tIns="0" rIns="0" bIns="0">
                <a:spAutoFit/>
              </a:bodyPr>
              <a:lstStyle/>
              <a:p>
                <a:pPr algn="ctr"/>
                <a:r>
                  <a:rPr lang="es-ES_tradnl" i="1" noProof="0" dirty="0">
                    <a:solidFill>
                      <a:schemeClr val="tx1"/>
                    </a:solidFill>
                  </a:rPr>
                  <a:t>p</a:t>
                </a:r>
                <a:r>
                  <a:rPr lang="es-ES_tradnl" b="1" i="1" baseline="-25000" noProof="0" dirty="0">
                    <a:solidFill>
                      <a:schemeClr val="tx1"/>
                    </a:solidFill>
                  </a:rPr>
                  <a:t>0</a:t>
                </a:r>
              </a:p>
            </p:txBody>
          </p:sp>
          <p:sp>
            <p:nvSpPr>
              <p:cNvPr id="49" name="Line 46">
                <a:extLst>
                  <a:ext uri="{FF2B5EF4-FFF2-40B4-BE49-F238E27FC236}">
                    <a16:creationId xmlns:a16="http://schemas.microsoft.com/office/drawing/2014/main" id="{8E22B30C-5BAF-8287-D5F7-5E8BFC346DE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86" y="2400"/>
                <a:ext cx="96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anchor="ctr"/>
              <a:lstStyle/>
              <a:p>
                <a:endParaRPr lang="es-ES_tradnl" noProof="0" dirty="0"/>
              </a:p>
            </p:txBody>
          </p:sp>
        </p:grpSp>
        <p:sp>
          <p:nvSpPr>
            <p:cNvPr id="31" name="Text Box 47">
              <a:extLst>
                <a:ext uri="{FF2B5EF4-FFF2-40B4-BE49-F238E27FC236}">
                  <a16:creationId xmlns:a16="http://schemas.microsoft.com/office/drawing/2014/main" id="{77D48A97-A8DF-77F5-63E2-9E2660B9803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026394" y="4019552"/>
              <a:ext cx="141288" cy="30480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0" tIns="0" rIns="0" bIns="0" anchor="ctr">
              <a:spAutoFit/>
            </a:bodyPr>
            <a:lstStyle/>
            <a:p>
              <a:pPr algn="ctr"/>
              <a:r>
                <a:rPr lang="es-ES_tradnl" noProof="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32" name="Text Box 48">
              <a:extLst>
                <a:ext uri="{FF2B5EF4-FFF2-40B4-BE49-F238E27FC236}">
                  <a16:creationId xmlns:a16="http://schemas.microsoft.com/office/drawing/2014/main" id="{EFAD6170-B6BE-8747-2E52-4EF4F511806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377107" y="3943352"/>
              <a:ext cx="219075" cy="30480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lang="es-ES_tradnl" i="1" noProof="0" dirty="0">
                  <a:solidFill>
                    <a:schemeClr val="tx1"/>
                  </a:solidFill>
                </a:rPr>
                <a:t>c</a:t>
              </a:r>
              <a:r>
                <a:rPr lang="es-ES_tradnl" b="1" i="1" baseline="-25000" noProof="0" dirty="0">
                  <a:solidFill>
                    <a:schemeClr val="tx1"/>
                  </a:solidFill>
                </a:rPr>
                <a:t>0</a:t>
              </a:r>
              <a:endParaRPr lang="es-ES_tradnl" b="1" i="1" baseline="-25000" noProof="0" dirty="0">
                <a:solidFill>
                  <a:schemeClr val="tx1"/>
                </a:solidFill>
                <a:cs typeface="Arial" charset="0"/>
              </a:endParaRPr>
            </a:p>
          </p:txBody>
        </p:sp>
        <p:sp>
          <p:nvSpPr>
            <p:cNvPr id="33" name="Line 49">
              <a:extLst>
                <a:ext uri="{FF2B5EF4-FFF2-40B4-BE49-F238E27FC236}">
                  <a16:creationId xmlns:a16="http://schemas.microsoft.com/office/drawing/2014/main" id="{CCBDCE07-CC56-D66D-32AA-95CC397EEBA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57544" y="4171952"/>
              <a:ext cx="0" cy="14478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anchor="ctr"/>
            <a:lstStyle/>
            <a:p>
              <a:endParaRPr lang="es-ES_tradnl" noProof="0" dirty="0"/>
            </a:p>
          </p:txBody>
        </p:sp>
        <p:sp>
          <p:nvSpPr>
            <p:cNvPr id="34" name="Freeform 50">
              <a:extLst>
                <a:ext uri="{FF2B5EF4-FFF2-40B4-BE49-F238E27FC236}">
                  <a16:creationId xmlns:a16="http://schemas.microsoft.com/office/drawing/2014/main" id="{7FCD2C1E-55CB-4AAA-3447-9271574BFD7D}"/>
                </a:ext>
              </a:extLst>
            </p:cNvPr>
            <p:cNvSpPr>
              <a:spLocks/>
            </p:cNvSpPr>
            <p:nvPr/>
          </p:nvSpPr>
          <p:spPr bwMode="auto">
            <a:xfrm>
              <a:off x="3562344" y="4629152"/>
              <a:ext cx="1066800" cy="990600"/>
            </a:xfrm>
            <a:custGeom>
              <a:avLst/>
              <a:gdLst/>
              <a:ahLst/>
              <a:cxnLst>
                <a:cxn ang="0">
                  <a:pos x="384" y="0"/>
                </a:cxn>
                <a:cxn ang="0">
                  <a:pos x="384" y="720"/>
                </a:cxn>
                <a:cxn ang="0">
                  <a:pos x="0" y="720"/>
                </a:cxn>
                <a:cxn ang="0">
                  <a:pos x="0" y="912"/>
                </a:cxn>
              </a:cxnLst>
              <a:rect l="0" t="0" r="r" b="b"/>
              <a:pathLst>
                <a:path w="384" h="912">
                  <a:moveTo>
                    <a:pt x="384" y="0"/>
                  </a:moveTo>
                  <a:lnTo>
                    <a:pt x="384" y="720"/>
                  </a:lnTo>
                  <a:lnTo>
                    <a:pt x="0" y="720"/>
                  </a:lnTo>
                  <a:lnTo>
                    <a:pt x="0" y="912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</p:spPr>
          <p:txBody>
            <a:bodyPr anchor="ctr"/>
            <a:lstStyle/>
            <a:p>
              <a:endParaRPr lang="es-ES_tradnl" noProof="0" dirty="0"/>
            </a:p>
          </p:txBody>
        </p:sp>
        <p:grpSp>
          <p:nvGrpSpPr>
            <p:cNvPr id="35" name="Group 51">
              <a:extLst>
                <a:ext uri="{FF2B5EF4-FFF2-40B4-BE49-F238E27FC236}">
                  <a16:creationId xmlns:a16="http://schemas.microsoft.com/office/drawing/2014/main" id="{FF89974A-3035-B1F6-2A5B-63619754909C}"/>
                </a:ext>
              </a:extLst>
            </p:cNvPr>
            <p:cNvGrpSpPr>
              <a:grpSpLocks/>
            </p:cNvGrpSpPr>
            <p:nvPr/>
          </p:nvGrpSpPr>
          <p:grpSpPr bwMode="auto">
            <a:xfrm rot="-5400000" flipH="1" flipV="1">
              <a:off x="3060694" y="5619752"/>
              <a:ext cx="685800" cy="533400"/>
              <a:chOff x="3264" y="3312"/>
              <a:chExt cx="678" cy="900"/>
            </a:xfrm>
          </p:grpSpPr>
          <p:sp>
            <p:nvSpPr>
              <p:cNvPr id="40" name="Freeform 52">
                <a:extLst>
                  <a:ext uri="{FF2B5EF4-FFF2-40B4-BE49-F238E27FC236}">
                    <a16:creationId xmlns:a16="http://schemas.microsoft.com/office/drawing/2014/main" id="{8AE6E839-712B-62D3-903C-E28610CCD7D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76" y="3749"/>
                <a:ext cx="366" cy="463"/>
              </a:xfrm>
              <a:custGeom>
                <a:avLst/>
                <a:gdLst/>
                <a:ahLst/>
                <a:cxnLst>
                  <a:cxn ang="0">
                    <a:pos x="0" y="199"/>
                  </a:cxn>
                  <a:cxn ang="0">
                    <a:pos x="0" y="199"/>
                  </a:cxn>
                  <a:cxn ang="0">
                    <a:pos x="0" y="199"/>
                  </a:cxn>
                  <a:cxn ang="0">
                    <a:pos x="0" y="199"/>
                  </a:cxn>
                  <a:cxn ang="0">
                    <a:pos x="0" y="199"/>
                  </a:cxn>
                  <a:cxn ang="0">
                    <a:pos x="0" y="199"/>
                  </a:cxn>
                  <a:cxn ang="0">
                    <a:pos x="0" y="199"/>
                  </a:cxn>
                  <a:cxn ang="0">
                    <a:pos x="27" y="199"/>
                  </a:cxn>
                  <a:cxn ang="0">
                    <a:pos x="53" y="196"/>
                  </a:cxn>
                  <a:cxn ang="0">
                    <a:pos x="79" y="192"/>
                  </a:cxn>
                  <a:cxn ang="0">
                    <a:pos x="105" y="186"/>
                  </a:cxn>
                  <a:cxn ang="0">
                    <a:pos x="130" y="178"/>
                  </a:cxn>
                  <a:cxn ang="0">
                    <a:pos x="155" y="168"/>
                  </a:cxn>
                  <a:cxn ang="0">
                    <a:pos x="179" y="158"/>
                  </a:cxn>
                  <a:cxn ang="0">
                    <a:pos x="202" y="145"/>
                  </a:cxn>
                  <a:cxn ang="0">
                    <a:pos x="223" y="132"/>
                  </a:cxn>
                  <a:cxn ang="0">
                    <a:pos x="245" y="117"/>
                  </a:cxn>
                  <a:cxn ang="0">
                    <a:pos x="265" y="101"/>
                  </a:cxn>
                  <a:cxn ang="0">
                    <a:pos x="284" y="82"/>
                  </a:cxn>
                  <a:cxn ang="0">
                    <a:pos x="302" y="64"/>
                  </a:cxn>
                  <a:cxn ang="0">
                    <a:pos x="319" y="43"/>
                  </a:cxn>
                  <a:cxn ang="0">
                    <a:pos x="334" y="22"/>
                  </a:cxn>
                  <a:cxn ang="0">
                    <a:pos x="348" y="0"/>
                  </a:cxn>
                </a:cxnLst>
                <a:rect l="0" t="0" r="r" b="b"/>
                <a:pathLst>
                  <a:path w="349" h="200">
                    <a:moveTo>
                      <a:pt x="0" y="199"/>
                    </a:moveTo>
                    <a:lnTo>
                      <a:pt x="0" y="199"/>
                    </a:lnTo>
                    <a:lnTo>
                      <a:pt x="0" y="199"/>
                    </a:lnTo>
                    <a:lnTo>
                      <a:pt x="0" y="199"/>
                    </a:lnTo>
                    <a:lnTo>
                      <a:pt x="0" y="199"/>
                    </a:lnTo>
                    <a:lnTo>
                      <a:pt x="0" y="199"/>
                    </a:lnTo>
                    <a:lnTo>
                      <a:pt x="0" y="199"/>
                    </a:lnTo>
                    <a:lnTo>
                      <a:pt x="27" y="199"/>
                    </a:lnTo>
                    <a:lnTo>
                      <a:pt x="53" y="196"/>
                    </a:lnTo>
                    <a:lnTo>
                      <a:pt x="79" y="192"/>
                    </a:lnTo>
                    <a:lnTo>
                      <a:pt x="105" y="186"/>
                    </a:lnTo>
                    <a:lnTo>
                      <a:pt x="130" y="178"/>
                    </a:lnTo>
                    <a:lnTo>
                      <a:pt x="155" y="168"/>
                    </a:lnTo>
                    <a:lnTo>
                      <a:pt x="179" y="158"/>
                    </a:lnTo>
                    <a:lnTo>
                      <a:pt x="202" y="145"/>
                    </a:lnTo>
                    <a:lnTo>
                      <a:pt x="223" y="132"/>
                    </a:lnTo>
                    <a:lnTo>
                      <a:pt x="245" y="117"/>
                    </a:lnTo>
                    <a:lnTo>
                      <a:pt x="265" y="101"/>
                    </a:lnTo>
                    <a:lnTo>
                      <a:pt x="284" y="82"/>
                    </a:lnTo>
                    <a:lnTo>
                      <a:pt x="302" y="64"/>
                    </a:lnTo>
                    <a:lnTo>
                      <a:pt x="319" y="43"/>
                    </a:lnTo>
                    <a:lnTo>
                      <a:pt x="334" y="22"/>
                    </a:lnTo>
                    <a:lnTo>
                      <a:pt x="348" y="0"/>
                    </a:lnTo>
                  </a:path>
                </a:pathLst>
              </a:custGeom>
              <a:noFill/>
              <a:ln w="25400" cap="rnd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endParaRPr lang="es-ES_tradnl" noProof="0" dirty="0"/>
              </a:p>
            </p:txBody>
          </p:sp>
          <p:sp>
            <p:nvSpPr>
              <p:cNvPr id="41" name="Line 53">
                <a:extLst>
                  <a:ext uri="{FF2B5EF4-FFF2-40B4-BE49-F238E27FC236}">
                    <a16:creationId xmlns:a16="http://schemas.microsoft.com/office/drawing/2014/main" id="{583507E3-3366-3809-C2B3-B41B07C8E39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313" y="4210"/>
                <a:ext cx="262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es-ES_tradnl" noProof="0" dirty="0"/>
              </a:p>
            </p:txBody>
          </p:sp>
          <p:sp>
            <p:nvSpPr>
              <p:cNvPr id="42" name="Freeform 54">
                <a:extLst>
                  <a:ext uri="{FF2B5EF4-FFF2-40B4-BE49-F238E27FC236}">
                    <a16:creationId xmlns:a16="http://schemas.microsoft.com/office/drawing/2014/main" id="{979E4598-1000-9D6D-B4E4-993211F8BEC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12" y="3762"/>
                <a:ext cx="87" cy="448"/>
              </a:xfrm>
              <a:custGeom>
                <a:avLst/>
                <a:gdLst/>
                <a:ahLst/>
                <a:cxnLst>
                  <a:cxn ang="0">
                    <a:pos x="0" y="192"/>
                  </a:cxn>
                  <a:cxn ang="0">
                    <a:pos x="0" y="192"/>
                  </a:cxn>
                  <a:cxn ang="0">
                    <a:pos x="9" y="182"/>
                  </a:cxn>
                  <a:cxn ang="0">
                    <a:pos x="18" y="172"/>
                  </a:cxn>
                  <a:cxn ang="0">
                    <a:pos x="27" y="161"/>
                  </a:cxn>
                  <a:cxn ang="0">
                    <a:pos x="34" y="151"/>
                  </a:cxn>
                  <a:cxn ang="0">
                    <a:pos x="42" y="139"/>
                  </a:cxn>
                  <a:cxn ang="0">
                    <a:pos x="48" y="128"/>
                  </a:cxn>
                  <a:cxn ang="0">
                    <a:pos x="55" y="116"/>
                  </a:cxn>
                  <a:cxn ang="0">
                    <a:pos x="60" y="103"/>
                  </a:cxn>
                  <a:cxn ang="0">
                    <a:pos x="65" y="91"/>
                  </a:cxn>
                  <a:cxn ang="0">
                    <a:pos x="70" y="78"/>
                  </a:cxn>
                  <a:cxn ang="0">
                    <a:pos x="73" y="65"/>
                  </a:cxn>
                  <a:cxn ang="0">
                    <a:pos x="76" y="53"/>
                  </a:cxn>
                  <a:cxn ang="0">
                    <a:pos x="79" y="39"/>
                  </a:cxn>
                  <a:cxn ang="0">
                    <a:pos x="81" y="26"/>
                  </a:cxn>
                  <a:cxn ang="0">
                    <a:pos x="82" y="13"/>
                  </a:cxn>
                  <a:cxn ang="0">
                    <a:pos x="82" y="0"/>
                  </a:cxn>
                </a:cxnLst>
                <a:rect l="0" t="0" r="r" b="b"/>
                <a:pathLst>
                  <a:path w="83" h="193">
                    <a:moveTo>
                      <a:pt x="0" y="192"/>
                    </a:moveTo>
                    <a:lnTo>
                      <a:pt x="0" y="192"/>
                    </a:lnTo>
                    <a:lnTo>
                      <a:pt x="9" y="182"/>
                    </a:lnTo>
                    <a:lnTo>
                      <a:pt x="18" y="172"/>
                    </a:lnTo>
                    <a:lnTo>
                      <a:pt x="27" y="161"/>
                    </a:lnTo>
                    <a:lnTo>
                      <a:pt x="34" y="151"/>
                    </a:lnTo>
                    <a:lnTo>
                      <a:pt x="42" y="139"/>
                    </a:lnTo>
                    <a:lnTo>
                      <a:pt x="48" y="128"/>
                    </a:lnTo>
                    <a:lnTo>
                      <a:pt x="55" y="116"/>
                    </a:lnTo>
                    <a:lnTo>
                      <a:pt x="60" y="103"/>
                    </a:lnTo>
                    <a:lnTo>
                      <a:pt x="65" y="91"/>
                    </a:lnTo>
                    <a:lnTo>
                      <a:pt x="70" y="78"/>
                    </a:lnTo>
                    <a:lnTo>
                      <a:pt x="73" y="65"/>
                    </a:lnTo>
                    <a:lnTo>
                      <a:pt x="76" y="53"/>
                    </a:lnTo>
                    <a:lnTo>
                      <a:pt x="79" y="39"/>
                    </a:lnTo>
                    <a:lnTo>
                      <a:pt x="81" y="26"/>
                    </a:lnTo>
                    <a:lnTo>
                      <a:pt x="82" y="13"/>
                    </a:lnTo>
                    <a:lnTo>
                      <a:pt x="82" y="0"/>
                    </a:lnTo>
                  </a:path>
                </a:pathLst>
              </a:custGeom>
              <a:noFill/>
              <a:ln w="25400" cap="rnd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endParaRPr lang="es-ES_tradnl" noProof="0" dirty="0"/>
              </a:p>
            </p:txBody>
          </p:sp>
          <p:sp>
            <p:nvSpPr>
              <p:cNvPr id="43" name="Freeform 55">
                <a:extLst>
                  <a:ext uri="{FF2B5EF4-FFF2-40B4-BE49-F238E27FC236}">
                    <a16:creationId xmlns:a16="http://schemas.microsoft.com/office/drawing/2014/main" id="{5C6D0676-4F5F-8DA9-15D6-3379AB9E43B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12" y="3314"/>
                <a:ext cx="87" cy="450"/>
              </a:xfrm>
              <a:custGeom>
                <a:avLst/>
                <a:gdLst/>
                <a:ahLst/>
                <a:cxnLst>
                  <a:cxn ang="0">
                    <a:pos x="82" y="193"/>
                  </a:cxn>
                  <a:cxn ang="0">
                    <a:pos x="82" y="193"/>
                  </a:cxn>
                  <a:cxn ang="0">
                    <a:pos x="82" y="179"/>
                  </a:cxn>
                  <a:cxn ang="0">
                    <a:pos x="81" y="166"/>
                  </a:cxn>
                  <a:cxn ang="0">
                    <a:pos x="79" y="153"/>
                  </a:cxn>
                  <a:cxn ang="0">
                    <a:pos x="76" y="139"/>
                  </a:cxn>
                  <a:cxn ang="0">
                    <a:pos x="73" y="127"/>
                  </a:cxn>
                  <a:cxn ang="0">
                    <a:pos x="70" y="114"/>
                  </a:cxn>
                  <a:cxn ang="0">
                    <a:pos x="65" y="101"/>
                  </a:cxn>
                  <a:cxn ang="0">
                    <a:pos x="60" y="89"/>
                  </a:cxn>
                  <a:cxn ang="0">
                    <a:pos x="55" y="76"/>
                  </a:cxn>
                  <a:cxn ang="0">
                    <a:pos x="48" y="64"/>
                  </a:cxn>
                  <a:cxn ang="0">
                    <a:pos x="42" y="53"/>
                  </a:cxn>
                  <a:cxn ang="0">
                    <a:pos x="34" y="41"/>
                  </a:cxn>
                  <a:cxn ang="0">
                    <a:pos x="27" y="31"/>
                  </a:cxn>
                  <a:cxn ang="0">
                    <a:pos x="18" y="20"/>
                  </a:cxn>
                  <a:cxn ang="0">
                    <a:pos x="9" y="10"/>
                  </a:cxn>
                  <a:cxn ang="0">
                    <a:pos x="0" y="0"/>
                  </a:cxn>
                </a:cxnLst>
                <a:rect l="0" t="0" r="r" b="b"/>
                <a:pathLst>
                  <a:path w="83" h="194">
                    <a:moveTo>
                      <a:pt x="82" y="193"/>
                    </a:moveTo>
                    <a:lnTo>
                      <a:pt x="82" y="193"/>
                    </a:lnTo>
                    <a:lnTo>
                      <a:pt x="82" y="179"/>
                    </a:lnTo>
                    <a:lnTo>
                      <a:pt x="81" y="166"/>
                    </a:lnTo>
                    <a:lnTo>
                      <a:pt x="79" y="153"/>
                    </a:lnTo>
                    <a:lnTo>
                      <a:pt x="76" y="139"/>
                    </a:lnTo>
                    <a:lnTo>
                      <a:pt x="73" y="127"/>
                    </a:lnTo>
                    <a:lnTo>
                      <a:pt x="70" y="114"/>
                    </a:lnTo>
                    <a:lnTo>
                      <a:pt x="65" y="101"/>
                    </a:lnTo>
                    <a:lnTo>
                      <a:pt x="60" y="89"/>
                    </a:lnTo>
                    <a:lnTo>
                      <a:pt x="55" y="76"/>
                    </a:lnTo>
                    <a:lnTo>
                      <a:pt x="48" y="64"/>
                    </a:lnTo>
                    <a:lnTo>
                      <a:pt x="42" y="53"/>
                    </a:lnTo>
                    <a:lnTo>
                      <a:pt x="34" y="41"/>
                    </a:lnTo>
                    <a:lnTo>
                      <a:pt x="27" y="31"/>
                    </a:lnTo>
                    <a:lnTo>
                      <a:pt x="18" y="20"/>
                    </a:lnTo>
                    <a:lnTo>
                      <a:pt x="9" y="10"/>
                    </a:lnTo>
                    <a:lnTo>
                      <a:pt x="0" y="0"/>
                    </a:lnTo>
                  </a:path>
                </a:pathLst>
              </a:custGeom>
              <a:noFill/>
              <a:ln w="25400" cap="rnd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endParaRPr lang="es-ES_tradnl" noProof="0" dirty="0"/>
              </a:p>
            </p:txBody>
          </p:sp>
          <p:sp>
            <p:nvSpPr>
              <p:cNvPr id="44" name="Line 56">
                <a:extLst>
                  <a:ext uri="{FF2B5EF4-FFF2-40B4-BE49-F238E27FC236}">
                    <a16:creationId xmlns:a16="http://schemas.microsoft.com/office/drawing/2014/main" id="{33766263-008A-A5E5-B5FA-3B5F6BFE116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13" y="3312"/>
                <a:ext cx="262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es-ES_tradnl" noProof="0" dirty="0"/>
              </a:p>
            </p:txBody>
          </p:sp>
          <p:sp>
            <p:nvSpPr>
              <p:cNvPr id="45" name="Freeform 57">
                <a:extLst>
                  <a:ext uri="{FF2B5EF4-FFF2-40B4-BE49-F238E27FC236}">
                    <a16:creationId xmlns:a16="http://schemas.microsoft.com/office/drawing/2014/main" id="{878C2457-F636-C3FC-B412-CE3065A39AC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76" y="3312"/>
                <a:ext cx="366" cy="463"/>
              </a:xfrm>
              <a:custGeom>
                <a:avLst/>
                <a:gdLst/>
                <a:ahLst/>
                <a:cxnLst>
                  <a:cxn ang="0">
                    <a:pos x="348" y="199"/>
                  </a:cxn>
                  <a:cxn ang="0">
                    <a:pos x="348" y="199"/>
                  </a:cxn>
                  <a:cxn ang="0">
                    <a:pos x="334" y="177"/>
                  </a:cxn>
                  <a:cxn ang="0">
                    <a:pos x="319" y="156"/>
                  </a:cxn>
                  <a:cxn ang="0">
                    <a:pos x="302" y="135"/>
                  </a:cxn>
                  <a:cxn ang="0">
                    <a:pos x="284" y="117"/>
                  </a:cxn>
                  <a:cxn ang="0">
                    <a:pos x="265" y="98"/>
                  </a:cxn>
                  <a:cxn ang="0">
                    <a:pos x="245" y="82"/>
                  </a:cxn>
                  <a:cxn ang="0">
                    <a:pos x="223" y="67"/>
                  </a:cxn>
                  <a:cxn ang="0">
                    <a:pos x="202" y="54"/>
                  </a:cxn>
                  <a:cxn ang="0">
                    <a:pos x="179" y="41"/>
                  </a:cxn>
                  <a:cxn ang="0">
                    <a:pos x="155" y="31"/>
                  </a:cxn>
                  <a:cxn ang="0">
                    <a:pos x="130" y="21"/>
                  </a:cxn>
                  <a:cxn ang="0">
                    <a:pos x="105" y="13"/>
                  </a:cxn>
                  <a:cxn ang="0">
                    <a:pos x="79" y="7"/>
                  </a:cxn>
                  <a:cxn ang="0">
                    <a:pos x="53" y="3"/>
                  </a:cxn>
                  <a:cxn ang="0">
                    <a:pos x="27" y="0"/>
                  </a:cxn>
                  <a:cxn ang="0">
                    <a:pos x="0" y="0"/>
                  </a:cxn>
                </a:cxnLst>
                <a:rect l="0" t="0" r="r" b="b"/>
                <a:pathLst>
                  <a:path w="349" h="200">
                    <a:moveTo>
                      <a:pt x="348" y="199"/>
                    </a:moveTo>
                    <a:lnTo>
                      <a:pt x="348" y="199"/>
                    </a:lnTo>
                    <a:lnTo>
                      <a:pt x="334" y="177"/>
                    </a:lnTo>
                    <a:lnTo>
                      <a:pt x="319" y="156"/>
                    </a:lnTo>
                    <a:lnTo>
                      <a:pt x="302" y="135"/>
                    </a:lnTo>
                    <a:lnTo>
                      <a:pt x="284" y="117"/>
                    </a:lnTo>
                    <a:lnTo>
                      <a:pt x="265" y="98"/>
                    </a:lnTo>
                    <a:lnTo>
                      <a:pt x="245" y="82"/>
                    </a:lnTo>
                    <a:lnTo>
                      <a:pt x="223" y="67"/>
                    </a:lnTo>
                    <a:lnTo>
                      <a:pt x="202" y="54"/>
                    </a:lnTo>
                    <a:lnTo>
                      <a:pt x="179" y="41"/>
                    </a:lnTo>
                    <a:lnTo>
                      <a:pt x="155" y="31"/>
                    </a:lnTo>
                    <a:lnTo>
                      <a:pt x="130" y="21"/>
                    </a:lnTo>
                    <a:lnTo>
                      <a:pt x="105" y="13"/>
                    </a:lnTo>
                    <a:lnTo>
                      <a:pt x="79" y="7"/>
                    </a:lnTo>
                    <a:lnTo>
                      <a:pt x="53" y="3"/>
                    </a:lnTo>
                    <a:lnTo>
                      <a:pt x="27" y="0"/>
                    </a:lnTo>
                    <a:lnTo>
                      <a:pt x="0" y="0"/>
                    </a:lnTo>
                  </a:path>
                </a:pathLst>
              </a:custGeom>
              <a:noFill/>
              <a:ln w="25400" cap="rnd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endParaRPr lang="es-ES_tradnl" noProof="0" dirty="0"/>
              </a:p>
            </p:txBody>
          </p:sp>
          <p:sp>
            <p:nvSpPr>
              <p:cNvPr id="46" name="Freeform 58">
                <a:extLst>
                  <a:ext uri="{FF2B5EF4-FFF2-40B4-BE49-F238E27FC236}">
                    <a16:creationId xmlns:a16="http://schemas.microsoft.com/office/drawing/2014/main" id="{CE28A2E4-DD05-8720-A421-85CA340D0F6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64" y="3760"/>
                <a:ext cx="87" cy="448"/>
              </a:xfrm>
              <a:custGeom>
                <a:avLst/>
                <a:gdLst/>
                <a:ahLst/>
                <a:cxnLst>
                  <a:cxn ang="0">
                    <a:pos x="0" y="192"/>
                  </a:cxn>
                  <a:cxn ang="0">
                    <a:pos x="0" y="192"/>
                  </a:cxn>
                  <a:cxn ang="0">
                    <a:pos x="9" y="182"/>
                  </a:cxn>
                  <a:cxn ang="0">
                    <a:pos x="18" y="172"/>
                  </a:cxn>
                  <a:cxn ang="0">
                    <a:pos x="27" y="161"/>
                  </a:cxn>
                  <a:cxn ang="0">
                    <a:pos x="34" y="151"/>
                  </a:cxn>
                  <a:cxn ang="0">
                    <a:pos x="42" y="139"/>
                  </a:cxn>
                  <a:cxn ang="0">
                    <a:pos x="48" y="128"/>
                  </a:cxn>
                  <a:cxn ang="0">
                    <a:pos x="55" y="116"/>
                  </a:cxn>
                  <a:cxn ang="0">
                    <a:pos x="60" y="103"/>
                  </a:cxn>
                  <a:cxn ang="0">
                    <a:pos x="65" y="91"/>
                  </a:cxn>
                  <a:cxn ang="0">
                    <a:pos x="70" y="78"/>
                  </a:cxn>
                  <a:cxn ang="0">
                    <a:pos x="73" y="65"/>
                  </a:cxn>
                  <a:cxn ang="0">
                    <a:pos x="76" y="53"/>
                  </a:cxn>
                  <a:cxn ang="0">
                    <a:pos x="79" y="39"/>
                  </a:cxn>
                  <a:cxn ang="0">
                    <a:pos x="81" y="26"/>
                  </a:cxn>
                  <a:cxn ang="0">
                    <a:pos x="82" y="13"/>
                  </a:cxn>
                  <a:cxn ang="0">
                    <a:pos x="82" y="0"/>
                  </a:cxn>
                </a:cxnLst>
                <a:rect l="0" t="0" r="r" b="b"/>
                <a:pathLst>
                  <a:path w="83" h="193">
                    <a:moveTo>
                      <a:pt x="0" y="192"/>
                    </a:moveTo>
                    <a:lnTo>
                      <a:pt x="0" y="192"/>
                    </a:lnTo>
                    <a:lnTo>
                      <a:pt x="9" y="182"/>
                    </a:lnTo>
                    <a:lnTo>
                      <a:pt x="18" y="172"/>
                    </a:lnTo>
                    <a:lnTo>
                      <a:pt x="27" y="161"/>
                    </a:lnTo>
                    <a:lnTo>
                      <a:pt x="34" y="151"/>
                    </a:lnTo>
                    <a:lnTo>
                      <a:pt x="42" y="139"/>
                    </a:lnTo>
                    <a:lnTo>
                      <a:pt x="48" y="128"/>
                    </a:lnTo>
                    <a:lnTo>
                      <a:pt x="55" y="116"/>
                    </a:lnTo>
                    <a:lnTo>
                      <a:pt x="60" y="103"/>
                    </a:lnTo>
                    <a:lnTo>
                      <a:pt x="65" y="91"/>
                    </a:lnTo>
                    <a:lnTo>
                      <a:pt x="70" y="78"/>
                    </a:lnTo>
                    <a:lnTo>
                      <a:pt x="73" y="65"/>
                    </a:lnTo>
                    <a:lnTo>
                      <a:pt x="76" y="53"/>
                    </a:lnTo>
                    <a:lnTo>
                      <a:pt x="79" y="39"/>
                    </a:lnTo>
                    <a:lnTo>
                      <a:pt x="81" y="26"/>
                    </a:lnTo>
                    <a:lnTo>
                      <a:pt x="82" y="13"/>
                    </a:lnTo>
                    <a:lnTo>
                      <a:pt x="82" y="0"/>
                    </a:lnTo>
                  </a:path>
                </a:pathLst>
              </a:custGeom>
              <a:noFill/>
              <a:ln w="25400" cap="rnd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endParaRPr lang="es-ES_tradnl" noProof="0" dirty="0"/>
              </a:p>
            </p:txBody>
          </p:sp>
          <p:sp>
            <p:nvSpPr>
              <p:cNvPr id="47" name="Freeform 59">
                <a:extLst>
                  <a:ext uri="{FF2B5EF4-FFF2-40B4-BE49-F238E27FC236}">
                    <a16:creationId xmlns:a16="http://schemas.microsoft.com/office/drawing/2014/main" id="{B2A3686F-8F35-9D95-740D-842B266F537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64" y="3312"/>
                <a:ext cx="87" cy="450"/>
              </a:xfrm>
              <a:custGeom>
                <a:avLst/>
                <a:gdLst/>
                <a:ahLst/>
                <a:cxnLst>
                  <a:cxn ang="0">
                    <a:pos x="82" y="193"/>
                  </a:cxn>
                  <a:cxn ang="0">
                    <a:pos x="82" y="193"/>
                  </a:cxn>
                  <a:cxn ang="0">
                    <a:pos x="82" y="179"/>
                  </a:cxn>
                  <a:cxn ang="0">
                    <a:pos x="81" y="166"/>
                  </a:cxn>
                  <a:cxn ang="0">
                    <a:pos x="79" y="153"/>
                  </a:cxn>
                  <a:cxn ang="0">
                    <a:pos x="76" y="139"/>
                  </a:cxn>
                  <a:cxn ang="0">
                    <a:pos x="73" y="127"/>
                  </a:cxn>
                  <a:cxn ang="0">
                    <a:pos x="70" y="114"/>
                  </a:cxn>
                  <a:cxn ang="0">
                    <a:pos x="65" y="101"/>
                  </a:cxn>
                  <a:cxn ang="0">
                    <a:pos x="60" y="89"/>
                  </a:cxn>
                  <a:cxn ang="0">
                    <a:pos x="55" y="76"/>
                  </a:cxn>
                  <a:cxn ang="0">
                    <a:pos x="48" y="64"/>
                  </a:cxn>
                  <a:cxn ang="0">
                    <a:pos x="42" y="53"/>
                  </a:cxn>
                  <a:cxn ang="0">
                    <a:pos x="34" y="41"/>
                  </a:cxn>
                  <a:cxn ang="0">
                    <a:pos x="27" y="31"/>
                  </a:cxn>
                  <a:cxn ang="0">
                    <a:pos x="18" y="20"/>
                  </a:cxn>
                  <a:cxn ang="0">
                    <a:pos x="9" y="10"/>
                  </a:cxn>
                  <a:cxn ang="0">
                    <a:pos x="0" y="0"/>
                  </a:cxn>
                </a:cxnLst>
                <a:rect l="0" t="0" r="r" b="b"/>
                <a:pathLst>
                  <a:path w="83" h="194">
                    <a:moveTo>
                      <a:pt x="82" y="193"/>
                    </a:moveTo>
                    <a:lnTo>
                      <a:pt x="82" y="193"/>
                    </a:lnTo>
                    <a:lnTo>
                      <a:pt x="82" y="179"/>
                    </a:lnTo>
                    <a:lnTo>
                      <a:pt x="81" y="166"/>
                    </a:lnTo>
                    <a:lnTo>
                      <a:pt x="79" y="153"/>
                    </a:lnTo>
                    <a:lnTo>
                      <a:pt x="76" y="139"/>
                    </a:lnTo>
                    <a:lnTo>
                      <a:pt x="73" y="127"/>
                    </a:lnTo>
                    <a:lnTo>
                      <a:pt x="70" y="114"/>
                    </a:lnTo>
                    <a:lnTo>
                      <a:pt x="65" y="101"/>
                    </a:lnTo>
                    <a:lnTo>
                      <a:pt x="60" y="89"/>
                    </a:lnTo>
                    <a:lnTo>
                      <a:pt x="55" y="76"/>
                    </a:lnTo>
                    <a:lnTo>
                      <a:pt x="48" y="64"/>
                    </a:lnTo>
                    <a:lnTo>
                      <a:pt x="42" y="53"/>
                    </a:lnTo>
                    <a:lnTo>
                      <a:pt x="34" y="41"/>
                    </a:lnTo>
                    <a:lnTo>
                      <a:pt x="27" y="31"/>
                    </a:lnTo>
                    <a:lnTo>
                      <a:pt x="18" y="20"/>
                    </a:lnTo>
                    <a:lnTo>
                      <a:pt x="9" y="10"/>
                    </a:lnTo>
                    <a:lnTo>
                      <a:pt x="0" y="0"/>
                    </a:lnTo>
                  </a:path>
                </a:pathLst>
              </a:custGeom>
              <a:noFill/>
              <a:ln w="25400" cap="rnd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endParaRPr lang="es-ES_tradnl" noProof="0" dirty="0"/>
              </a:p>
            </p:txBody>
          </p:sp>
        </p:grpSp>
        <p:sp>
          <p:nvSpPr>
            <p:cNvPr id="36" name="Line 60">
              <a:extLst>
                <a:ext uri="{FF2B5EF4-FFF2-40B4-BE49-F238E27FC236}">
                  <a16:creationId xmlns:a16="http://schemas.microsoft.com/office/drawing/2014/main" id="{E78A06D1-9289-B684-E8E0-63BD20656F8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09944" y="6229352"/>
              <a:ext cx="0" cy="3048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anchor="ctr"/>
            <a:lstStyle/>
            <a:p>
              <a:endParaRPr lang="es-ES_tradnl" noProof="0" dirty="0"/>
            </a:p>
          </p:txBody>
        </p:sp>
        <p:sp>
          <p:nvSpPr>
            <p:cNvPr id="37" name="Text Box 61">
              <a:extLst>
                <a:ext uri="{FF2B5EF4-FFF2-40B4-BE49-F238E27FC236}">
                  <a16:creationId xmlns:a16="http://schemas.microsoft.com/office/drawing/2014/main" id="{9681118A-0825-57F2-26A6-A7F2E10734C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78219" y="6229352"/>
              <a:ext cx="169863" cy="30480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lang="es-ES_tradnl" i="1" noProof="0" dirty="0">
                  <a:solidFill>
                    <a:schemeClr val="tx1"/>
                  </a:solidFill>
                </a:rPr>
                <a:t>V</a:t>
              </a:r>
            </a:p>
          </p:txBody>
        </p:sp>
        <p:sp>
          <p:nvSpPr>
            <p:cNvPr id="38" name="Text Box 62">
              <a:extLst>
                <a:ext uri="{FF2B5EF4-FFF2-40B4-BE49-F238E27FC236}">
                  <a16:creationId xmlns:a16="http://schemas.microsoft.com/office/drawing/2014/main" id="{A277DC34-8B94-A379-C8F2-D80FB0EBA8C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44994" y="4248152"/>
              <a:ext cx="412750" cy="30480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0" tIns="0" rIns="0" bIns="0">
              <a:spAutoFit/>
            </a:bodyPr>
            <a:lstStyle/>
            <a:p>
              <a:r>
                <a:rPr lang="es-ES_tradnl" i="1" noProof="0" dirty="0" err="1">
                  <a:solidFill>
                    <a:schemeClr val="tx1"/>
                  </a:solidFill>
                </a:rPr>
                <a:t>c</a:t>
              </a:r>
              <a:r>
                <a:rPr lang="es-ES_tradnl" b="1" i="1" baseline="-25000" noProof="0" dirty="0" err="1">
                  <a:solidFill>
                    <a:schemeClr val="tx1"/>
                  </a:solidFill>
                </a:rPr>
                <a:t>n</a:t>
              </a:r>
              <a:r>
                <a:rPr lang="es-ES_tradnl" b="1" i="1" baseline="-25000" noProof="0" dirty="0">
                  <a:solidFill>
                    <a:schemeClr val="tx1"/>
                  </a:solidFill>
                </a:rPr>
                <a:t>–1</a:t>
              </a:r>
              <a:endParaRPr lang="es-ES_tradnl" b="1" i="1" baseline="-25000" noProof="0" dirty="0">
                <a:solidFill>
                  <a:schemeClr val="tx1"/>
                </a:solidFill>
                <a:cs typeface="Arial" charset="0"/>
              </a:endParaRPr>
            </a:p>
          </p:txBody>
        </p:sp>
        <p:sp>
          <p:nvSpPr>
            <p:cNvPr id="39" name="Text Box 65">
              <a:extLst>
                <a:ext uri="{FF2B5EF4-FFF2-40B4-BE49-F238E27FC236}">
                  <a16:creationId xmlns:a16="http://schemas.microsoft.com/office/drawing/2014/main" id="{DE3E34ED-28E8-BD7A-B2F0-86794007373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91057" y="4705352"/>
              <a:ext cx="421590" cy="307777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0" tIns="0" rIns="0" bIns="0">
              <a:spAutoFit/>
            </a:bodyPr>
            <a:lstStyle/>
            <a:p>
              <a:r>
                <a:rPr lang="es-ES_tradnl" i="1" noProof="0" dirty="0" err="1">
                  <a:solidFill>
                    <a:schemeClr val="tx1"/>
                  </a:solidFill>
                </a:rPr>
                <a:t>c</a:t>
              </a:r>
              <a:r>
                <a:rPr lang="es-ES_tradnl" b="1" i="1" baseline="-25000" noProof="0" dirty="0" err="1">
                  <a:solidFill>
                    <a:schemeClr val="tx1"/>
                  </a:solidFill>
                </a:rPr>
                <a:t>n</a:t>
              </a:r>
              <a:r>
                <a:rPr lang="es-ES_tradnl" b="1" i="1" baseline="-25000" noProof="0" dirty="0">
                  <a:solidFill>
                    <a:schemeClr val="tx1"/>
                  </a:solidFill>
                  <a:cs typeface="Arial" charset="0"/>
                </a:rPr>
                <a:t>–1</a:t>
              </a:r>
              <a:endParaRPr lang="es-ES_tradnl" b="1" i="1" baseline="-25000" noProof="0" dirty="0">
                <a:solidFill>
                  <a:schemeClr val="tx1"/>
                </a:solidFill>
              </a:endParaRPr>
            </a:p>
          </p:txBody>
        </p:sp>
      </p:grpSp>
      <p:sp>
        <p:nvSpPr>
          <p:cNvPr id="62" name="Text Box 141">
            <a:extLst>
              <a:ext uri="{FF2B5EF4-FFF2-40B4-BE49-F238E27FC236}">
                <a16:creationId xmlns:a16="http://schemas.microsoft.com/office/drawing/2014/main" id="{1FC4DDAD-F618-0D64-95F7-9015A608A3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70715" y="3828486"/>
            <a:ext cx="231775" cy="3079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0" tIns="0" rIns="0" bIns="0">
            <a:spAutoFit/>
          </a:bodyPr>
          <a:lstStyle/>
          <a:p>
            <a:pPr algn="r"/>
            <a:r>
              <a:rPr lang="es-ES_tradnl" i="1" noProof="0" dirty="0" err="1">
                <a:solidFill>
                  <a:schemeClr val="tx1"/>
                </a:solidFill>
              </a:rPr>
              <a:t>c</a:t>
            </a:r>
            <a:r>
              <a:rPr lang="es-ES_tradnl" b="1" i="1" baseline="-25000" noProof="0" dirty="0" err="1">
                <a:solidFill>
                  <a:schemeClr val="tx1"/>
                </a:solidFill>
              </a:rPr>
              <a:t>n</a:t>
            </a:r>
            <a:endParaRPr lang="es-ES_tradnl" b="1" i="1" baseline="-25000" noProof="0" dirty="0">
              <a:solidFill>
                <a:schemeClr val="tx1"/>
              </a:solidFill>
            </a:endParaRPr>
          </a:p>
        </p:txBody>
      </p:sp>
      <p:sp>
        <p:nvSpPr>
          <p:cNvPr id="63" name="Line 142">
            <a:extLst>
              <a:ext uri="{FF2B5EF4-FFF2-40B4-BE49-F238E27FC236}">
                <a16:creationId xmlns:a16="http://schemas.microsoft.com/office/drawing/2014/main" id="{F239C6BE-F260-DB5B-1FC9-D27B03EB5A62}"/>
              </a:ext>
            </a:extLst>
          </p:cNvPr>
          <p:cNvSpPr>
            <a:spLocks noChangeShapeType="1"/>
          </p:cNvSpPr>
          <p:nvPr/>
        </p:nvSpPr>
        <p:spPr bwMode="auto">
          <a:xfrm>
            <a:off x="3691353" y="3828486"/>
            <a:ext cx="1524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anchor="ctr"/>
          <a:lstStyle/>
          <a:p>
            <a:endParaRPr lang="es-ES_tradnl" noProof="0" dirty="0"/>
          </a:p>
        </p:txBody>
      </p:sp>
    </p:spTree>
    <p:extLst>
      <p:ext uri="{BB962C8B-B14F-4D97-AF65-F5344CB8AC3E}">
        <p14:creationId xmlns:p14="http://schemas.microsoft.com/office/powerpoint/2010/main" val="344064945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E7FEC8-2614-78BC-6490-6AB427C8BD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A7E6EB1E-EE9D-BE0A-88EA-1BF3B7F9BA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Operadores de resta </a:t>
            </a:r>
            <a:endParaRPr lang="en-US" dirty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81DF090-A18E-1F75-D508-BC2521B138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_tradnl" dirty="0"/>
              <a:t>Diseño clásico del sumador/restador</a:t>
            </a:r>
          </a:p>
          <a:p>
            <a:endParaRPr lang="en-US" dirty="0"/>
          </a:p>
        </p:txBody>
      </p:sp>
      <p:grpSp>
        <p:nvGrpSpPr>
          <p:cNvPr id="2" name="Group 145">
            <a:extLst>
              <a:ext uri="{FF2B5EF4-FFF2-40B4-BE49-F238E27FC236}">
                <a16:creationId xmlns:a16="http://schemas.microsoft.com/office/drawing/2014/main" id="{FBA121AC-2778-45F0-015F-5F6E0C319923}"/>
              </a:ext>
            </a:extLst>
          </p:cNvPr>
          <p:cNvGrpSpPr>
            <a:grpSpLocks/>
          </p:cNvGrpSpPr>
          <p:nvPr/>
        </p:nvGrpSpPr>
        <p:grpSpPr bwMode="auto">
          <a:xfrm>
            <a:off x="1371600" y="1600200"/>
            <a:ext cx="7010400" cy="4495800"/>
            <a:chOff x="864" y="1152"/>
            <a:chExt cx="4416" cy="2832"/>
          </a:xfrm>
        </p:grpSpPr>
        <p:sp>
          <p:nvSpPr>
            <p:cNvPr id="12288" name="Line 144">
              <a:extLst>
                <a:ext uri="{FF2B5EF4-FFF2-40B4-BE49-F238E27FC236}">
                  <a16:creationId xmlns:a16="http://schemas.microsoft.com/office/drawing/2014/main" id="{704DFC27-EBC8-AFDE-68E3-A963CFB79CC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00" y="2496"/>
              <a:ext cx="0" cy="91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anchor="ctr"/>
            <a:lstStyle/>
            <a:p>
              <a:endParaRPr lang="es-ES_tradnl" noProof="0" dirty="0"/>
            </a:p>
          </p:txBody>
        </p:sp>
        <p:sp>
          <p:nvSpPr>
            <p:cNvPr id="12289" name="Rectangle 4">
              <a:extLst>
                <a:ext uri="{FF2B5EF4-FFF2-40B4-BE49-F238E27FC236}">
                  <a16:creationId xmlns:a16="http://schemas.microsoft.com/office/drawing/2014/main" id="{451C9A44-334B-2C6D-1AC8-A086FFD068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0" y="2208"/>
              <a:ext cx="2675" cy="576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s-ES_tradnl" noProof="0" dirty="0">
                  <a:solidFill>
                    <a:schemeClr val="tx1"/>
                  </a:solidFill>
                  <a:cs typeface="Arial" charset="0"/>
                </a:rPr>
                <a:t>Sumador de </a:t>
              </a:r>
              <a:r>
                <a:rPr lang="es-ES_tradnl" i="1" noProof="0" dirty="0">
                  <a:solidFill>
                    <a:schemeClr val="tx1"/>
                  </a:solidFill>
                  <a:cs typeface="Arial" charset="0"/>
                </a:rPr>
                <a:t>n</a:t>
              </a:r>
              <a:r>
                <a:rPr lang="es-ES_tradnl" noProof="0" dirty="0">
                  <a:solidFill>
                    <a:schemeClr val="tx1"/>
                  </a:solidFill>
                  <a:cs typeface="Arial" charset="0"/>
                </a:rPr>
                <a:t> bits</a:t>
              </a:r>
              <a:endParaRPr lang="es-ES_tradnl" noProof="0" dirty="0">
                <a:solidFill>
                  <a:schemeClr val="tx1"/>
                </a:solidFill>
              </a:endParaRPr>
            </a:p>
          </p:txBody>
        </p:sp>
        <p:sp>
          <p:nvSpPr>
            <p:cNvPr id="12291" name="Line 6">
              <a:extLst>
                <a:ext uri="{FF2B5EF4-FFF2-40B4-BE49-F238E27FC236}">
                  <a16:creationId xmlns:a16="http://schemas.microsoft.com/office/drawing/2014/main" id="{1CE2D3CB-1055-5CBD-73F7-B1B64B98FE5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971" y="2016"/>
              <a:ext cx="0" cy="192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/>
            </a:ln>
            <a:effectLst/>
          </p:spPr>
          <p:txBody>
            <a:bodyPr anchor="ctr"/>
            <a:lstStyle/>
            <a:p>
              <a:endParaRPr lang="es-ES_tradnl" noProof="0" dirty="0"/>
            </a:p>
          </p:txBody>
        </p:sp>
        <p:sp>
          <p:nvSpPr>
            <p:cNvPr id="12292" name="Text Box 8">
              <a:extLst>
                <a:ext uri="{FF2B5EF4-FFF2-40B4-BE49-F238E27FC236}">
                  <a16:creationId xmlns:a16="http://schemas.microsoft.com/office/drawing/2014/main" id="{E556ED72-CD75-5FF3-D21A-96E02EC3705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31" y="1776"/>
              <a:ext cx="147" cy="19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lang="es-ES_tradnl" i="1" noProof="0" dirty="0">
                  <a:solidFill>
                    <a:schemeClr val="tx1"/>
                  </a:solidFill>
                </a:rPr>
                <a:t>a</a:t>
              </a:r>
              <a:r>
                <a:rPr lang="es-ES_tradnl" b="1" i="1" baseline="-25000" noProof="0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12293" name="Text Box 10">
              <a:extLst>
                <a:ext uri="{FF2B5EF4-FFF2-40B4-BE49-F238E27FC236}">
                  <a16:creationId xmlns:a16="http://schemas.microsoft.com/office/drawing/2014/main" id="{51893F73-88D7-287D-3C94-F95DC083B8D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37" y="1152"/>
              <a:ext cx="147" cy="19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lang="es-ES_tradnl" i="1" noProof="0" dirty="0">
                  <a:solidFill>
                    <a:schemeClr val="tx1"/>
                  </a:solidFill>
                </a:rPr>
                <a:t>b</a:t>
              </a:r>
              <a:r>
                <a:rPr lang="es-ES_tradnl" b="1" i="1" baseline="-25000" noProof="0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12294" name="Text Box 11">
              <a:extLst>
                <a:ext uri="{FF2B5EF4-FFF2-40B4-BE49-F238E27FC236}">
                  <a16:creationId xmlns:a16="http://schemas.microsoft.com/office/drawing/2014/main" id="{20739E4D-E10C-A501-3CD7-7046BA23E5A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88" y="2976"/>
              <a:ext cx="111" cy="19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lang="es-ES_tradnl" i="1" noProof="0" dirty="0">
                  <a:solidFill>
                    <a:schemeClr val="tx1"/>
                  </a:solidFill>
                </a:rPr>
                <a:t>r</a:t>
              </a:r>
              <a:r>
                <a:rPr lang="es-ES_tradnl" b="1" i="1" baseline="-25000" noProof="0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12295" name="Line 14">
              <a:extLst>
                <a:ext uri="{FF2B5EF4-FFF2-40B4-BE49-F238E27FC236}">
                  <a16:creationId xmlns:a16="http://schemas.microsoft.com/office/drawing/2014/main" id="{EA578904-2773-5D05-5E0D-FE1A51E4C86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51" y="2016"/>
              <a:ext cx="0" cy="192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/>
            </a:ln>
            <a:effectLst/>
          </p:spPr>
          <p:txBody>
            <a:bodyPr anchor="ctr"/>
            <a:lstStyle/>
            <a:p>
              <a:endParaRPr lang="es-ES_tradnl" noProof="0" dirty="0"/>
            </a:p>
          </p:txBody>
        </p:sp>
        <p:sp>
          <p:nvSpPr>
            <p:cNvPr id="12296" name="Text Box 16">
              <a:extLst>
                <a:ext uri="{FF2B5EF4-FFF2-40B4-BE49-F238E27FC236}">
                  <a16:creationId xmlns:a16="http://schemas.microsoft.com/office/drawing/2014/main" id="{51AB68BD-31C5-A3AE-4F1C-2628AA0050A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11" y="1776"/>
              <a:ext cx="147" cy="19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lang="es-ES_tradnl" i="1" noProof="0" dirty="0">
                  <a:solidFill>
                    <a:schemeClr val="tx1"/>
                  </a:solidFill>
                </a:rPr>
                <a:t>a</a:t>
              </a:r>
              <a:r>
                <a:rPr lang="es-ES_tradnl" b="1" i="1" baseline="-25000" noProof="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12297" name="Text Box 17">
              <a:extLst>
                <a:ext uri="{FF2B5EF4-FFF2-40B4-BE49-F238E27FC236}">
                  <a16:creationId xmlns:a16="http://schemas.microsoft.com/office/drawing/2014/main" id="{5A48DB4D-473B-F4F9-C096-240DDA8FE42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03" y="1152"/>
              <a:ext cx="147" cy="19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lang="es-ES_tradnl" i="1" noProof="0" dirty="0">
                  <a:solidFill>
                    <a:schemeClr val="tx1"/>
                  </a:solidFill>
                </a:rPr>
                <a:t>b</a:t>
              </a:r>
              <a:r>
                <a:rPr lang="es-ES_tradnl" b="1" i="1" baseline="-25000" noProof="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12298" name="Text Box 18">
              <a:extLst>
                <a:ext uri="{FF2B5EF4-FFF2-40B4-BE49-F238E27FC236}">
                  <a16:creationId xmlns:a16="http://schemas.microsoft.com/office/drawing/2014/main" id="{11174CE0-E3F1-5DAD-819F-60A2396104D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68" y="2976"/>
              <a:ext cx="111" cy="19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lang="es-ES_tradnl" i="1" noProof="0" dirty="0">
                  <a:solidFill>
                    <a:schemeClr val="tx1"/>
                  </a:solidFill>
                </a:rPr>
                <a:t>r</a:t>
              </a:r>
              <a:r>
                <a:rPr lang="es-ES_tradnl" b="1" i="1" baseline="-25000" noProof="0" dirty="0">
                  <a:solidFill>
                    <a:schemeClr val="tx1"/>
                  </a:solidFill>
                </a:rPr>
                <a:t>1</a:t>
              </a:r>
            </a:p>
          </p:txBody>
        </p:sp>
        <p:grpSp>
          <p:nvGrpSpPr>
            <p:cNvPr id="12299" name="Group 136">
              <a:extLst>
                <a:ext uri="{FF2B5EF4-FFF2-40B4-BE49-F238E27FC236}">
                  <a16:creationId xmlns:a16="http://schemas.microsoft.com/office/drawing/2014/main" id="{E901E933-C542-BF53-069A-6D99DC3888D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28" y="2784"/>
              <a:ext cx="2099" cy="240"/>
              <a:chOff x="1728" y="2784"/>
              <a:chExt cx="2099" cy="192"/>
            </a:xfrm>
          </p:grpSpPr>
          <p:sp>
            <p:nvSpPr>
              <p:cNvPr id="12365" name="Line 5">
                <a:extLst>
                  <a:ext uri="{FF2B5EF4-FFF2-40B4-BE49-F238E27FC236}">
                    <a16:creationId xmlns:a16="http://schemas.microsoft.com/office/drawing/2014/main" id="{6BA8C5F8-1025-B5BF-600A-736B180C502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827" y="2784"/>
                <a:ext cx="0" cy="19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triangle" w="med" len="med"/>
                <a:tailEnd/>
              </a:ln>
              <a:effectLst/>
            </p:spPr>
            <p:txBody>
              <a:bodyPr anchor="ctr"/>
              <a:lstStyle/>
              <a:p>
                <a:endParaRPr lang="es-ES_tradnl" noProof="0" dirty="0"/>
              </a:p>
            </p:txBody>
          </p:sp>
          <p:sp>
            <p:nvSpPr>
              <p:cNvPr id="12366" name="Line 13">
                <a:extLst>
                  <a:ext uri="{FF2B5EF4-FFF2-40B4-BE49-F238E27FC236}">
                    <a16:creationId xmlns:a16="http://schemas.microsoft.com/office/drawing/2014/main" id="{82ADD493-AD96-A884-05AB-4E9D0796906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107" y="2784"/>
                <a:ext cx="0" cy="19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triangle" w="med" len="med"/>
                <a:tailEnd/>
              </a:ln>
              <a:effectLst/>
            </p:spPr>
            <p:txBody>
              <a:bodyPr anchor="ctr"/>
              <a:lstStyle/>
              <a:p>
                <a:endParaRPr lang="es-ES_tradnl" noProof="0" dirty="0"/>
              </a:p>
            </p:txBody>
          </p:sp>
          <p:sp>
            <p:nvSpPr>
              <p:cNvPr id="12367" name="Line 23">
                <a:extLst>
                  <a:ext uri="{FF2B5EF4-FFF2-40B4-BE49-F238E27FC236}">
                    <a16:creationId xmlns:a16="http://schemas.microsoft.com/office/drawing/2014/main" id="{988D169C-640F-3FAC-EC09-C2B59BD8903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728" y="2784"/>
                <a:ext cx="0" cy="19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triangle" w="med" len="med"/>
                <a:tailEnd/>
              </a:ln>
              <a:effectLst/>
            </p:spPr>
            <p:txBody>
              <a:bodyPr anchor="ctr"/>
              <a:lstStyle/>
              <a:p>
                <a:endParaRPr lang="es-ES_tradnl" noProof="0" dirty="0"/>
              </a:p>
            </p:txBody>
          </p:sp>
        </p:grpSp>
        <p:sp>
          <p:nvSpPr>
            <p:cNvPr id="12300" name="Line 24">
              <a:extLst>
                <a:ext uri="{FF2B5EF4-FFF2-40B4-BE49-F238E27FC236}">
                  <a16:creationId xmlns:a16="http://schemas.microsoft.com/office/drawing/2014/main" id="{B0167B0E-0766-4F1A-A704-ECCC7A0DC9D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872" y="2016"/>
              <a:ext cx="0" cy="192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/>
            </a:ln>
            <a:effectLst/>
          </p:spPr>
          <p:txBody>
            <a:bodyPr anchor="ctr"/>
            <a:lstStyle/>
            <a:p>
              <a:endParaRPr lang="es-ES_tradnl" noProof="0" dirty="0"/>
            </a:p>
          </p:txBody>
        </p:sp>
        <p:grpSp>
          <p:nvGrpSpPr>
            <p:cNvPr id="12301" name="Group 127">
              <a:extLst>
                <a:ext uri="{FF2B5EF4-FFF2-40B4-BE49-F238E27FC236}">
                  <a16:creationId xmlns:a16="http://schemas.microsoft.com/office/drawing/2014/main" id="{70AA118C-5762-0D91-E4D6-0B402A58E5F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84" y="2016"/>
              <a:ext cx="2099" cy="192"/>
              <a:chOff x="1584" y="2016"/>
              <a:chExt cx="2099" cy="192"/>
            </a:xfrm>
          </p:grpSpPr>
          <p:sp>
            <p:nvSpPr>
              <p:cNvPr id="12362" name="Line 7">
                <a:extLst>
                  <a:ext uri="{FF2B5EF4-FFF2-40B4-BE49-F238E27FC236}">
                    <a16:creationId xmlns:a16="http://schemas.microsoft.com/office/drawing/2014/main" id="{F6C8429F-C562-97B7-FF8F-A177AB8717D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683" y="2016"/>
                <a:ext cx="0" cy="19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anchor="ctr"/>
              <a:lstStyle/>
              <a:p>
                <a:endParaRPr lang="es-ES_tradnl" noProof="0" dirty="0"/>
              </a:p>
            </p:txBody>
          </p:sp>
          <p:sp>
            <p:nvSpPr>
              <p:cNvPr id="12363" name="Line 15">
                <a:extLst>
                  <a:ext uri="{FF2B5EF4-FFF2-40B4-BE49-F238E27FC236}">
                    <a16:creationId xmlns:a16="http://schemas.microsoft.com/office/drawing/2014/main" id="{12A9EFAF-E3E8-1B80-760F-A7791EB1BEA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963" y="2016"/>
                <a:ext cx="0" cy="19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anchor="ctr"/>
              <a:lstStyle/>
              <a:p>
                <a:endParaRPr lang="es-ES_tradnl" noProof="0" dirty="0"/>
              </a:p>
            </p:txBody>
          </p:sp>
          <p:sp>
            <p:nvSpPr>
              <p:cNvPr id="12364" name="Line 25">
                <a:extLst>
                  <a:ext uri="{FF2B5EF4-FFF2-40B4-BE49-F238E27FC236}">
                    <a16:creationId xmlns:a16="http://schemas.microsoft.com/office/drawing/2014/main" id="{3E0BA354-5A78-784F-94F8-8547F36D285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584" y="2016"/>
                <a:ext cx="0" cy="19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anchor="ctr"/>
              <a:lstStyle/>
              <a:p>
                <a:endParaRPr lang="es-ES_tradnl" noProof="0" dirty="0"/>
              </a:p>
            </p:txBody>
          </p:sp>
        </p:grpSp>
        <p:sp>
          <p:nvSpPr>
            <p:cNvPr id="12302" name="Text Box 26">
              <a:extLst>
                <a:ext uri="{FF2B5EF4-FFF2-40B4-BE49-F238E27FC236}">
                  <a16:creationId xmlns:a16="http://schemas.microsoft.com/office/drawing/2014/main" id="{496D6FAD-A24E-D258-9EA7-D99EBA0564F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50" y="1776"/>
              <a:ext cx="269" cy="19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lang="es-ES_tradnl" i="1" noProof="0" dirty="0" err="1">
                  <a:solidFill>
                    <a:schemeClr val="tx1"/>
                  </a:solidFill>
                </a:rPr>
                <a:t>a</a:t>
              </a:r>
              <a:r>
                <a:rPr lang="es-ES_tradnl" b="1" i="1" baseline="-25000" noProof="0" dirty="0" err="1">
                  <a:solidFill>
                    <a:schemeClr val="tx1"/>
                  </a:solidFill>
                </a:rPr>
                <a:t>n</a:t>
              </a:r>
              <a:r>
                <a:rPr lang="es-ES_tradnl" b="1" i="1" baseline="-25000" noProof="0" dirty="0">
                  <a:solidFill>
                    <a:schemeClr val="tx1"/>
                  </a:solidFill>
                  <a:cs typeface="Arial" charset="0"/>
                </a:rPr>
                <a:t>–1</a:t>
              </a:r>
            </a:p>
          </p:txBody>
        </p:sp>
        <p:sp>
          <p:nvSpPr>
            <p:cNvPr id="12303" name="Text Box 27">
              <a:extLst>
                <a:ext uri="{FF2B5EF4-FFF2-40B4-BE49-F238E27FC236}">
                  <a16:creationId xmlns:a16="http://schemas.microsoft.com/office/drawing/2014/main" id="{6A69B196-50CA-132B-4419-FB7DB28CC53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63" y="1152"/>
              <a:ext cx="269" cy="19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lang="es-ES_tradnl" i="1" noProof="0" dirty="0" err="1">
                  <a:solidFill>
                    <a:schemeClr val="tx1"/>
                  </a:solidFill>
                </a:rPr>
                <a:t>b</a:t>
              </a:r>
              <a:r>
                <a:rPr lang="es-ES_tradnl" b="1" i="1" baseline="-25000" noProof="0" dirty="0" err="1">
                  <a:solidFill>
                    <a:schemeClr val="tx1"/>
                  </a:solidFill>
                </a:rPr>
                <a:t>n</a:t>
              </a:r>
              <a:r>
                <a:rPr lang="es-ES_tradnl" b="1" i="1" baseline="-25000" noProof="0" dirty="0">
                  <a:solidFill>
                    <a:schemeClr val="tx1"/>
                  </a:solidFill>
                  <a:cs typeface="Arial" charset="0"/>
                </a:rPr>
                <a:t>–1</a:t>
              </a:r>
              <a:endParaRPr lang="es-ES_tradnl" b="1" i="1" baseline="-25000" noProof="0" dirty="0">
                <a:solidFill>
                  <a:schemeClr val="tx1"/>
                </a:solidFill>
              </a:endParaRPr>
            </a:p>
          </p:txBody>
        </p:sp>
        <p:sp>
          <p:nvSpPr>
            <p:cNvPr id="12304" name="Line 28">
              <a:extLst>
                <a:ext uri="{FF2B5EF4-FFF2-40B4-BE49-F238E27FC236}">
                  <a16:creationId xmlns:a16="http://schemas.microsoft.com/office/drawing/2014/main" id="{A5C549CF-9513-B063-C987-E0272732BB7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64" y="2496"/>
              <a:ext cx="576" cy="0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headEnd type="triangle" w="med" len="med"/>
              <a:tailEnd/>
            </a:ln>
            <a:effectLst/>
          </p:spPr>
          <p:txBody>
            <a:bodyPr anchor="ctr"/>
            <a:lstStyle/>
            <a:p>
              <a:endParaRPr lang="es-ES_tradnl" noProof="0" dirty="0"/>
            </a:p>
          </p:txBody>
        </p:sp>
        <p:sp>
          <p:nvSpPr>
            <p:cNvPr id="12305" name="Text Box 32">
              <a:extLst>
                <a:ext uri="{FF2B5EF4-FFF2-40B4-BE49-F238E27FC236}">
                  <a16:creationId xmlns:a16="http://schemas.microsoft.com/office/drawing/2014/main" id="{47EFBEB1-7550-8FAC-AFB4-20123FFB121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42" y="2976"/>
              <a:ext cx="233" cy="19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lang="es-ES_tradnl" i="1" noProof="0" dirty="0" err="1">
                  <a:solidFill>
                    <a:schemeClr val="tx1"/>
                  </a:solidFill>
                </a:rPr>
                <a:t>r</a:t>
              </a:r>
              <a:r>
                <a:rPr lang="es-ES_tradnl" b="1" i="1" baseline="-25000" noProof="0" dirty="0" err="1">
                  <a:solidFill>
                    <a:schemeClr val="tx1"/>
                  </a:solidFill>
                </a:rPr>
                <a:t>n</a:t>
              </a:r>
              <a:r>
                <a:rPr lang="es-ES_tradnl" b="1" i="1" baseline="-25000" noProof="0" dirty="0">
                  <a:solidFill>
                    <a:schemeClr val="tx1"/>
                  </a:solidFill>
                  <a:cs typeface="Arial" charset="0"/>
                </a:rPr>
                <a:t>–1</a:t>
              </a:r>
            </a:p>
          </p:txBody>
        </p:sp>
        <p:sp>
          <p:nvSpPr>
            <p:cNvPr id="12306" name="Freeform 46">
              <a:extLst>
                <a:ext uri="{FF2B5EF4-FFF2-40B4-BE49-F238E27FC236}">
                  <a16:creationId xmlns:a16="http://schemas.microsoft.com/office/drawing/2014/main" id="{94243864-64F9-E167-1BFD-B47FE2643DD4}"/>
                </a:ext>
              </a:extLst>
            </p:cNvPr>
            <p:cNvSpPr>
              <a:spLocks/>
            </p:cNvSpPr>
            <p:nvPr/>
          </p:nvSpPr>
          <p:spPr bwMode="auto">
            <a:xfrm>
              <a:off x="1392" y="2784"/>
              <a:ext cx="672" cy="624"/>
            </a:xfrm>
            <a:custGeom>
              <a:avLst/>
              <a:gdLst/>
              <a:ahLst/>
              <a:cxnLst>
                <a:cxn ang="0">
                  <a:pos x="384" y="0"/>
                </a:cxn>
                <a:cxn ang="0">
                  <a:pos x="384" y="720"/>
                </a:cxn>
                <a:cxn ang="0">
                  <a:pos x="0" y="720"/>
                </a:cxn>
                <a:cxn ang="0">
                  <a:pos x="0" y="912"/>
                </a:cxn>
              </a:cxnLst>
              <a:rect l="0" t="0" r="r" b="b"/>
              <a:pathLst>
                <a:path w="384" h="912">
                  <a:moveTo>
                    <a:pt x="384" y="0"/>
                  </a:moveTo>
                  <a:lnTo>
                    <a:pt x="384" y="720"/>
                  </a:lnTo>
                  <a:lnTo>
                    <a:pt x="0" y="720"/>
                  </a:lnTo>
                  <a:lnTo>
                    <a:pt x="0" y="912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</p:spPr>
          <p:txBody>
            <a:bodyPr anchor="ctr"/>
            <a:lstStyle/>
            <a:p>
              <a:endParaRPr lang="es-ES_tradnl" noProof="0" dirty="0"/>
            </a:p>
          </p:txBody>
        </p:sp>
        <p:grpSp>
          <p:nvGrpSpPr>
            <p:cNvPr id="12307" name="Group 48">
              <a:extLst>
                <a:ext uri="{FF2B5EF4-FFF2-40B4-BE49-F238E27FC236}">
                  <a16:creationId xmlns:a16="http://schemas.microsoft.com/office/drawing/2014/main" id="{5C4BBDF2-C0F8-DC00-0EDD-693F16FD33D4}"/>
                </a:ext>
              </a:extLst>
            </p:cNvPr>
            <p:cNvGrpSpPr>
              <a:grpSpLocks/>
            </p:cNvGrpSpPr>
            <p:nvPr/>
          </p:nvGrpSpPr>
          <p:grpSpPr bwMode="auto">
            <a:xfrm rot="-5400000" flipH="1" flipV="1">
              <a:off x="1076" y="3408"/>
              <a:ext cx="432" cy="336"/>
              <a:chOff x="3264" y="3312"/>
              <a:chExt cx="678" cy="900"/>
            </a:xfrm>
          </p:grpSpPr>
          <p:sp>
            <p:nvSpPr>
              <p:cNvPr id="12354" name="Freeform 49">
                <a:extLst>
                  <a:ext uri="{FF2B5EF4-FFF2-40B4-BE49-F238E27FC236}">
                    <a16:creationId xmlns:a16="http://schemas.microsoft.com/office/drawing/2014/main" id="{B5E622C3-0E57-0B12-83FF-FB80BE7DA4C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76" y="3749"/>
                <a:ext cx="366" cy="463"/>
              </a:xfrm>
              <a:custGeom>
                <a:avLst/>
                <a:gdLst/>
                <a:ahLst/>
                <a:cxnLst>
                  <a:cxn ang="0">
                    <a:pos x="0" y="199"/>
                  </a:cxn>
                  <a:cxn ang="0">
                    <a:pos x="0" y="199"/>
                  </a:cxn>
                  <a:cxn ang="0">
                    <a:pos x="0" y="199"/>
                  </a:cxn>
                  <a:cxn ang="0">
                    <a:pos x="0" y="199"/>
                  </a:cxn>
                  <a:cxn ang="0">
                    <a:pos x="0" y="199"/>
                  </a:cxn>
                  <a:cxn ang="0">
                    <a:pos x="0" y="199"/>
                  </a:cxn>
                  <a:cxn ang="0">
                    <a:pos x="0" y="199"/>
                  </a:cxn>
                  <a:cxn ang="0">
                    <a:pos x="27" y="199"/>
                  </a:cxn>
                  <a:cxn ang="0">
                    <a:pos x="53" y="196"/>
                  </a:cxn>
                  <a:cxn ang="0">
                    <a:pos x="79" y="192"/>
                  </a:cxn>
                  <a:cxn ang="0">
                    <a:pos x="105" y="186"/>
                  </a:cxn>
                  <a:cxn ang="0">
                    <a:pos x="130" y="178"/>
                  </a:cxn>
                  <a:cxn ang="0">
                    <a:pos x="155" y="168"/>
                  </a:cxn>
                  <a:cxn ang="0">
                    <a:pos x="179" y="158"/>
                  </a:cxn>
                  <a:cxn ang="0">
                    <a:pos x="202" y="145"/>
                  </a:cxn>
                  <a:cxn ang="0">
                    <a:pos x="223" y="132"/>
                  </a:cxn>
                  <a:cxn ang="0">
                    <a:pos x="245" y="117"/>
                  </a:cxn>
                  <a:cxn ang="0">
                    <a:pos x="265" y="101"/>
                  </a:cxn>
                  <a:cxn ang="0">
                    <a:pos x="284" y="82"/>
                  </a:cxn>
                  <a:cxn ang="0">
                    <a:pos x="302" y="64"/>
                  </a:cxn>
                  <a:cxn ang="0">
                    <a:pos x="319" y="43"/>
                  </a:cxn>
                  <a:cxn ang="0">
                    <a:pos x="334" y="22"/>
                  </a:cxn>
                  <a:cxn ang="0">
                    <a:pos x="348" y="0"/>
                  </a:cxn>
                </a:cxnLst>
                <a:rect l="0" t="0" r="r" b="b"/>
                <a:pathLst>
                  <a:path w="349" h="200">
                    <a:moveTo>
                      <a:pt x="0" y="199"/>
                    </a:moveTo>
                    <a:lnTo>
                      <a:pt x="0" y="199"/>
                    </a:lnTo>
                    <a:lnTo>
                      <a:pt x="0" y="199"/>
                    </a:lnTo>
                    <a:lnTo>
                      <a:pt x="0" y="199"/>
                    </a:lnTo>
                    <a:lnTo>
                      <a:pt x="0" y="199"/>
                    </a:lnTo>
                    <a:lnTo>
                      <a:pt x="0" y="199"/>
                    </a:lnTo>
                    <a:lnTo>
                      <a:pt x="0" y="199"/>
                    </a:lnTo>
                    <a:lnTo>
                      <a:pt x="27" y="199"/>
                    </a:lnTo>
                    <a:lnTo>
                      <a:pt x="53" y="196"/>
                    </a:lnTo>
                    <a:lnTo>
                      <a:pt x="79" y="192"/>
                    </a:lnTo>
                    <a:lnTo>
                      <a:pt x="105" y="186"/>
                    </a:lnTo>
                    <a:lnTo>
                      <a:pt x="130" y="178"/>
                    </a:lnTo>
                    <a:lnTo>
                      <a:pt x="155" y="168"/>
                    </a:lnTo>
                    <a:lnTo>
                      <a:pt x="179" y="158"/>
                    </a:lnTo>
                    <a:lnTo>
                      <a:pt x="202" y="145"/>
                    </a:lnTo>
                    <a:lnTo>
                      <a:pt x="223" y="132"/>
                    </a:lnTo>
                    <a:lnTo>
                      <a:pt x="245" y="117"/>
                    </a:lnTo>
                    <a:lnTo>
                      <a:pt x="265" y="101"/>
                    </a:lnTo>
                    <a:lnTo>
                      <a:pt x="284" y="82"/>
                    </a:lnTo>
                    <a:lnTo>
                      <a:pt x="302" y="64"/>
                    </a:lnTo>
                    <a:lnTo>
                      <a:pt x="319" y="43"/>
                    </a:lnTo>
                    <a:lnTo>
                      <a:pt x="334" y="22"/>
                    </a:lnTo>
                    <a:lnTo>
                      <a:pt x="348" y="0"/>
                    </a:lnTo>
                  </a:path>
                </a:pathLst>
              </a:custGeom>
              <a:noFill/>
              <a:ln w="25400" cap="rnd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endParaRPr lang="es-ES_tradnl" noProof="0" dirty="0"/>
              </a:p>
            </p:txBody>
          </p:sp>
          <p:sp>
            <p:nvSpPr>
              <p:cNvPr id="12355" name="Line 50">
                <a:extLst>
                  <a:ext uri="{FF2B5EF4-FFF2-40B4-BE49-F238E27FC236}">
                    <a16:creationId xmlns:a16="http://schemas.microsoft.com/office/drawing/2014/main" id="{54C03573-F3A3-A339-EF70-E68F4E5BAF4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313" y="4210"/>
                <a:ext cx="262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es-ES_tradnl" noProof="0" dirty="0"/>
              </a:p>
            </p:txBody>
          </p:sp>
          <p:sp>
            <p:nvSpPr>
              <p:cNvPr id="12356" name="Freeform 51">
                <a:extLst>
                  <a:ext uri="{FF2B5EF4-FFF2-40B4-BE49-F238E27FC236}">
                    <a16:creationId xmlns:a16="http://schemas.microsoft.com/office/drawing/2014/main" id="{99E0610D-1D55-E4D7-76CF-A943FE12D7B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12" y="3762"/>
                <a:ext cx="87" cy="448"/>
              </a:xfrm>
              <a:custGeom>
                <a:avLst/>
                <a:gdLst/>
                <a:ahLst/>
                <a:cxnLst>
                  <a:cxn ang="0">
                    <a:pos x="0" y="192"/>
                  </a:cxn>
                  <a:cxn ang="0">
                    <a:pos x="0" y="192"/>
                  </a:cxn>
                  <a:cxn ang="0">
                    <a:pos x="9" y="182"/>
                  </a:cxn>
                  <a:cxn ang="0">
                    <a:pos x="18" y="172"/>
                  </a:cxn>
                  <a:cxn ang="0">
                    <a:pos x="27" y="161"/>
                  </a:cxn>
                  <a:cxn ang="0">
                    <a:pos x="34" y="151"/>
                  </a:cxn>
                  <a:cxn ang="0">
                    <a:pos x="42" y="139"/>
                  </a:cxn>
                  <a:cxn ang="0">
                    <a:pos x="48" y="128"/>
                  </a:cxn>
                  <a:cxn ang="0">
                    <a:pos x="55" y="116"/>
                  </a:cxn>
                  <a:cxn ang="0">
                    <a:pos x="60" y="103"/>
                  </a:cxn>
                  <a:cxn ang="0">
                    <a:pos x="65" y="91"/>
                  </a:cxn>
                  <a:cxn ang="0">
                    <a:pos x="70" y="78"/>
                  </a:cxn>
                  <a:cxn ang="0">
                    <a:pos x="73" y="65"/>
                  </a:cxn>
                  <a:cxn ang="0">
                    <a:pos x="76" y="53"/>
                  </a:cxn>
                  <a:cxn ang="0">
                    <a:pos x="79" y="39"/>
                  </a:cxn>
                  <a:cxn ang="0">
                    <a:pos x="81" y="26"/>
                  </a:cxn>
                  <a:cxn ang="0">
                    <a:pos x="82" y="13"/>
                  </a:cxn>
                  <a:cxn ang="0">
                    <a:pos x="82" y="0"/>
                  </a:cxn>
                </a:cxnLst>
                <a:rect l="0" t="0" r="r" b="b"/>
                <a:pathLst>
                  <a:path w="83" h="193">
                    <a:moveTo>
                      <a:pt x="0" y="192"/>
                    </a:moveTo>
                    <a:lnTo>
                      <a:pt x="0" y="192"/>
                    </a:lnTo>
                    <a:lnTo>
                      <a:pt x="9" y="182"/>
                    </a:lnTo>
                    <a:lnTo>
                      <a:pt x="18" y="172"/>
                    </a:lnTo>
                    <a:lnTo>
                      <a:pt x="27" y="161"/>
                    </a:lnTo>
                    <a:lnTo>
                      <a:pt x="34" y="151"/>
                    </a:lnTo>
                    <a:lnTo>
                      <a:pt x="42" y="139"/>
                    </a:lnTo>
                    <a:lnTo>
                      <a:pt x="48" y="128"/>
                    </a:lnTo>
                    <a:lnTo>
                      <a:pt x="55" y="116"/>
                    </a:lnTo>
                    <a:lnTo>
                      <a:pt x="60" y="103"/>
                    </a:lnTo>
                    <a:lnTo>
                      <a:pt x="65" y="91"/>
                    </a:lnTo>
                    <a:lnTo>
                      <a:pt x="70" y="78"/>
                    </a:lnTo>
                    <a:lnTo>
                      <a:pt x="73" y="65"/>
                    </a:lnTo>
                    <a:lnTo>
                      <a:pt x="76" y="53"/>
                    </a:lnTo>
                    <a:lnTo>
                      <a:pt x="79" y="39"/>
                    </a:lnTo>
                    <a:lnTo>
                      <a:pt x="81" y="26"/>
                    </a:lnTo>
                    <a:lnTo>
                      <a:pt x="82" y="13"/>
                    </a:lnTo>
                    <a:lnTo>
                      <a:pt x="82" y="0"/>
                    </a:lnTo>
                  </a:path>
                </a:pathLst>
              </a:custGeom>
              <a:noFill/>
              <a:ln w="25400" cap="rnd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endParaRPr lang="es-ES_tradnl" noProof="0" dirty="0"/>
              </a:p>
            </p:txBody>
          </p:sp>
          <p:sp>
            <p:nvSpPr>
              <p:cNvPr id="12357" name="Freeform 52">
                <a:extLst>
                  <a:ext uri="{FF2B5EF4-FFF2-40B4-BE49-F238E27FC236}">
                    <a16:creationId xmlns:a16="http://schemas.microsoft.com/office/drawing/2014/main" id="{1788F5F8-7D59-0089-ECBA-5C94EE9BD07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12" y="3314"/>
                <a:ext cx="87" cy="450"/>
              </a:xfrm>
              <a:custGeom>
                <a:avLst/>
                <a:gdLst/>
                <a:ahLst/>
                <a:cxnLst>
                  <a:cxn ang="0">
                    <a:pos x="82" y="193"/>
                  </a:cxn>
                  <a:cxn ang="0">
                    <a:pos x="82" y="193"/>
                  </a:cxn>
                  <a:cxn ang="0">
                    <a:pos x="82" y="179"/>
                  </a:cxn>
                  <a:cxn ang="0">
                    <a:pos x="81" y="166"/>
                  </a:cxn>
                  <a:cxn ang="0">
                    <a:pos x="79" y="153"/>
                  </a:cxn>
                  <a:cxn ang="0">
                    <a:pos x="76" y="139"/>
                  </a:cxn>
                  <a:cxn ang="0">
                    <a:pos x="73" y="127"/>
                  </a:cxn>
                  <a:cxn ang="0">
                    <a:pos x="70" y="114"/>
                  </a:cxn>
                  <a:cxn ang="0">
                    <a:pos x="65" y="101"/>
                  </a:cxn>
                  <a:cxn ang="0">
                    <a:pos x="60" y="89"/>
                  </a:cxn>
                  <a:cxn ang="0">
                    <a:pos x="55" y="76"/>
                  </a:cxn>
                  <a:cxn ang="0">
                    <a:pos x="48" y="64"/>
                  </a:cxn>
                  <a:cxn ang="0">
                    <a:pos x="42" y="53"/>
                  </a:cxn>
                  <a:cxn ang="0">
                    <a:pos x="34" y="41"/>
                  </a:cxn>
                  <a:cxn ang="0">
                    <a:pos x="27" y="31"/>
                  </a:cxn>
                  <a:cxn ang="0">
                    <a:pos x="18" y="20"/>
                  </a:cxn>
                  <a:cxn ang="0">
                    <a:pos x="9" y="10"/>
                  </a:cxn>
                  <a:cxn ang="0">
                    <a:pos x="0" y="0"/>
                  </a:cxn>
                </a:cxnLst>
                <a:rect l="0" t="0" r="r" b="b"/>
                <a:pathLst>
                  <a:path w="83" h="194">
                    <a:moveTo>
                      <a:pt x="82" y="193"/>
                    </a:moveTo>
                    <a:lnTo>
                      <a:pt x="82" y="193"/>
                    </a:lnTo>
                    <a:lnTo>
                      <a:pt x="82" y="179"/>
                    </a:lnTo>
                    <a:lnTo>
                      <a:pt x="81" y="166"/>
                    </a:lnTo>
                    <a:lnTo>
                      <a:pt x="79" y="153"/>
                    </a:lnTo>
                    <a:lnTo>
                      <a:pt x="76" y="139"/>
                    </a:lnTo>
                    <a:lnTo>
                      <a:pt x="73" y="127"/>
                    </a:lnTo>
                    <a:lnTo>
                      <a:pt x="70" y="114"/>
                    </a:lnTo>
                    <a:lnTo>
                      <a:pt x="65" y="101"/>
                    </a:lnTo>
                    <a:lnTo>
                      <a:pt x="60" y="89"/>
                    </a:lnTo>
                    <a:lnTo>
                      <a:pt x="55" y="76"/>
                    </a:lnTo>
                    <a:lnTo>
                      <a:pt x="48" y="64"/>
                    </a:lnTo>
                    <a:lnTo>
                      <a:pt x="42" y="53"/>
                    </a:lnTo>
                    <a:lnTo>
                      <a:pt x="34" y="41"/>
                    </a:lnTo>
                    <a:lnTo>
                      <a:pt x="27" y="31"/>
                    </a:lnTo>
                    <a:lnTo>
                      <a:pt x="18" y="20"/>
                    </a:lnTo>
                    <a:lnTo>
                      <a:pt x="9" y="10"/>
                    </a:lnTo>
                    <a:lnTo>
                      <a:pt x="0" y="0"/>
                    </a:lnTo>
                  </a:path>
                </a:pathLst>
              </a:custGeom>
              <a:noFill/>
              <a:ln w="25400" cap="rnd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endParaRPr lang="es-ES_tradnl" noProof="0" dirty="0"/>
              </a:p>
            </p:txBody>
          </p:sp>
          <p:sp>
            <p:nvSpPr>
              <p:cNvPr id="12358" name="Line 53">
                <a:extLst>
                  <a:ext uri="{FF2B5EF4-FFF2-40B4-BE49-F238E27FC236}">
                    <a16:creationId xmlns:a16="http://schemas.microsoft.com/office/drawing/2014/main" id="{5D766E0A-2109-89C6-A86B-B0E0D7DCA89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13" y="3312"/>
                <a:ext cx="262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es-ES_tradnl" noProof="0" dirty="0"/>
              </a:p>
            </p:txBody>
          </p:sp>
          <p:sp>
            <p:nvSpPr>
              <p:cNvPr id="12359" name="Freeform 54">
                <a:extLst>
                  <a:ext uri="{FF2B5EF4-FFF2-40B4-BE49-F238E27FC236}">
                    <a16:creationId xmlns:a16="http://schemas.microsoft.com/office/drawing/2014/main" id="{BC1880F1-DB39-787A-7DF2-06EF825676D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76" y="3312"/>
                <a:ext cx="366" cy="463"/>
              </a:xfrm>
              <a:custGeom>
                <a:avLst/>
                <a:gdLst/>
                <a:ahLst/>
                <a:cxnLst>
                  <a:cxn ang="0">
                    <a:pos x="348" y="199"/>
                  </a:cxn>
                  <a:cxn ang="0">
                    <a:pos x="348" y="199"/>
                  </a:cxn>
                  <a:cxn ang="0">
                    <a:pos x="334" y="177"/>
                  </a:cxn>
                  <a:cxn ang="0">
                    <a:pos x="319" y="156"/>
                  </a:cxn>
                  <a:cxn ang="0">
                    <a:pos x="302" y="135"/>
                  </a:cxn>
                  <a:cxn ang="0">
                    <a:pos x="284" y="117"/>
                  </a:cxn>
                  <a:cxn ang="0">
                    <a:pos x="265" y="98"/>
                  </a:cxn>
                  <a:cxn ang="0">
                    <a:pos x="245" y="82"/>
                  </a:cxn>
                  <a:cxn ang="0">
                    <a:pos x="223" y="67"/>
                  </a:cxn>
                  <a:cxn ang="0">
                    <a:pos x="202" y="54"/>
                  </a:cxn>
                  <a:cxn ang="0">
                    <a:pos x="179" y="41"/>
                  </a:cxn>
                  <a:cxn ang="0">
                    <a:pos x="155" y="31"/>
                  </a:cxn>
                  <a:cxn ang="0">
                    <a:pos x="130" y="21"/>
                  </a:cxn>
                  <a:cxn ang="0">
                    <a:pos x="105" y="13"/>
                  </a:cxn>
                  <a:cxn ang="0">
                    <a:pos x="79" y="7"/>
                  </a:cxn>
                  <a:cxn ang="0">
                    <a:pos x="53" y="3"/>
                  </a:cxn>
                  <a:cxn ang="0">
                    <a:pos x="27" y="0"/>
                  </a:cxn>
                  <a:cxn ang="0">
                    <a:pos x="0" y="0"/>
                  </a:cxn>
                </a:cxnLst>
                <a:rect l="0" t="0" r="r" b="b"/>
                <a:pathLst>
                  <a:path w="349" h="200">
                    <a:moveTo>
                      <a:pt x="348" y="199"/>
                    </a:moveTo>
                    <a:lnTo>
                      <a:pt x="348" y="199"/>
                    </a:lnTo>
                    <a:lnTo>
                      <a:pt x="334" y="177"/>
                    </a:lnTo>
                    <a:lnTo>
                      <a:pt x="319" y="156"/>
                    </a:lnTo>
                    <a:lnTo>
                      <a:pt x="302" y="135"/>
                    </a:lnTo>
                    <a:lnTo>
                      <a:pt x="284" y="117"/>
                    </a:lnTo>
                    <a:lnTo>
                      <a:pt x="265" y="98"/>
                    </a:lnTo>
                    <a:lnTo>
                      <a:pt x="245" y="82"/>
                    </a:lnTo>
                    <a:lnTo>
                      <a:pt x="223" y="67"/>
                    </a:lnTo>
                    <a:lnTo>
                      <a:pt x="202" y="54"/>
                    </a:lnTo>
                    <a:lnTo>
                      <a:pt x="179" y="41"/>
                    </a:lnTo>
                    <a:lnTo>
                      <a:pt x="155" y="31"/>
                    </a:lnTo>
                    <a:lnTo>
                      <a:pt x="130" y="21"/>
                    </a:lnTo>
                    <a:lnTo>
                      <a:pt x="105" y="13"/>
                    </a:lnTo>
                    <a:lnTo>
                      <a:pt x="79" y="7"/>
                    </a:lnTo>
                    <a:lnTo>
                      <a:pt x="53" y="3"/>
                    </a:lnTo>
                    <a:lnTo>
                      <a:pt x="27" y="0"/>
                    </a:lnTo>
                    <a:lnTo>
                      <a:pt x="0" y="0"/>
                    </a:lnTo>
                  </a:path>
                </a:pathLst>
              </a:custGeom>
              <a:noFill/>
              <a:ln w="25400" cap="rnd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endParaRPr lang="es-ES_tradnl" noProof="0" dirty="0"/>
              </a:p>
            </p:txBody>
          </p:sp>
          <p:sp>
            <p:nvSpPr>
              <p:cNvPr id="12360" name="Freeform 55">
                <a:extLst>
                  <a:ext uri="{FF2B5EF4-FFF2-40B4-BE49-F238E27FC236}">
                    <a16:creationId xmlns:a16="http://schemas.microsoft.com/office/drawing/2014/main" id="{F527D884-96A3-367B-6B20-E30866C141F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64" y="3760"/>
                <a:ext cx="87" cy="448"/>
              </a:xfrm>
              <a:custGeom>
                <a:avLst/>
                <a:gdLst/>
                <a:ahLst/>
                <a:cxnLst>
                  <a:cxn ang="0">
                    <a:pos x="0" y="192"/>
                  </a:cxn>
                  <a:cxn ang="0">
                    <a:pos x="0" y="192"/>
                  </a:cxn>
                  <a:cxn ang="0">
                    <a:pos x="9" y="182"/>
                  </a:cxn>
                  <a:cxn ang="0">
                    <a:pos x="18" y="172"/>
                  </a:cxn>
                  <a:cxn ang="0">
                    <a:pos x="27" y="161"/>
                  </a:cxn>
                  <a:cxn ang="0">
                    <a:pos x="34" y="151"/>
                  </a:cxn>
                  <a:cxn ang="0">
                    <a:pos x="42" y="139"/>
                  </a:cxn>
                  <a:cxn ang="0">
                    <a:pos x="48" y="128"/>
                  </a:cxn>
                  <a:cxn ang="0">
                    <a:pos x="55" y="116"/>
                  </a:cxn>
                  <a:cxn ang="0">
                    <a:pos x="60" y="103"/>
                  </a:cxn>
                  <a:cxn ang="0">
                    <a:pos x="65" y="91"/>
                  </a:cxn>
                  <a:cxn ang="0">
                    <a:pos x="70" y="78"/>
                  </a:cxn>
                  <a:cxn ang="0">
                    <a:pos x="73" y="65"/>
                  </a:cxn>
                  <a:cxn ang="0">
                    <a:pos x="76" y="53"/>
                  </a:cxn>
                  <a:cxn ang="0">
                    <a:pos x="79" y="39"/>
                  </a:cxn>
                  <a:cxn ang="0">
                    <a:pos x="81" y="26"/>
                  </a:cxn>
                  <a:cxn ang="0">
                    <a:pos x="82" y="13"/>
                  </a:cxn>
                  <a:cxn ang="0">
                    <a:pos x="82" y="0"/>
                  </a:cxn>
                </a:cxnLst>
                <a:rect l="0" t="0" r="r" b="b"/>
                <a:pathLst>
                  <a:path w="83" h="193">
                    <a:moveTo>
                      <a:pt x="0" y="192"/>
                    </a:moveTo>
                    <a:lnTo>
                      <a:pt x="0" y="192"/>
                    </a:lnTo>
                    <a:lnTo>
                      <a:pt x="9" y="182"/>
                    </a:lnTo>
                    <a:lnTo>
                      <a:pt x="18" y="172"/>
                    </a:lnTo>
                    <a:lnTo>
                      <a:pt x="27" y="161"/>
                    </a:lnTo>
                    <a:lnTo>
                      <a:pt x="34" y="151"/>
                    </a:lnTo>
                    <a:lnTo>
                      <a:pt x="42" y="139"/>
                    </a:lnTo>
                    <a:lnTo>
                      <a:pt x="48" y="128"/>
                    </a:lnTo>
                    <a:lnTo>
                      <a:pt x="55" y="116"/>
                    </a:lnTo>
                    <a:lnTo>
                      <a:pt x="60" y="103"/>
                    </a:lnTo>
                    <a:lnTo>
                      <a:pt x="65" y="91"/>
                    </a:lnTo>
                    <a:lnTo>
                      <a:pt x="70" y="78"/>
                    </a:lnTo>
                    <a:lnTo>
                      <a:pt x="73" y="65"/>
                    </a:lnTo>
                    <a:lnTo>
                      <a:pt x="76" y="53"/>
                    </a:lnTo>
                    <a:lnTo>
                      <a:pt x="79" y="39"/>
                    </a:lnTo>
                    <a:lnTo>
                      <a:pt x="81" y="26"/>
                    </a:lnTo>
                    <a:lnTo>
                      <a:pt x="82" y="13"/>
                    </a:lnTo>
                    <a:lnTo>
                      <a:pt x="82" y="0"/>
                    </a:lnTo>
                  </a:path>
                </a:pathLst>
              </a:custGeom>
              <a:noFill/>
              <a:ln w="25400" cap="rnd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endParaRPr lang="es-ES_tradnl" noProof="0" dirty="0"/>
              </a:p>
            </p:txBody>
          </p:sp>
          <p:sp>
            <p:nvSpPr>
              <p:cNvPr id="12361" name="Freeform 56">
                <a:extLst>
                  <a:ext uri="{FF2B5EF4-FFF2-40B4-BE49-F238E27FC236}">
                    <a16:creationId xmlns:a16="http://schemas.microsoft.com/office/drawing/2014/main" id="{1EB2FE13-CEF0-1E9B-561A-452C0D17143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64" y="3312"/>
                <a:ext cx="87" cy="450"/>
              </a:xfrm>
              <a:custGeom>
                <a:avLst/>
                <a:gdLst/>
                <a:ahLst/>
                <a:cxnLst>
                  <a:cxn ang="0">
                    <a:pos x="82" y="193"/>
                  </a:cxn>
                  <a:cxn ang="0">
                    <a:pos x="82" y="193"/>
                  </a:cxn>
                  <a:cxn ang="0">
                    <a:pos x="82" y="179"/>
                  </a:cxn>
                  <a:cxn ang="0">
                    <a:pos x="81" y="166"/>
                  </a:cxn>
                  <a:cxn ang="0">
                    <a:pos x="79" y="153"/>
                  </a:cxn>
                  <a:cxn ang="0">
                    <a:pos x="76" y="139"/>
                  </a:cxn>
                  <a:cxn ang="0">
                    <a:pos x="73" y="127"/>
                  </a:cxn>
                  <a:cxn ang="0">
                    <a:pos x="70" y="114"/>
                  </a:cxn>
                  <a:cxn ang="0">
                    <a:pos x="65" y="101"/>
                  </a:cxn>
                  <a:cxn ang="0">
                    <a:pos x="60" y="89"/>
                  </a:cxn>
                  <a:cxn ang="0">
                    <a:pos x="55" y="76"/>
                  </a:cxn>
                  <a:cxn ang="0">
                    <a:pos x="48" y="64"/>
                  </a:cxn>
                  <a:cxn ang="0">
                    <a:pos x="42" y="53"/>
                  </a:cxn>
                  <a:cxn ang="0">
                    <a:pos x="34" y="41"/>
                  </a:cxn>
                  <a:cxn ang="0">
                    <a:pos x="27" y="31"/>
                  </a:cxn>
                  <a:cxn ang="0">
                    <a:pos x="18" y="20"/>
                  </a:cxn>
                  <a:cxn ang="0">
                    <a:pos x="9" y="10"/>
                  </a:cxn>
                  <a:cxn ang="0">
                    <a:pos x="0" y="0"/>
                  </a:cxn>
                </a:cxnLst>
                <a:rect l="0" t="0" r="r" b="b"/>
                <a:pathLst>
                  <a:path w="83" h="194">
                    <a:moveTo>
                      <a:pt x="82" y="193"/>
                    </a:moveTo>
                    <a:lnTo>
                      <a:pt x="82" y="193"/>
                    </a:lnTo>
                    <a:lnTo>
                      <a:pt x="82" y="179"/>
                    </a:lnTo>
                    <a:lnTo>
                      <a:pt x="81" y="166"/>
                    </a:lnTo>
                    <a:lnTo>
                      <a:pt x="79" y="153"/>
                    </a:lnTo>
                    <a:lnTo>
                      <a:pt x="76" y="139"/>
                    </a:lnTo>
                    <a:lnTo>
                      <a:pt x="73" y="127"/>
                    </a:lnTo>
                    <a:lnTo>
                      <a:pt x="70" y="114"/>
                    </a:lnTo>
                    <a:lnTo>
                      <a:pt x="65" y="101"/>
                    </a:lnTo>
                    <a:lnTo>
                      <a:pt x="60" y="89"/>
                    </a:lnTo>
                    <a:lnTo>
                      <a:pt x="55" y="76"/>
                    </a:lnTo>
                    <a:lnTo>
                      <a:pt x="48" y="64"/>
                    </a:lnTo>
                    <a:lnTo>
                      <a:pt x="42" y="53"/>
                    </a:lnTo>
                    <a:lnTo>
                      <a:pt x="34" y="41"/>
                    </a:lnTo>
                    <a:lnTo>
                      <a:pt x="27" y="31"/>
                    </a:lnTo>
                    <a:lnTo>
                      <a:pt x="18" y="20"/>
                    </a:lnTo>
                    <a:lnTo>
                      <a:pt x="9" y="10"/>
                    </a:lnTo>
                    <a:lnTo>
                      <a:pt x="0" y="0"/>
                    </a:lnTo>
                  </a:path>
                </a:pathLst>
              </a:custGeom>
              <a:noFill/>
              <a:ln w="25400" cap="rnd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endParaRPr lang="es-ES_tradnl" noProof="0" dirty="0"/>
              </a:p>
            </p:txBody>
          </p:sp>
        </p:grpSp>
        <p:sp>
          <p:nvSpPr>
            <p:cNvPr id="12308" name="Line 57">
              <a:extLst>
                <a:ext uri="{FF2B5EF4-FFF2-40B4-BE49-F238E27FC236}">
                  <a16:creationId xmlns:a16="http://schemas.microsoft.com/office/drawing/2014/main" id="{6F2BD006-3EE6-CD3C-6DCF-A34FA058B95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96" y="3792"/>
              <a:ext cx="0" cy="19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anchor="ctr"/>
            <a:lstStyle/>
            <a:p>
              <a:endParaRPr lang="es-ES_tradnl" noProof="0" dirty="0"/>
            </a:p>
          </p:txBody>
        </p:sp>
        <p:sp>
          <p:nvSpPr>
            <p:cNvPr id="12309" name="Text Box 58">
              <a:extLst>
                <a:ext uri="{FF2B5EF4-FFF2-40B4-BE49-F238E27FC236}">
                  <a16:creationId xmlns:a16="http://schemas.microsoft.com/office/drawing/2014/main" id="{FC1EDBEF-87EA-915B-77CA-A98B3F370F7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02" y="3792"/>
              <a:ext cx="107" cy="19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lang="es-ES_tradnl" i="1" noProof="0" dirty="0">
                  <a:solidFill>
                    <a:schemeClr val="tx1"/>
                  </a:solidFill>
                </a:rPr>
                <a:t>V</a:t>
              </a:r>
            </a:p>
          </p:txBody>
        </p:sp>
        <p:sp>
          <p:nvSpPr>
            <p:cNvPr id="12310" name="Freeform 87">
              <a:extLst>
                <a:ext uri="{FF2B5EF4-FFF2-40B4-BE49-F238E27FC236}">
                  <a16:creationId xmlns:a16="http://schemas.microsoft.com/office/drawing/2014/main" id="{5F5A77FF-1734-8A71-385E-DD852D0CBBBB}"/>
                </a:ext>
              </a:extLst>
            </p:cNvPr>
            <p:cNvSpPr>
              <a:spLocks/>
            </p:cNvSpPr>
            <p:nvPr/>
          </p:nvSpPr>
          <p:spPr bwMode="auto">
            <a:xfrm>
              <a:off x="1968" y="1488"/>
              <a:ext cx="3264" cy="144"/>
            </a:xfrm>
            <a:custGeom>
              <a:avLst/>
              <a:gdLst/>
              <a:ahLst/>
              <a:cxnLst>
                <a:cxn ang="0">
                  <a:pos x="0" y="96"/>
                </a:cxn>
                <a:cxn ang="0">
                  <a:pos x="0" y="0"/>
                </a:cxn>
                <a:cxn ang="0">
                  <a:pos x="2928" y="0"/>
                </a:cxn>
              </a:cxnLst>
              <a:rect l="0" t="0" r="r" b="b"/>
              <a:pathLst>
                <a:path w="2928" h="96">
                  <a:moveTo>
                    <a:pt x="0" y="96"/>
                  </a:moveTo>
                  <a:lnTo>
                    <a:pt x="0" y="0"/>
                  </a:lnTo>
                  <a:lnTo>
                    <a:pt x="2928" y="0"/>
                  </a:ln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</p:spPr>
          <p:txBody>
            <a:bodyPr anchor="ctr"/>
            <a:lstStyle/>
            <a:p>
              <a:endParaRPr lang="es-ES_tradnl" noProof="0" dirty="0"/>
            </a:p>
          </p:txBody>
        </p:sp>
        <p:sp>
          <p:nvSpPr>
            <p:cNvPr id="12311" name="Line 88">
              <a:extLst>
                <a:ext uri="{FF2B5EF4-FFF2-40B4-BE49-F238E27FC236}">
                  <a16:creationId xmlns:a16="http://schemas.microsoft.com/office/drawing/2014/main" id="{B5DBD4B7-DB07-2B41-70C1-3DF3ED68767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60" y="1488"/>
              <a:ext cx="0" cy="14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anchor="ctr"/>
            <a:lstStyle/>
            <a:p>
              <a:endParaRPr lang="es-ES_tradnl" noProof="0" dirty="0"/>
            </a:p>
          </p:txBody>
        </p:sp>
        <p:sp>
          <p:nvSpPr>
            <p:cNvPr id="12312" name="Line 89">
              <a:extLst>
                <a:ext uri="{FF2B5EF4-FFF2-40B4-BE49-F238E27FC236}">
                  <a16:creationId xmlns:a16="http://schemas.microsoft.com/office/drawing/2014/main" id="{4FFFECA8-B086-EFA9-42A0-D4C63F1BEB1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80" y="1488"/>
              <a:ext cx="0" cy="14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anchor="ctr"/>
            <a:lstStyle/>
            <a:p>
              <a:endParaRPr lang="es-ES_tradnl" noProof="0" dirty="0"/>
            </a:p>
          </p:txBody>
        </p:sp>
        <p:sp>
          <p:nvSpPr>
            <p:cNvPr id="12313" name="Freeform 121">
              <a:extLst>
                <a:ext uri="{FF2B5EF4-FFF2-40B4-BE49-F238E27FC236}">
                  <a16:creationId xmlns:a16="http://schemas.microsoft.com/office/drawing/2014/main" id="{EAA891D4-5E91-BE19-0052-5B754FAB2C47}"/>
                </a:ext>
              </a:extLst>
            </p:cNvPr>
            <p:cNvSpPr>
              <a:spLocks/>
            </p:cNvSpPr>
            <p:nvPr/>
          </p:nvSpPr>
          <p:spPr bwMode="auto">
            <a:xfrm>
              <a:off x="4128" y="1488"/>
              <a:ext cx="192" cy="1008"/>
            </a:xfrm>
            <a:custGeom>
              <a:avLst/>
              <a:gdLst/>
              <a:ahLst/>
              <a:cxnLst>
                <a:cxn ang="0">
                  <a:pos x="96" y="0"/>
                </a:cxn>
                <a:cxn ang="0">
                  <a:pos x="96" y="912"/>
                </a:cxn>
                <a:cxn ang="0">
                  <a:pos x="0" y="912"/>
                </a:cxn>
              </a:cxnLst>
              <a:rect l="0" t="0" r="r" b="b"/>
              <a:pathLst>
                <a:path w="96" h="912">
                  <a:moveTo>
                    <a:pt x="96" y="0"/>
                  </a:moveTo>
                  <a:lnTo>
                    <a:pt x="96" y="912"/>
                  </a:lnTo>
                  <a:lnTo>
                    <a:pt x="0" y="912"/>
                  </a:ln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anchor="ctr"/>
            <a:lstStyle/>
            <a:p>
              <a:endParaRPr lang="es-ES_tradnl" noProof="0" dirty="0"/>
            </a:p>
          </p:txBody>
        </p:sp>
        <p:grpSp>
          <p:nvGrpSpPr>
            <p:cNvPr id="12314" name="Group 131">
              <a:extLst>
                <a:ext uri="{FF2B5EF4-FFF2-40B4-BE49-F238E27FC236}">
                  <a16:creationId xmlns:a16="http://schemas.microsoft.com/office/drawing/2014/main" id="{1298567D-ED5F-A262-A926-A7751B9C885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897" y="1255"/>
              <a:ext cx="383" cy="250"/>
              <a:chOff x="4561" y="1255"/>
              <a:chExt cx="383" cy="250"/>
            </a:xfrm>
          </p:grpSpPr>
          <p:sp>
            <p:nvSpPr>
              <p:cNvPr id="12352" name="Text Box 128">
                <a:extLst>
                  <a:ext uri="{FF2B5EF4-FFF2-40B4-BE49-F238E27FC236}">
                    <a16:creationId xmlns:a16="http://schemas.microsoft.com/office/drawing/2014/main" id="{8CF19D85-FDEA-BC66-FBA0-3C0C4FB5755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561" y="1255"/>
                <a:ext cx="383" cy="250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algn="ctr"/>
                <a:r>
                  <a:rPr lang="es-ES_tradnl" noProof="0" dirty="0">
                    <a:solidFill>
                      <a:schemeClr val="tx1"/>
                    </a:solidFill>
                  </a:rPr>
                  <a:t>S/R</a:t>
                </a:r>
              </a:p>
            </p:txBody>
          </p:sp>
          <p:sp>
            <p:nvSpPr>
              <p:cNvPr id="12353" name="Line 129">
                <a:extLst>
                  <a:ext uri="{FF2B5EF4-FFF2-40B4-BE49-F238E27FC236}">
                    <a16:creationId xmlns:a16="http://schemas.microsoft.com/office/drawing/2014/main" id="{E7ED65BC-07E8-B8E7-A897-4FB6A970958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26" y="1296"/>
                <a:ext cx="96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anchor="ctr"/>
              <a:lstStyle/>
              <a:p>
                <a:endParaRPr lang="es-ES_tradnl" noProof="0" dirty="0"/>
              </a:p>
            </p:txBody>
          </p:sp>
        </p:grpSp>
        <p:grpSp>
          <p:nvGrpSpPr>
            <p:cNvPr id="12315" name="Group 59">
              <a:extLst>
                <a:ext uri="{FF2B5EF4-FFF2-40B4-BE49-F238E27FC236}">
                  <a16:creationId xmlns:a16="http://schemas.microsoft.com/office/drawing/2014/main" id="{F7576754-5AA1-74F1-7614-03ECA5BA7722}"/>
                </a:ext>
              </a:extLst>
            </p:cNvPr>
            <p:cNvGrpSpPr>
              <a:grpSpLocks/>
            </p:cNvGrpSpPr>
            <p:nvPr/>
          </p:nvGrpSpPr>
          <p:grpSpPr bwMode="auto">
            <a:xfrm rot="-5400000" flipH="1" flipV="1">
              <a:off x="1651" y="1632"/>
              <a:ext cx="432" cy="336"/>
              <a:chOff x="3264" y="3312"/>
              <a:chExt cx="678" cy="900"/>
            </a:xfrm>
          </p:grpSpPr>
          <p:sp>
            <p:nvSpPr>
              <p:cNvPr id="12344" name="Freeform 60">
                <a:extLst>
                  <a:ext uri="{FF2B5EF4-FFF2-40B4-BE49-F238E27FC236}">
                    <a16:creationId xmlns:a16="http://schemas.microsoft.com/office/drawing/2014/main" id="{451E2CB8-B491-5906-8372-7E46CA42BF3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76" y="3749"/>
                <a:ext cx="366" cy="463"/>
              </a:xfrm>
              <a:custGeom>
                <a:avLst/>
                <a:gdLst/>
                <a:ahLst/>
                <a:cxnLst>
                  <a:cxn ang="0">
                    <a:pos x="0" y="199"/>
                  </a:cxn>
                  <a:cxn ang="0">
                    <a:pos x="0" y="199"/>
                  </a:cxn>
                  <a:cxn ang="0">
                    <a:pos x="0" y="199"/>
                  </a:cxn>
                  <a:cxn ang="0">
                    <a:pos x="0" y="199"/>
                  </a:cxn>
                  <a:cxn ang="0">
                    <a:pos x="0" y="199"/>
                  </a:cxn>
                  <a:cxn ang="0">
                    <a:pos x="0" y="199"/>
                  </a:cxn>
                  <a:cxn ang="0">
                    <a:pos x="0" y="199"/>
                  </a:cxn>
                  <a:cxn ang="0">
                    <a:pos x="27" y="199"/>
                  </a:cxn>
                  <a:cxn ang="0">
                    <a:pos x="53" y="196"/>
                  </a:cxn>
                  <a:cxn ang="0">
                    <a:pos x="79" y="192"/>
                  </a:cxn>
                  <a:cxn ang="0">
                    <a:pos x="105" y="186"/>
                  </a:cxn>
                  <a:cxn ang="0">
                    <a:pos x="130" y="178"/>
                  </a:cxn>
                  <a:cxn ang="0">
                    <a:pos x="155" y="168"/>
                  </a:cxn>
                  <a:cxn ang="0">
                    <a:pos x="179" y="158"/>
                  </a:cxn>
                  <a:cxn ang="0">
                    <a:pos x="202" y="145"/>
                  </a:cxn>
                  <a:cxn ang="0">
                    <a:pos x="223" y="132"/>
                  </a:cxn>
                  <a:cxn ang="0">
                    <a:pos x="245" y="117"/>
                  </a:cxn>
                  <a:cxn ang="0">
                    <a:pos x="265" y="101"/>
                  </a:cxn>
                  <a:cxn ang="0">
                    <a:pos x="284" y="82"/>
                  </a:cxn>
                  <a:cxn ang="0">
                    <a:pos x="302" y="64"/>
                  </a:cxn>
                  <a:cxn ang="0">
                    <a:pos x="319" y="43"/>
                  </a:cxn>
                  <a:cxn ang="0">
                    <a:pos x="334" y="22"/>
                  </a:cxn>
                  <a:cxn ang="0">
                    <a:pos x="348" y="0"/>
                  </a:cxn>
                </a:cxnLst>
                <a:rect l="0" t="0" r="r" b="b"/>
                <a:pathLst>
                  <a:path w="349" h="200">
                    <a:moveTo>
                      <a:pt x="0" y="199"/>
                    </a:moveTo>
                    <a:lnTo>
                      <a:pt x="0" y="199"/>
                    </a:lnTo>
                    <a:lnTo>
                      <a:pt x="0" y="199"/>
                    </a:lnTo>
                    <a:lnTo>
                      <a:pt x="0" y="199"/>
                    </a:lnTo>
                    <a:lnTo>
                      <a:pt x="0" y="199"/>
                    </a:lnTo>
                    <a:lnTo>
                      <a:pt x="0" y="199"/>
                    </a:lnTo>
                    <a:lnTo>
                      <a:pt x="0" y="199"/>
                    </a:lnTo>
                    <a:lnTo>
                      <a:pt x="27" y="199"/>
                    </a:lnTo>
                    <a:lnTo>
                      <a:pt x="53" y="196"/>
                    </a:lnTo>
                    <a:lnTo>
                      <a:pt x="79" y="192"/>
                    </a:lnTo>
                    <a:lnTo>
                      <a:pt x="105" y="186"/>
                    </a:lnTo>
                    <a:lnTo>
                      <a:pt x="130" y="178"/>
                    </a:lnTo>
                    <a:lnTo>
                      <a:pt x="155" y="168"/>
                    </a:lnTo>
                    <a:lnTo>
                      <a:pt x="179" y="158"/>
                    </a:lnTo>
                    <a:lnTo>
                      <a:pt x="202" y="145"/>
                    </a:lnTo>
                    <a:lnTo>
                      <a:pt x="223" y="132"/>
                    </a:lnTo>
                    <a:lnTo>
                      <a:pt x="245" y="117"/>
                    </a:lnTo>
                    <a:lnTo>
                      <a:pt x="265" y="101"/>
                    </a:lnTo>
                    <a:lnTo>
                      <a:pt x="284" y="82"/>
                    </a:lnTo>
                    <a:lnTo>
                      <a:pt x="302" y="64"/>
                    </a:lnTo>
                    <a:lnTo>
                      <a:pt x="319" y="43"/>
                    </a:lnTo>
                    <a:lnTo>
                      <a:pt x="334" y="22"/>
                    </a:lnTo>
                    <a:lnTo>
                      <a:pt x="348" y="0"/>
                    </a:lnTo>
                  </a:path>
                </a:pathLst>
              </a:custGeom>
              <a:noFill/>
              <a:ln w="25400" cap="rnd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endParaRPr lang="es-ES_tradnl" noProof="0" dirty="0"/>
              </a:p>
            </p:txBody>
          </p:sp>
          <p:sp>
            <p:nvSpPr>
              <p:cNvPr id="12345" name="Line 61">
                <a:extLst>
                  <a:ext uri="{FF2B5EF4-FFF2-40B4-BE49-F238E27FC236}">
                    <a16:creationId xmlns:a16="http://schemas.microsoft.com/office/drawing/2014/main" id="{0184A4B8-93C2-F885-F8EA-1D91ED0BE1F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313" y="4210"/>
                <a:ext cx="262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es-ES_tradnl" noProof="0" dirty="0"/>
              </a:p>
            </p:txBody>
          </p:sp>
          <p:sp>
            <p:nvSpPr>
              <p:cNvPr id="12346" name="Freeform 62">
                <a:extLst>
                  <a:ext uri="{FF2B5EF4-FFF2-40B4-BE49-F238E27FC236}">
                    <a16:creationId xmlns:a16="http://schemas.microsoft.com/office/drawing/2014/main" id="{07224E29-B1DC-A75F-434B-E74B501BE1E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12" y="3762"/>
                <a:ext cx="87" cy="448"/>
              </a:xfrm>
              <a:custGeom>
                <a:avLst/>
                <a:gdLst/>
                <a:ahLst/>
                <a:cxnLst>
                  <a:cxn ang="0">
                    <a:pos x="0" y="192"/>
                  </a:cxn>
                  <a:cxn ang="0">
                    <a:pos x="0" y="192"/>
                  </a:cxn>
                  <a:cxn ang="0">
                    <a:pos x="9" y="182"/>
                  </a:cxn>
                  <a:cxn ang="0">
                    <a:pos x="18" y="172"/>
                  </a:cxn>
                  <a:cxn ang="0">
                    <a:pos x="27" y="161"/>
                  </a:cxn>
                  <a:cxn ang="0">
                    <a:pos x="34" y="151"/>
                  </a:cxn>
                  <a:cxn ang="0">
                    <a:pos x="42" y="139"/>
                  </a:cxn>
                  <a:cxn ang="0">
                    <a:pos x="48" y="128"/>
                  </a:cxn>
                  <a:cxn ang="0">
                    <a:pos x="55" y="116"/>
                  </a:cxn>
                  <a:cxn ang="0">
                    <a:pos x="60" y="103"/>
                  </a:cxn>
                  <a:cxn ang="0">
                    <a:pos x="65" y="91"/>
                  </a:cxn>
                  <a:cxn ang="0">
                    <a:pos x="70" y="78"/>
                  </a:cxn>
                  <a:cxn ang="0">
                    <a:pos x="73" y="65"/>
                  </a:cxn>
                  <a:cxn ang="0">
                    <a:pos x="76" y="53"/>
                  </a:cxn>
                  <a:cxn ang="0">
                    <a:pos x="79" y="39"/>
                  </a:cxn>
                  <a:cxn ang="0">
                    <a:pos x="81" y="26"/>
                  </a:cxn>
                  <a:cxn ang="0">
                    <a:pos x="82" y="13"/>
                  </a:cxn>
                  <a:cxn ang="0">
                    <a:pos x="82" y="0"/>
                  </a:cxn>
                </a:cxnLst>
                <a:rect l="0" t="0" r="r" b="b"/>
                <a:pathLst>
                  <a:path w="83" h="193">
                    <a:moveTo>
                      <a:pt x="0" y="192"/>
                    </a:moveTo>
                    <a:lnTo>
                      <a:pt x="0" y="192"/>
                    </a:lnTo>
                    <a:lnTo>
                      <a:pt x="9" y="182"/>
                    </a:lnTo>
                    <a:lnTo>
                      <a:pt x="18" y="172"/>
                    </a:lnTo>
                    <a:lnTo>
                      <a:pt x="27" y="161"/>
                    </a:lnTo>
                    <a:lnTo>
                      <a:pt x="34" y="151"/>
                    </a:lnTo>
                    <a:lnTo>
                      <a:pt x="42" y="139"/>
                    </a:lnTo>
                    <a:lnTo>
                      <a:pt x="48" y="128"/>
                    </a:lnTo>
                    <a:lnTo>
                      <a:pt x="55" y="116"/>
                    </a:lnTo>
                    <a:lnTo>
                      <a:pt x="60" y="103"/>
                    </a:lnTo>
                    <a:lnTo>
                      <a:pt x="65" y="91"/>
                    </a:lnTo>
                    <a:lnTo>
                      <a:pt x="70" y="78"/>
                    </a:lnTo>
                    <a:lnTo>
                      <a:pt x="73" y="65"/>
                    </a:lnTo>
                    <a:lnTo>
                      <a:pt x="76" y="53"/>
                    </a:lnTo>
                    <a:lnTo>
                      <a:pt x="79" y="39"/>
                    </a:lnTo>
                    <a:lnTo>
                      <a:pt x="81" y="26"/>
                    </a:lnTo>
                    <a:lnTo>
                      <a:pt x="82" y="13"/>
                    </a:lnTo>
                    <a:lnTo>
                      <a:pt x="82" y="0"/>
                    </a:lnTo>
                  </a:path>
                </a:pathLst>
              </a:custGeom>
              <a:noFill/>
              <a:ln w="25400" cap="rnd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endParaRPr lang="es-ES_tradnl" noProof="0" dirty="0"/>
              </a:p>
            </p:txBody>
          </p:sp>
          <p:sp>
            <p:nvSpPr>
              <p:cNvPr id="12347" name="Freeform 63">
                <a:extLst>
                  <a:ext uri="{FF2B5EF4-FFF2-40B4-BE49-F238E27FC236}">
                    <a16:creationId xmlns:a16="http://schemas.microsoft.com/office/drawing/2014/main" id="{AA1D1BA5-D1C7-9704-EC5B-16710890589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12" y="3314"/>
                <a:ext cx="87" cy="450"/>
              </a:xfrm>
              <a:custGeom>
                <a:avLst/>
                <a:gdLst/>
                <a:ahLst/>
                <a:cxnLst>
                  <a:cxn ang="0">
                    <a:pos x="82" y="193"/>
                  </a:cxn>
                  <a:cxn ang="0">
                    <a:pos x="82" y="193"/>
                  </a:cxn>
                  <a:cxn ang="0">
                    <a:pos x="82" y="179"/>
                  </a:cxn>
                  <a:cxn ang="0">
                    <a:pos x="81" y="166"/>
                  </a:cxn>
                  <a:cxn ang="0">
                    <a:pos x="79" y="153"/>
                  </a:cxn>
                  <a:cxn ang="0">
                    <a:pos x="76" y="139"/>
                  </a:cxn>
                  <a:cxn ang="0">
                    <a:pos x="73" y="127"/>
                  </a:cxn>
                  <a:cxn ang="0">
                    <a:pos x="70" y="114"/>
                  </a:cxn>
                  <a:cxn ang="0">
                    <a:pos x="65" y="101"/>
                  </a:cxn>
                  <a:cxn ang="0">
                    <a:pos x="60" y="89"/>
                  </a:cxn>
                  <a:cxn ang="0">
                    <a:pos x="55" y="76"/>
                  </a:cxn>
                  <a:cxn ang="0">
                    <a:pos x="48" y="64"/>
                  </a:cxn>
                  <a:cxn ang="0">
                    <a:pos x="42" y="53"/>
                  </a:cxn>
                  <a:cxn ang="0">
                    <a:pos x="34" y="41"/>
                  </a:cxn>
                  <a:cxn ang="0">
                    <a:pos x="27" y="31"/>
                  </a:cxn>
                  <a:cxn ang="0">
                    <a:pos x="18" y="20"/>
                  </a:cxn>
                  <a:cxn ang="0">
                    <a:pos x="9" y="10"/>
                  </a:cxn>
                  <a:cxn ang="0">
                    <a:pos x="0" y="0"/>
                  </a:cxn>
                </a:cxnLst>
                <a:rect l="0" t="0" r="r" b="b"/>
                <a:pathLst>
                  <a:path w="83" h="194">
                    <a:moveTo>
                      <a:pt x="82" y="193"/>
                    </a:moveTo>
                    <a:lnTo>
                      <a:pt x="82" y="193"/>
                    </a:lnTo>
                    <a:lnTo>
                      <a:pt x="82" y="179"/>
                    </a:lnTo>
                    <a:lnTo>
                      <a:pt x="81" y="166"/>
                    </a:lnTo>
                    <a:lnTo>
                      <a:pt x="79" y="153"/>
                    </a:lnTo>
                    <a:lnTo>
                      <a:pt x="76" y="139"/>
                    </a:lnTo>
                    <a:lnTo>
                      <a:pt x="73" y="127"/>
                    </a:lnTo>
                    <a:lnTo>
                      <a:pt x="70" y="114"/>
                    </a:lnTo>
                    <a:lnTo>
                      <a:pt x="65" y="101"/>
                    </a:lnTo>
                    <a:lnTo>
                      <a:pt x="60" y="89"/>
                    </a:lnTo>
                    <a:lnTo>
                      <a:pt x="55" y="76"/>
                    </a:lnTo>
                    <a:lnTo>
                      <a:pt x="48" y="64"/>
                    </a:lnTo>
                    <a:lnTo>
                      <a:pt x="42" y="53"/>
                    </a:lnTo>
                    <a:lnTo>
                      <a:pt x="34" y="41"/>
                    </a:lnTo>
                    <a:lnTo>
                      <a:pt x="27" y="31"/>
                    </a:lnTo>
                    <a:lnTo>
                      <a:pt x="18" y="20"/>
                    </a:lnTo>
                    <a:lnTo>
                      <a:pt x="9" y="10"/>
                    </a:lnTo>
                    <a:lnTo>
                      <a:pt x="0" y="0"/>
                    </a:lnTo>
                  </a:path>
                </a:pathLst>
              </a:custGeom>
              <a:noFill/>
              <a:ln w="25400" cap="rnd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endParaRPr lang="es-ES_tradnl" noProof="0" dirty="0"/>
              </a:p>
            </p:txBody>
          </p:sp>
          <p:sp>
            <p:nvSpPr>
              <p:cNvPr id="12348" name="Line 64">
                <a:extLst>
                  <a:ext uri="{FF2B5EF4-FFF2-40B4-BE49-F238E27FC236}">
                    <a16:creationId xmlns:a16="http://schemas.microsoft.com/office/drawing/2014/main" id="{86BDC5DB-379D-A253-5E7B-B0B09B208E8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13" y="3312"/>
                <a:ext cx="262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es-ES_tradnl" noProof="0" dirty="0"/>
              </a:p>
            </p:txBody>
          </p:sp>
          <p:sp>
            <p:nvSpPr>
              <p:cNvPr id="12349" name="Freeform 65">
                <a:extLst>
                  <a:ext uri="{FF2B5EF4-FFF2-40B4-BE49-F238E27FC236}">
                    <a16:creationId xmlns:a16="http://schemas.microsoft.com/office/drawing/2014/main" id="{91904C64-588A-EFF7-13B9-775AB6B0562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76" y="3312"/>
                <a:ext cx="366" cy="463"/>
              </a:xfrm>
              <a:custGeom>
                <a:avLst/>
                <a:gdLst/>
                <a:ahLst/>
                <a:cxnLst>
                  <a:cxn ang="0">
                    <a:pos x="348" y="199"/>
                  </a:cxn>
                  <a:cxn ang="0">
                    <a:pos x="348" y="199"/>
                  </a:cxn>
                  <a:cxn ang="0">
                    <a:pos x="334" y="177"/>
                  </a:cxn>
                  <a:cxn ang="0">
                    <a:pos x="319" y="156"/>
                  </a:cxn>
                  <a:cxn ang="0">
                    <a:pos x="302" y="135"/>
                  </a:cxn>
                  <a:cxn ang="0">
                    <a:pos x="284" y="117"/>
                  </a:cxn>
                  <a:cxn ang="0">
                    <a:pos x="265" y="98"/>
                  </a:cxn>
                  <a:cxn ang="0">
                    <a:pos x="245" y="82"/>
                  </a:cxn>
                  <a:cxn ang="0">
                    <a:pos x="223" y="67"/>
                  </a:cxn>
                  <a:cxn ang="0">
                    <a:pos x="202" y="54"/>
                  </a:cxn>
                  <a:cxn ang="0">
                    <a:pos x="179" y="41"/>
                  </a:cxn>
                  <a:cxn ang="0">
                    <a:pos x="155" y="31"/>
                  </a:cxn>
                  <a:cxn ang="0">
                    <a:pos x="130" y="21"/>
                  </a:cxn>
                  <a:cxn ang="0">
                    <a:pos x="105" y="13"/>
                  </a:cxn>
                  <a:cxn ang="0">
                    <a:pos x="79" y="7"/>
                  </a:cxn>
                  <a:cxn ang="0">
                    <a:pos x="53" y="3"/>
                  </a:cxn>
                  <a:cxn ang="0">
                    <a:pos x="27" y="0"/>
                  </a:cxn>
                  <a:cxn ang="0">
                    <a:pos x="0" y="0"/>
                  </a:cxn>
                </a:cxnLst>
                <a:rect l="0" t="0" r="r" b="b"/>
                <a:pathLst>
                  <a:path w="349" h="200">
                    <a:moveTo>
                      <a:pt x="348" y="199"/>
                    </a:moveTo>
                    <a:lnTo>
                      <a:pt x="348" y="199"/>
                    </a:lnTo>
                    <a:lnTo>
                      <a:pt x="334" y="177"/>
                    </a:lnTo>
                    <a:lnTo>
                      <a:pt x="319" y="156"/>
                    </a:lnTo>
                    <a:lnTo>
                      <a:pt x="302" y="135"/>
                    </a:lnTo>
                    <a:lnTo>
                      <a:pt x="284" y="117"/>
                    </a:lnTo>
                    <a:lnTo>
                      <a:pt x="265" y="98"/>
                    </a:lnTo>
                    <a:lnTo>
                      <a:pt x="245" y="82"/>
                    </a:lnTo>
                    <a:lnTo>
                      <a:pt x="223" y="67"/>
                    </a:lnTo>
                    <a:lnTo>
                      <a:pt x="202" y="54"/>
                    </a:lnTo>
                    <a:lnTo>
                      <a:pt x="179" y="41"/>
                    </a:lnTo>
                    <a:lnTo>
                      <a:pt x="155" y="31"/>
                    </a:lnTo>
                    <a:lnTo>
                      <a:pt x="130" y="21"/>
                    </a:lnTo>
                    <a:lnTo>
                      <a:pt x="105" y="13"/>
                    </a:lnTo>
                    <a:lnTo>
                      <a:pt x="79" y="7"/>
                    </a:lnTo>
                    <a:lnTo>
                      <a:pt x="53" y="3"/>
                    </a:lnTo>
                    <a:lnTo>
                      <a:pt x="27" y="0"/>
                    </a:lnTo>
                    <a:lnTo>
                      <a:pt x="0" y="0"/>
                    </a:lnTo>
                  </a:path>
                </a:pathLst>
              </a:custGeom>
              <a:noFill/>
              <a:ln w="25400" cap="rnd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endParaRPr lang="es-ES_tradnl" noProof="0" dirty="0"/>
              </a:p>
            </p:txBody>
          </p:sp>
          <p:sp>
            <p:nvSpPr>
              <p:cNvPr id="12350" name="Freeform 66">
                <a:extLst>
                  <a:ext uri="{FF2B5EF4-FFF2-40B4-BE49-F238E27FC236}">
                    <a16:creationId xmlns:a16="http://schemas.microsoft.com/office/drawing/2014/main" id="{B4AAF7ED-2A50-D6BD-D95E-72AF60B92A0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64" y="3760"/>
                <a:ext cx="87" cy="448"/>
              </a:xfrm>
              <a:custGeom>
                <a:avLst/>
                <a:gdLst/>
                <a:ahLst/>
                <a:cxnLst>
                  <a:cxn ang="0">
                    <a:pos x="0" y="192"/>
                  </a:cxn>
                  <a:cxn ang="0">
                    <a:pos x="0" y="192"/>
                  </a:cxn>
                  <a:cxn ang="0">
                    <a:pos x="9" y="182"/>
                  </a:cxn>
                  <a:cxn ang="0">
                    <a:pos x="18" y="172"/>
                  </a:cxn>
                  <a:cxn ang="0">
                    <a:pos x="27" y="161"/>
                  </a:cxn>
                  <a:cxn ang="0">
                    <a:pos x="34" y="151"/>
                  </a:cxn>
                  <a:cxn ang="0">
                    <a:pos x="42" y="139"/>
                  </a:cxn>
                  <a:cxn ang="0">
                    <a:pos x="48" y="128"/>
                  </a:cxn>
                  <a:cxn ang="0">
                    <a:pos x="55" y="116"/>
                  </a:cxn>
                  <a:cxn ang="0">
                    <a:pos x="60" y="103"/>
                  </a:cxn>
                  <a:cxn ang="0">
                    <a:pos x="65" y="91"/>
                  </a:cxn>
                  <a:cxn ang="0">
                    <a:pos x="70" y="78"/>
                  </a:cxn>
                  <a:cxn ang="0">
                    <a:pos x="73" y="65"/>
                  </a:cxn>
                  <a:cxn ang="0">
                    <a:pos x="76" y="53"/>
                  </a:cxn>
                  <a:cxn ang="0">
                    <a:pos x="79" y="39"/>
                  </a:cxn>
                  <a:cxn ang="0">
                    <a:pos x="81" y="26"/>
                  </a:cxn>
                  <a:cxn ang="0">
                    <a:pos x="82" y="13"/>
                  </a:cxn>
                  <a:cxn ang="0">
                    <a:pos x="82" y="0"/>
                  </a:cxn>
                </a:cxnLst>
                <a:rect l="0" t="0" r="r" b="b"/>
                <a:pathLst>
                  <a:path w="83" h="193">
                    <a:moveTo>
                      <a:pt x="0" y="192"/>
                    </a:moveTo>
                    <a:lnTo>
                      <a:pt x="0" y="192"/>
                    </a:lnTo>
                    <a:lnTo>
                      <a:pt x="9" y="182"/>
                    </a:lnTo>
                    <a:lnTo>
                      <a:pt x="18" y="172"/>
                    </a:lnTo>
                    <a:lnTo>
                      <a:pt x="27" y="161"/>
                    </a:lnTo>
                    <a:lnTo>
                      <a:pt x="34" y="151"/>
                    </a:lnTo>
                    <a:lnTo>
                      <a:pt x="42" y="139"/>
                    </a:lnTo>
                    <a:lnTo>
                      <a:pt x="48" y="128"/>
                    </a:lnTo>
                    <a:lnTo>
                      <a:pt x="55" y="116"/>
                    </a:lnTo>
                    <a:lnTo>
                      <a:pt x="60" y="103"/>
                    </a:lnTo>
                    <a:lnTo>
                      <a:pt x="65" y="91"/>
                    </a:lnTo>
                    <a:lnTo>
                      <a:pt x="70" y="78"/>
                    </a:lnTo>
                    <a:lnTo>
                      <a:pt x="73" y="65"/>
                    </a:lnTo>
                    <a:lnTo>
                      <a:pt x="76" y="53"/>
                    </a:lnTo>
                    <a:lnTo>
                      <a:pt x="79" y="39"/>
                    </a:lnTo>
                    <a:lnTo>
                      <a:pt x="81" y="26"/>
                    </a:lnTo>
                    <a:lnTo>
                      <a:pt x="82" y="13"/>
                    </a:lnTo>
                    <a:lnTo>
                      <a:pt x="82" y="0"/>
                    </a:lnTo>
                  </a:path>
                </a:pathLst>
              </a:custGeom>
              <a:noFill/>
              <a:ln w="25400" cap="rnd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endParaRPr lang="es-ES_tradnl" noProof="0" dirty="0"/>
              </a:p>
            </p:txBody>
          </p:sp>
          <p:sp>
            <p:nvSpPr>
              <p:cNvPr id="12351" name="Freeform 67">
                <a:extLst>
                  <a:ext uri="{FF2B5EF4-FFF2-40B4-BE49-F238E27FC236}">
                    <a16:creationId xmlns:a16="http://schemas.microsoft.com/office/drawing/2014/main" id="{870B6B43-FA12-8805-0D0B-AE1F1C6FB9F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64" y="3312"/>
                <a:ext cx="87" cy="450"/>
              </a:xfrm>
              <a:custGeom>
                <a:avLst/>
                <a:gdLst/>
                <a:ahLst/>
                <a:cxnLst>
                  <a:cxn ang="0">
                    <a:pos x="82" y="193"/>
                  </a:cxn>
                  <a:cxn ang="0">
                    <a:pos x="82" y="193"/>
                  </a:cxn>
                  <a:cxn ang="0">
                    <a:pos x="82" y="179"/>
                  </a:cxn>
                  <a:cxn ang="0">
                    <a:pos x="81" y="166"/>
                  </a:cxn>
                  <a:cxn ang="0">
                    <a:pos x="79" y="153"/>
                  </a:cxn>
                  <a:cxn ang="0">
                    <a:pos x="76" y="139"/>
                  </a:cxn>
                  <a:cxn ang="0">
                    <a:pos x="73" y="127"/>
                  </a:cxn>
                  <a:cxn ang="0">
                    <a:pos x="70" y="114"/>
                  </a:cxn>
                  <a:cxn ang="0">
                    <a:pos x="65" y="101"/>
                  </a:cxn>
                  <a:cxn ang="0">
                    <a:pos x="60" y="89"/>
                  </a:cxn>
                  <a:cxn ang="0">
                    <a:pos x="55" y="76"/>
                  </a:cxn>
                  <a:cxn ang="0">
                    <a:pos x="48" y="64"/>
                  </a:cxn>
                  <a:cxn ang="0">
                    <a:pos x="42" y="53"/>
                  </a:cxn>
                  <a:cxn ang="0">
                    <a:pos x="34" y="41"/>
                  </a:cxn>
                  <a:cxn ang="0">
                    <a:pos x="27" y="31"/>
                  </a:cxn>
                  <a:cxn ang="0">
                    <a:pos x="18" y="20"/>
                  </a:cxn>
                  <a:cxn ang="0">
                    <a:pos x="9" y="10"/>
                  </a:cxn>
                  <a:cxn ang="0">
                    <a:pos x="0" y="0"/>
                  </a:cxn>
                </a:cxnLst>
                <a:rect l="0" t="0" r="r" b="b"/>
                <a:pathLst>
                  <a:path w="83" h="194">
                    <a:moveTo>
                      <a:pt x="82" y="193"/>
                    </a:moveTo>
                    <a:lnTo>
                      <a:pt x="82" y="193"/>
                    </a:lnTo>
                    <a:lnTo>
                      <a:pt x="82" y="179"/>
                    </a:lnTo>
                    <a:lnTo>
                      <a:pt x="81" y="166"/>
                    </a:lnTo>
                    <a:lnTo>
                      <a:pt x="79" y="153"/>
                    </a:lnTo>
                    <a:lnTo>
                      <a:pt x="76" y="139"/>
                    </a:lnTo>
                    <a:lnTo>
                      <a:pt x="73" y="127"/>
                    </a:lnTo>
                    <a:lnTo>
                      <a:pt x="70" y="114"/>
                    </a:lnTo>
                    <a:lnTo>
                      <a:pt x="65" y="101"/>
                    </a:lnTo>
                    <a:lnTo>
                      <a:pt x="60" y="89"/>
                    </a:lnTo>
                    <a:lnTo>
                      <a:pt x="55" y="76"/>
                    </a:lnTo>
                    <a:lnTo>
                      <a:pt x="48" y="64"/>
                    </a:lnTo>
                    <a:lnTo>
                      <a:pt x="42" y="53"/>
                    </a:lnTo>
                    <a:lnTo>
                      <a:pt x="34" y="41"/>
                    </a:lnTo>
                    <a:lnTo>
                      <a:pt x="27" y="31"/>
                    </a:lnTo>
                    <a:lnTo>
                      <a:pt x="18" y="20"/>
                    </a:lnTo>
                    <a:lnTo>
                      <a:pt x="9" y="10"/>
                    </a:lnTo>
                    <a:lnTo>
                      <a:pt x="0" y="0"/>
                    </a:lnTo>
                  </a:path>
                </a:pathLst>
              </a:custGeom>
              <a:noFill/>
              <a:ln w="25400" cap="rnd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endParaRPr lang="es-ES_tradnl" noProof="0" dirty="0"/>
              </a:p>
            </p:txBody>
          </p:sp>
        </p:grpSp>
        <p:grpSp>
          <p:nvGrpSpPr>
            <p:cNvPr id="12316" name="Group 68">
              <a:extLst>
                <a:ext uri="{FF2B5EF4-FFF2-40B4-BE49-F238E27FC236}">
                  <a16:creationId xmlns:a16="http://schemas.microsoft.com/office/drawing/2014/main" id="{D2E24FC1-CFE6-7CD2-3759-33A163BDBD7E}"/>
                </a:ext>
              </a:extLst>
            </p:cNvPr>
            <p:cNvGrpSpPr>
              <a:grpSpLocks/>
            </p:cNvGrpSpPr>
            <p:nvPr/>
          </p:nvGrpSpPr>
          <p:grpSpPr bwMode="auto">
            <a:xfrm rot="-5400000" flipH="1" flipV="1">
              <a:off x="3035" y="1632"/>
              <a:ext cx="432" cy="336"/>
              <a:chOff x="3264" y="3312"/>
              <a:chExt cx="678" cy="900"/>
            </a:xfrm>
          </p:grpSpPr>
          <p:sp>
            <p:nvSpPr>
              <p:cNvPr id="12336" name="Freeform 69">
                <a:extLst>
                  <a:ext uri="{FF2B5EF4-FFF2-40B4-BE49-F238E27FC236}">
                    <a16:creationId xmlns:a16="http://schemas.microsoft.com/office/drawing/2014/main" id="{247B35E7-C464-2F90-C1C9-B3E70E83424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76" y="3749"/>
                <a:ext cx="366" cy="463"/>
              </a:xfrm>
              <a:custGeom>
                <a:avLst/>
                <a:gdLst/>
                <a:ahLst/>
                <a:cxnLst>
                  <a:cxn ang="0">
                    <a:pos x="0" y="199"/>
                  </a:cxn>
                  <a:cxn ang="0">
                    <a:pos x="0" y="199"/>
                  </a:cxn>
                  <a:cxn ang="0">
                    <a:pos x="0" y="199"/>
                  </a:cxn>
                  <a:cxn ang="0">
                    <a:pos x="0" y="199"/>
                  </a:cxn>
                  <a:cxn ang="0">
                    <a:pos x="0" y="199"/>
                  </a:cxn>
                  <a:cxn ang="0">
                    <a:pos x="0" y="199"/>
                  </a:cxn>
                  <a:cxn ang="0">
                    <a:pos x="0" y="199"/>
                  </a:cxn>
                  <a:cxn ang="0">
                    <a:pos x="27" y="199"/>
                  </a:cxn>
                  <a:cxn ang="0">
                    <a:pos x="53" y="196"/>
                  </a:cxn>
                  <a:cxn ang="0">
                    <a:pos x="79" y="192"/>
                  </a:cxn>
                  <a:cxn ang="0">
                    <a:pos x="105" y="186"/>
                  </a:cxn>
                  <a:cxn ang="0">
                    <a:pos x="130" y="178"/>
                  </a:cxn>
                  <a:cxn ang="0">
                    <a:pos x="155" y="168"/>
                  </a:cxn>
                  <a:cxn ang="0">
                    <a:pos x="179" y="158"/>
                  </a:cxn>
                  <a:cxn ang="0">
                    <a:pos x="202" y="145"/>
                  </a:cxn>
                  <a:cxn ang="0">
                    <a:pos x="223" y="132"/>
                  </a:cxn>
                  <a:cxn ang="0">
                    <a:pos x="245" y="117"/>
                  </a:cxn>
                  <a:cxn ang="0">
                    <a:pos x="265" y="101"/>
                  </a:cxn>
                  <a:cxn ang="0">
                    <a:pos x="284" y="82"/>
                  </a:cxn>
                  <a:cxn ang="0">
                    <a:pos x="302" y="64"/>
                  </a:cxn>
                  <a:cxn ang="0">
                    <a:pos x="319" y="43"/>
                  </a:cxn>
                  <a:cxn ang="0">
                    <a:pos x="334" y="22"/>
                  </a:cxn>
                  <a:cxn ang="0">
                    <a:pos x="348" y="0"/>
                  </a:cxn>
                </a:cxnLst>
                <a:rect l="0" t="0" r="r" b="b"/>
                <a:pathLst>
                  <a:path w="349" h="200">
                    <a:moveTo>
                      <a:pt x="0" y="199"/>
                    </a:moveTo>
                    <a:lnTo>
                      <a:pt x="0" y="199"/>
                    </a:lnTo>
                    <a:lnTo>
                      <a:pt x="0" y="199"/>
                    </a:lnTo>
                    <a:lnTo>
                      <a:pt x="0" y="199"/>
                    </a:lnTo>
                    <a:lnTo>
                      <a:pt x="0" y="199"/>
                    </a:lnTo>
                    <a:lnTo>
                      <a:pt x="0" y="199"/>
                    </a:lnTo>
                    <a:lnTo>
                      <a:pt x="0" y="199"/>
                    </a:lnTo>
                    <a:lnTo>
                      <a:pt x="27" y="199"/>
                    </a:lnTo>
                    <a:lnTo>
                      <a:pt x="53" y="196"/>
                    </a:lnTo>
                    <a:lnTo>
                      <a:pt x="79" y="192"/>
                    </a:lnTo>
                    <a:lnTo>
                      <a:pt x="105" y="186"/>
                    </a:lnTo>
                    <a:lnTo>
                      <a:pt x="130" y="178"/>
                    </a:lnTo>
                    <a:lnTo>
                      <a:pt x="155" y="168"/>
                    </a:lnTo>
                    <a:lnTo>
                      <a:pt x="179" y="158"/>
                    </a:lnTo>
                    <a:lnTo>
                      <a:pt x="202" y="145"/>
                    </a:lnTo>
                    <a:lnTo>
                      <a:pt x="223" y="132"/>
                    </a:lnTo>
                    <a:lnTo>
                      <a:pt x="245" y="117"/>
                    </a:lnTo>
                    <a:lnTo>
                      <a:pt x="265" y="101"/>
                    </a:lnTo>
                    <a:lnTo>
                      <a:pt x="284" y="82"/>
                    </a:lnTo>
                    <a:lnTo>
                      <a:pt x="302" y="64"/>
                    </a:lnTo>
                    <a:lnTo>
                      <a:pt x="319" y="43"/>
                    </a:lnTo>
                    <a:lnTo>
                      <a:pt x="334" y="22"/>
                    </a:lnTo>
                    <a:lnTo>
                      <a:pt x="348" y="0"/>
                    </a:lnTo>
                  </a:path>
                </a:pathLst>
              </a:custGeom>
              <a:noFill/>
              <a:ln w="25400" cap="rnd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endParaRPr lang="es-ES_tradnl" noProof="0" dirty="0"/>
              </a:p>
            </p:txBody>
          </p:sp>
          <p:sp>
            <p:nvSpPr>
              <p:cNvPr id="12337" name="Line 70">
                <a:extLst>
                  <a:ext uri="{FF2B5EF4-FFF2-40B4-BE49-F238E27FC236}">
                    <a16:creationId xmlns:a16="http://schemas.microsoft.com/office/drawing/2014/main" id="{5FE40EDA-2FC3-3E94-319E-33E746C3C3B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313" y="4210"/>
                <a:ext cx="262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es-ES_tradnl" noProof="0" dirty="0"/>
              </a:p>
            </p:txBody>
          </p:sp>
          <p:sp>
            <p:nvSpPr>
              <p:cNvPr id="12338" name="Freeform 71">
                <a:extLst>
                  <a:ext uri="{FF2B5EF4-FFF2-40B4-BE49-F238E27FC236}">
                    <a16:creationId xmlns:a16="http://schemas.microsoft.com/office/drawing/2014/main" id="{0634335B-C3D3-6DB3-A756-0682F032EC7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12" y="3762"/>
                <a:ext cx="87" cy="448"/>
              </a:xfrm>
              <a:custGeom>
                <a:avLst/>
                <a:gdLst/>
                <a:ahLst/>
                <a:cxnLst>
                  <a:cxn ang="0">
                    <a:pos x="0" y="192"/>
                  </a:cxn>
                  <a:cxn ang="0">
                    <a:pos x="0" y="192"/>
                  </a:cxn>
                  <a:cxn ang="0">
                    <a:pos x="9" y="182"/>
                  </a:cxn>
                  <a:cxn ang="0">
                    <a:pos x="18" y="172"/>
                  </a:cxn>
                  <a:cxn ang="0">
                    <a:pos x="27" y="161"/>
                  </a:cxn>
                  <a:cxn ang="0">
                    <a:pos x="34" y="151"/>
                  </a:cxn>
                  <a:cxn ang="0">
                    <a:pos x="42" y="139"/>
                  </a:cxn>
                  <a:cxn ang="0">
                    <a:pos x="48" y="128"/>
                  </a:cxn>
                  <a:cxn ang="0">
                    <a:pos x="55" y="116"/>
                  </a:cxn>
                  <a:cxn ang="0">
                    <a:pos x="60" y="103"/>
                  </a:cxn>
                  <a:cxn ang="0">
                    <a:pos x="65" y="91"/>
                  </a:cxn>
                  <a:cxn ang="0">
                    <a:pos x="70" y="78"/>
                  </a:cxn>
                  <a:cxn ang="0">
                    <a:pos x="73" y="65"/>
                  </a:cxn>
                  <a:cxn ang="0">
                    <a:pos x="76" y="53"/>
                  </a:cxn>
                  <a:cxn ang="0">
                    <a:pos x="79" y="39"/>
                  </a:cxn>
                  <a:cxn ang="0">
                    <a:pos x="81" y="26"/>
                  </a:cxn>
                  <a:cxn ang="0">
                    <a:pos x="82" y="13"/>
                  </a:cxn>
                  <a:cxn ang="0">
                    <a:pos x="82" y="0"/>
                  </a:cxn>
                </a:cxnLst>
                <a:rect l="0" t="0" r="r" b="b"/>
                <a:pathLst>
                  <a:path w="83" h="193">
                    <a:moveTo>
                      <a:pt x="0" y="192"/>
                    </a:moveTo>
                    <a:lnTo>
                      <a:pt x="0" y="192"/>
                    </a:lnTo>
                    <a:lnTo>
                      <a:pt x="9" y="182"/>
                    </a:lnTo>
                    <a:lnTo>
                      <a:pt x="18" y="172"/>
                    </a:lnTo>
                    <a:lnTo>
                      <a:pt x="27" y="161"/>
                    </a:lnTo>
                    <a:lnTo>
                      <a:pt x="34" y="151"/>
                    </a:lnTo>
                    <a:lnTo>
                      <a:pt x="42" y="139"/>
                    </a:lnTo>
                    <a:lnTo>
                      <a:pt x="48" y="128"/>
                    </a:lnTo>
                    <a:lnTo>
                      <a:pt x="55" y="116"/>
                    </a:lnTo>
                    <a:lnTo>
                      <a:pt x="60" y="103"/>
                    </a:lnTo>
                    <a:lnTo>
                      <a:pt x="65" y="91"/>
                    </a:lnTo>
                    <a:lnTo>
                      <a:pt x="70" y="78"/>
                    </a:lnTo>
                    <a:lnTo>
                      <a:pt x="73" y="65"/>
                    </a:lnTo>
                    <a:lnTo>
                      <a:pt x="76" y="53"/>
                    </a:lnTo>
                    <a:lnTo>
                      <a:pt x="79" y="39"/>
                    </a:lnTo>
                    <a:lnTo>
                      <a:pt x="81" y="26"/>
                    </a:lnTo>
                    <a:lnTo>
                      <a:pt x="82" y="13"/>
                    </a:lnTo>
                    <a:lnTo>
                      <a:pt x="82" y="0"/>
                    </a:lnTo>
                  </a:path>
                </a:pathLst>
              </a:custGeom>
              <a:noFill/>
              <a:ln w="25400" cap="rnd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endParaRPr lang="es-ES_tradnl" noProof="0" dirty="0"/>
              </a:p>
            </p:txBody>
          </p:sp>
          <p:sp>
            <p:nvSpPr>
              <p:cNvPr id="12339" name="Freeform 72">
                <a:extLst>
                  <a:ext uri="{FF2B5EF4-FFF2-40B4-BE49-F238E27FC236}">
                    <a16:creationId xmlns:a16="http://schemas.microsoft.com/office/drawing/2014/main" id="{4EF05F3A-962F-57F8-B012-B095C983987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12" y="3314"/>
                <a:ext cx="87" cy="450"/>
              </a:xfrm>
              <a:custGeom>
                <a:avLst/>
                <a:gdLst/>
                <a:ahLst/>
                <a:cxnLst>
                  <a:cxn ang="0">
                    <a:pos x="82" y="193"/>
                  </a:cxn>
                  <a:cxn ang="0">
                    <a:pos x="82" y="193"/>
                  </a:cxn>
                  <a:cxn ang="0">
                    <a:pos x="82" y="179"/>
                  </a:cxn>
                  <a:cxn ang="0">
                    <a:pos x="81" y="166"/>
                  </a:cxn>
                  <a:cxn ang="0">
                    <a:pos x="79" y="153"/>
                  </a:cxn>
                  <a:cxn ang="0">
                    <a:pos x="76" y="139"/>
                  </a:cxn>
                  <a:cxn ang="0">
                    <a:pos x="73" y="127"/>
                  </a:cxn>
                  <a:cxn ang="0">
                    <a:pos x="70" y="114"/>
                  </a:cxn>
                  <a:cxn ang="0">
                    <a:pos x="65" y="101"/>
                  </a:cxn>
                  <a:cxn ang="0">
                    <a:pos x="60" y="89"/>
                  </a:cxn>
                  <a:cxn ang="0">
                    <a:pos x="55" y="76"/>
                  </a:cxn>
                  <a:cxn ang="0">
                    <a:pos x="48" y="64"/>
                  </a:cxn>
                  <a:cxn ang="0">
                    <a:pos x="42" y="53"/>
                  </a:cxn>
                  <a:cxn ang="0">
                    <a:pos x="34" y="41"/>
                  </a:cxn>
                  <a:cxn ang="0">
                    <a:pos x="27" y="31"/>
                  </a:cxn>
                  <a:cxn ang="0">
                    <a:pos x="18" y="20"/>
                  </a:cxn>
                  <a:cxn ang="0">
                    <a:pos x="9" y="10"/>
                  </a:cxn>
                  <a:cxn ang="0">
                    <a:pos x="0" y="0"/>
                  </a:cxn>
                </a:cxnLst>
                <a:rect l="0" t="0" r="r" b="b"/>
                <a:pathLst>
                  <a:path w="83" h="194">
                    <a:moveTo>
                      <a:pt x="82" y="193"/>
                    </a:moveTo>
                    <a:lnTo>
                      <a:pt x="82" y="193"/>
                    </a:lnTo>
                    <a:lnTo>
                      <a:pt x="82" y="179"/>
                    </a:lnTo>
                    <a:lnTo>
                      <a:pt x="81" y="166"/>
                    </a:lnTo>
                    <a:lnTo>
                      <a:pt x="79" y="153"/>
                    </a:lnTo>
                    <a:lnTo>
                      <a:pt x="76" y="139"/>
                    </a:lnTo>
                    <a:lnTo>
                      <a:pt x="73" y="127"/>
                    </a:lnTo>
                    <a:lnTo>
                      <a:pt x="70" y="114"/>
                    </a:lnTo>
                    <a:lnTo>
                      <a:pt x="65" y="101"/>
                    </a:lnTo>
                    <a:lnTo>
                      <a:pt x="60" y="89"/>
                    </a:lnTo>
                    <a:lnTo>
                      <a:pt x="55" y="76"/>
                    </a:lnTo>
                    <a:lnTo>
                      <a:pt x="48" y="64"/>
                    </a:lnTo>
                    <a:lnTo>
                      <a:pt x="42" y="53"/>
                    </a:lnTo>
                    <a:lnTo>
                      <a:pt x="34" y="41"/>
                    </a:lnTo>
                    <a:lnTo>
                      <a:pt x="27" y="31"/>
                    </a:lnTo>
                    <a:lnTo>
                      <a:pt x="18" y="20"/>
                    </a:lnTo>
                    <a:lnTo>
                      <a:pt x="9" y="10"/>
                    </a:lnTo>
                    <a:lnTo>
                      <a:pt x="0" y="0"/>
                    </a:lnTo>
                  </a:path>
                </a:pathLst>
              </a:custGeom>
              <a:noFill/>
              <a:ln w="25400" cap="rnd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endParaRPr lang="es-ES_tradnl" noProof="0" dirty="0"/>
              </a:p>
            </p:txBody>
          </p:sp>
          <p:sp>
            <p:nvSpPr>
              <p:cNvPr id="12340" name="Line 73">
                <a:extLst>
                  <a:ext uri="{FF2B5EF4-FFF2-40B4-BE49-F238E27FC236}">
                    <a16:creationId xmlns:a16="http://schemas.microsoft.com/office/drawing/2014/main" id="{8E2CDBC1-F820-9E0F-5C29-4D44A099EF8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13" y="3312"/>
                <a:ext cx="262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es-ES_tradnl" noProof="0" dirty="0"/>
              </a:p>
            </p:txBody>
          </p:sp>
          <p:sp>
            <p:nvSpPr>
              <p:cNvPr id="12341" name="Freeform 74">
                <a:extLst>
                  <a:ext uri="{FF2B5EF4-FFF2-40B4-BE49-F238E27FC236}">
                    <a16:creationId xmlns:a16="http://schemas.microsoft.com/office/drawing/2014/main" id="{8BAE6DFC-5D26-464D-3DAC-0B80B9C51F1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76" y="3312"/>
                <a:ext cx="366" cy="463"/>
              </a:xfrm>
              <a:custGeom>
                <a:avLst/>
                <a:gdLst/>
                <a:ahLst/>
                <a:cxnLst>
                  <a:cxn ang="0">
                    <a:pos x="348" y="199"/>
                  </a:cxn>
                  <a:cxn ang="0">
                    <a:pos x="348" y="199"/>
                  </a:cxn>
                  <a:cxn ang="0">
                    <a:pos x="334" y="177"/>
                  </a:cxn>
                  <a:cxn ang="0">
                    <a:pos x="319" y="156"/>
                  </a:cxn>
                  <a:cxn ang="0">
                    <a:pos x="302" y="135"/>
                  </a:cxn>
                  <a:cxn ang="0">
                    <a:pos x="284" y="117"/>
                  </a:cxn>
                  <a:cxn ang="0">
                    <a:pos x="265" y="98"/>
                  </a:cxn>
                  <a:cxn ang="0">
                    <a:pos x="245" y="82"/>
                  </a:cxn>
                  <a:cxn ang="0">
                    <a:pos x="223" y="67"/>
                  </a:cxn>
                  <a:cxn ang="0">
                    <a:pos x="202" y="54"/>
                  </a:cxn>
                  <a:cxn ang="0">
                    <a:pos x="179" y="41"/>
                  </a:cxn>
                  <a:cxn ang="0">
                    <a:pos x="155" y="31"/>
                  </a:cxn>
                  <a:cxn ang="0">
                    <a:pos x="130" y="21"/>
                  </a:cxn>
                  <a:cxn ang="0">
                    <a:pos x="105" y="13"/>
                  </a:cxn>
                  <a:cxn ang="0">
                    <a:pos x="79" y="7"/>
                  </a:cxn>
                  <a:cxn ang="0">
                    <a:pos x="53" y="3"/>
                  </a:cxn>
                  <a:cxn ang="0">
                    <a:pos x="27" y="0"/>
                  </a:cxn>
                  <a:cxn ang="0">
                    <a:pos x="0" y="0"/>
                  </a:cxn>
                </a:cxnLst>
                <a:rect l="0" t="0" r="r" b="b"/>
                <a:pathLst>
                  <a:path w="349" h="200">
                    <a:moveTo>
                      <a:pt x="348" y="199"/>
                    </a:moveTo>
                    <a:lnTo>
                      <a:pt x="348" y="199"/>
                    </a:lnTo>
                    <a:lnTo>
                      <a:pt x="334" y="177"/>
                    </a:lnTo>
                    <a:lnTo>
                      <a:pt x="319" y="156"/>
                    </a:lnTo>
                    <a:lnTo>
                      <a:pt x="302" y="135"/>
                    </a:lnTo>
                    <a:lnTo>
                      <a:pt x="284" y="117"/>
                    </a:lnTo>
                    <a:lnTo>
                      <a:pt x="265" y="98"/>
                    </a:lnTo>
                    <a:lnTo>
                      <a:pt x="245" y="82"/>
                    </a:lnTo>
                    <a:lnTo>
                      <a:pt x="223" y="67"/>
                    </a:lnTo>
                    <a:lnTo>
                      <a:pt x="202" y="54"/>
                    </a:lnTo>
                    <a:lnTo>
                      <a:pt x="179" y="41"/>
                    </a:lnTo>
                    <a:lnTo>
                      <a:pt x="155" y="31"/>
                    </a:lnTo>
                    <a:lnTo>
                      <a:pt x="130" y="21"/>
                    </a:lnTo>
                    <a:lnTo>
                      <a:pt x="105" y="13"/>
                    </a:lnTo>
                    <a:lnTo>
                      <a:pt x="79" y="7"/>
                    </a:lnTo>
                    <a:lnTo>
                      <a:pt x="53" y="3"/>
                    </a:lnTo>
                    <a:lnTo>
                      <a:pt x="27" y="0"/>
                    </a:lnTo>
                    <a:lnTo>
                      <a:pt x="0" y="0"/>
                    </a:lnTo>
                  </a:path>
                </a:pathLst>
              </a:custGeom>
              <a:noFill/>
              <a:ln w="25400" cap="rnd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endParaRPr lang="es-ES_tradnl" noProof="0" dirty="0"/>
              </a:p>
            </p:txBody>
          </p:sp>
          <p:sp>
            <p:nvSpPr>
              <p:cNvPr id="12342" name="Freeform 75">
                <a:extLst>
                  <a:ext uri="{FF2B5EF4-FFF2-40B4-BE49-F238E27FC236}">
                    <a16:creationId xmlns:a16="http://schemas.microsoft.com/office/drawing/2014/main" id="{E551FF78-06E9-322D-7CDF-1D73CE484BA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64" y="3760"/>
                <a:ext cx="87" cy="448"/>
              </a:xfrm>
              <a:custGeom>
                <a:avLst/>
                <a:gdLst/>
                <a:ahLst/>
                <a:cxnLst>
                  <a:cxn ang="0">
                    <a:pos x="0" y="192"/>
                  </a:cxn>
                  <a:cxn ang="0">
                    <a:pos x="0" y="192"/>
                  </a:cxn>
                  <a:cxn ang="0">
                    <a:pos x="9" y="182"/>
                  </a:cxn>
                  <a:cxn ang="0">
                    <a:pos x="18" y="172"/>
                  </a:cxn>
                  <a:cxn ang="0">
                    <a:pos x="27" y="161"/>
                  </a:cxn>
                  <a:cxn ang="0">
                    <a:pos x="34" y="151"/>
                  </a:cxn>
                  <a:cxn ang="0">
                    <a:pos x="42" y="139"/>
                  </a:cxn>
                  <a:cxn ang="0">
                    <a:pos x="48" y="128"/>
                  </a:cxn>
                  <a:cxn ang="0">
                    <a:pos x="55" y="116"/>
                  </a:cxn>
                  <a:cxn ang="0">
                    <a:pos x="60" y="103"/>
                  </a:cxn>
                  <a:cxn ang="0">
                    <a:pos x="65" y="91"/>
                  </a:cxn>
                  <a:cxn ang="0">
                    <a:pos x="70" y="78"/>
                  </a:cxn>
                  <a:cxn ang="0">
                    <a:pos x="73" y="65"/>
                  </a:cxn>
                  <a:cxn ang="0">
                    <a:pos x="76" y="53"/>
                  </a:cxn>
                  <a:cxn ang="0">
                    <a:pos x="79" y="39"/>
                  </a:cxn>
                  <a:cxn ang="0">
                    <a:pos x="81" y="26"/>
                  </a:cxn>
                  <a:cxn ang="0">
                    <a:pos x="82" y="13"/>
                  </a:cxn>
                  <a:cxn ang="0">
                    <a:pos x="82" y="0"/>
                  </a:cxn>
                </a:cxnLst>
                <a:rect l="0" t="0" r="r" b="b"/>
                <a:pathLst>
                  <a:path w="83" h="193">
                    <a:moveTo>
                      <a:pt x="0" y="192"/>
                    </a:moveTo>
                    <a:lnTo>
                      <a:pt x="0" y="192"/>
                    </a:lnTo>
                    <a:lnTo>
                      <a:pt x="9" y="182"/>
                    </a:lnTo>
                    <a:lnTo>
                      <a:pt x="18" y="172"/>
                    </a:lnTo>
                    <a:lnTo>
                      <a:pt x="27" y="161"/>
                    </a:lnTo>
                    <a:lnTo>
                      <a:pt x="34" y="151"/>
                    </a:lnTo>
                    <a:lnTo>
                      <a:pt x="42" y="139"/>
                    </a:lnTo>
                    <a:lnTo>
                      <a:pt x="48" y="128"/>
                    </a:lnTo>
                    <a:lnTo>
                      <a:pt x="55" y="116"/>
                    </a:lnTo>
                    <a:lnTo>
                      <a:pt x="60" y="103"/>
                    </a:lnTo>
                    <a:lnTo>
                      <a:pt x="65" y="91"/>
                    </a:lnTo>
                    <a:lnTo>
                      <a:pt x="70" y="78"/>
                    </a:lnTo>
                    <a:lnTo>
                      <a:pt x="73" y="65"/>
                    </a:lnTo>
                    <a:lnTo>
                      <a:pt x="76" y="53"/>
                    </a:lnTo>
                    <a:lnTo>
                      <a:pt x="79" y="39"/>
                    </a:lnTo>
                    <a:lnTo>
                      <a:pt x="81" y="26"/>
                    </a:lnTo>
                    <a:lnTo>
                      <a:pt x="82" y="13"/>
                    </a:lnTo>
                    <a:lnTo>
                      <a:pt x="82" y="0"/>
                    </a:lnTo>
                  </a:path>
                </a:pathLst>
              </a:custGeom>
              <a:noFill/>
              <a:ln w="25400" cap="rnd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endParaRPr lang="es-ES_tradnl" noProof="0" dirty="0"/>
              </a:p>
            </p:txBody>
          </p:sp>
          <p:sp>
            <p:nvSpPr>
              <p:cNvPr id="12343" name="Freeform 76">
                <a:extLst>
                  <a:ext uri="{FF2B5EF4-FFF2-40B4-BE49-F238E27FC236}">
                    <a16:creationId xmlns:a16="http://schemas.microsoft.com/office/drawing/2014/main" id="{D7BF4173-5C05-7701-C714-A0C4EE2E20C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64" y="3312"/>
                <a:ext cx="87" cy="450"/>
              </a:xfrm>
              <a:custGeom>
                <a:avLst/>
                <a:gdLst/>
                <a:ahLst/>
                <a:cxnLst>
                  <a:cxn ang="0">
                    <a:pos x="82" y="193"/>
                  </a:cxn>
                  <a:cxn ang="0">
                    <a:pos x="82" y="193"/>
                  </a:cxn>
                  <a:cxn ang="0">
                    <a:pos x="82" y="179"/>
                  </a:cxn>
                  <a:cxn ang="0">
                    <a:pos x="81" y="166"/>
                  </a:cxn>
                  <a:cxn ang="0">
                    <a:pos x="79" y="153"/>
                  </a:cxn>
                  <a:cxn ang="0">
                    <a:pos x="76" y="139"/>
                  </a:cxn>
                  <a:cxn ang="0">
                    <a:pos x="73" y="127"/>
                  </a:cxn>
                  <a:cxn ang="0">
                    <a:pos x="70" y="114"/>
                  </a:cxn>
                  <a:cxn ang="0">
                    <a:pos x="65" y="101"/>
                  </a:cxn>
                  <a:cxn ang="0">
                    <a:pos x="60" y="89"/>
                  </a:cxn>
                  <a:cxn ang="0">
                    <a:pos x="55" y="76"/>
                  </a:cxn>
                  <a:cxn ang="0">
                    <a:pos x="48" y="64"/>
                  </a:cxn>
                  <a:cxn ang="0">
                    <a:pos x="42" y="53"/>
                  </a:cxn>
                  <a:cxn ang="0">
                    <a:pos x="34" y="41"/>
                  </a:cxn>
                  <a:cxn ang="0">
                    <a:pos x="27" y="31"/>
                  </a:cxn>
                  <a:cxn ang="0">
                    <a:pos x="18" y="20"/>
                  </a:cxn>
                  <a:cxn ang="0">
                    <a:pos x="9" y="10"/>
                  </a:cxn>
                  <a:cxn ang="0">
                    <a:pos x="0" y="0"/>
                  </a:cxn>
                </a:cxnLst>
                <a:rect l="0" t="0" r="r" b="b"/>
                <a:pathLst>
                  <a:path w="83" h="194">
                    <a:moveTo>
                      <a:pt x="82" y="193"/>
                    </a:moveTo>
                    <a:lnTo>
                      <a:pt x="82" y="193"/>
                    </a:lnTo>
                    <a:lnTo>
                      <a:pt x="82" y="179"/>
                    </a:lnTo>
                    <a:lnTo>
                      <a:pt x="81" y="166"/>
                    </a:lnTo>
                    <a:lnTo>
                      <a:pt x="79" y="153"/>
                    </a:lnTo>
                    <a:lnTo>
                      <a:pt x="76" y="139"/>
                    </a:lnTo>
                    <a:lnTo>
                      <a:pt x="73" y="127"/>
                    </a:lnTo>
                    <a:lnTo>
                      <a:pt x="70" y="114"/>
                    </a:lnTo>
                    <a:lnTo>
                      <a:pt x="65" y="101"/>
                    </a:lnTo>
                    <a:lnTo>
                      <a:pt x="60" y="89"/>
                    </a:lnTo>
                    <a:lnTo>
                      <a:pt x="55" y="76"/>
                    </a:lnTo>
                    <a:lnTo>
                      <a:pt x="48" y="64"/>
                    </a:lnTo>
                    <a:lnTo>
                      <a:pt x="42" y="53"/>
                    </a:lnTo>
                    <a:lnTo>
                      <a:pt x="34" y="41"/>
                    </a:lnTo>
                    <a:lnTo>
                      <a:pt x="27" y="31"/>
                    </a:lnTo>
                    <a:lnTo>
                      <a:pt x="18" y="20"/>
                    </a:lnTo>
                    <a:lnTo>
                      <a:pt x="9" y="10"/>
                    </a:lnTo>
                    <a:lnTo>
                      <a:pt x="0" y="0"/>
                    </a:lnTo>
                  </a:path>
                </a:pathLst>
              </a:custGeom>
              <a:noFill/>
              <a:ln w="25400" cap="rnd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endParaRPr lang="es-ES_tradnl" noProof="0" dirty="0"/>
              </a:p>
            </p:txBody>
          </p:sp>
        </p:grpSp>
        <p:grpSp>
          <p:nvGrpSpPr>
            <p:cNvPr id="12317" name="Group 77">
              <a:extLst>
                <a:ext uri="{FF2B5EF4-FFF2-40B4-BE49-F238E27FC236}">
                  <a16:creationId xmlns:a16="http://schemas.microsoft.com/office/drawing/2014/main" id="{64234E65-F648-0252-FCAC-89CB10F9B4DD}"/>
                </a:ext>
              </a:extLst>
            </p:cNvPr>
            <p:cNvGrpSpPr>
              <a:grpSpLocks/>
            </p:cNvGrpSpPr>
            <p:nvPr/>
          </p:nvGrpSpPr>
          <p:grpSpPr bwMode="auto">
            <a:xfrm rot="-5400000" flipH="1" flipV="1">
              <a:off x="3755" y="1632"/>
              <a:ext cx="432" cy="336"/>
              <a:chOff x="3264" y="3312"/>
              <a:chExt cx="678" cy="900"/>
            </a:xfrm>
          </p:grpSpPr>
          <p:sp>
            <p:nvSpPr>
              <p:cNvPr id="12328" name="Freeform 78">
                <a:extLst>
                  <a:ext uri="{FF2B5EF4-FFF2-40B4-BE49-F238E27FC236}">
                    <a16:creationId xmlns:a16="http://schemas.microsoft.com/office/drawing/2014/main" id="{BF1A21C9-873E-4407-0B88-930A1824C4A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76" y="3749"/>
                <a:ext cx="366" cy="463"/>
              </a:xfrm>
              <a:custGeom>
                <a:avLst/>
                <a:gdLst/>
                <a:ahLst/>
                <a:cxnLst>
                  <a:cxn ang="0">
                    <a:pos x="0" y="199"/>
                  </a:cxn>
                  <a:cxn ang="0">
                    <a:pos x="0" y="199"/>
                  </a:cxn>
                  <a:cxn ang="0">
                    <a:pos x="0" y="199"/>
                  </a:cxn>
                  <a:cxn ang="0">
                    <a:pos x="0" y="199"/>
                  </a:cxn>
                  <a:cxn ang="0">
                    <a:pos x="0" y="199"/>
                  </a:cxn>
                  <a:cxn ang="0">
                    <a:pos x="0" y="199"/>
                  </a:cxn>
                  <a:cxn ang="0">
                    <a:pos x="0" y="199"/>
                  </a:cxn>
                  <a:cxn ang="0">
                    <a:pos x="27" y="199"/>
                  </a:cxn>
                  <a:cxn ang="0">
                    <a:pos x="53" y="196"/>
                  </a:cxn>
                  <a:cxn ang="0">
                    <a:pos x="79" y="192"/>
                  </a:cxn>
                  <a:cxn ang="0">
                    <a:pos x="105" y="186"/>
                  </a:cxn>
                  <a:cxn ang="0">
                    <a:pos x="130" y="178"/>
                  </a:cxn>
                  <a:cxn ang="0">
                    <a:pos x="155" y="168"/>
                  </a:cxn>
                  <a:cxn ang="0">
                    <a:pos x="179" y="158"/>
                  </a:cxn>
                  <a:cxn ang="0">
                    <a:pos x="202" y="145"/>
                  </a:cxn>
                  <a:cxn ang="0">
                    <a:pos x="223" y="132"/>
                  </a:cxn>
                  <a:cxn ang="0">
                    <a:pos x="245" y="117"/>
                  </a:cxn>
                  <a:cxn ang="0">
                    <a:pos x="265" y="101"/>
                  </a:cxn>
                  <a:cxn ang="0">
                    <a:pos x="284" y="82"/>
                  </a:cxn>
                  <a:cxn ang="0">
                    <a:pos x="302" y="64"/>
                  </a:cxn>
                  <a:cxn ang="0">
                    <a:pos x="319" y="43"/>
                  </a:cxn>
                  <a:cxn ang="0">
                    <a:pos x="334" y="22"/>
                  </a:cxn>
                  <a:cxn ang="0">
                    <a:pos x="348" y="0"/>
                  </a:cxn>
                </a:cxnLst>
                <a:rect l="0" t="0" r="r" b="b"/>
                <a:pathLst>
                  <a:path w="349" h="200">
                    <a:moveTo>
                      <a:pt x="0" y="199"/>
                    </a:moveTo>
                    <a:lnTo>
                      <a:pt x="0" y="199"/>
                    </a:lnTo>
                    <a:lnTo>
                      <a:pt x="0" y="199"/>
                    </a:lnTo>
                    <a:lnTo>
                      <a:pt x="0" y="199"/>
                    </a:lnTo>
                    <a:lnTo>
                      <a:pt x="0" y="199"/>
                    </a:lnTo>
                    <a:lnTo>
                      <a:pt x="0" y="199"/>
                    </a:lnTo>
                    <a:lnTo>
                      <a:pt x="0" y="199"/>
                    </a:lnTo>
                    <a:lnTo>
                      <a:pt x="27" y="199"/>
                    </a:lnTo>
                    <a:lnTo>
                      <a:pt x="53" y="196"/>
                    </a:lnTo>
                    <a:lnTo>
                      <a:pt x="79" y="192"/>
                    </a:lnTo>
                    <a:lnTo>
                      <a:pt x="105" y="186"/>
                    </a:lnTo>
                    <a:lnTo>
                      <a:pt x="130" y="178"/>
                    </a:lnTo>
                    <a:lnTo>
                      <a:pt x="155" y="168"/>
                    </a:lnTo>
                    <a:lnTo>
                      <a:pt x="179" y="158"/>
                    </a:lnTo>
                    <a:lnTo>
                      <a:pt x="202" y="145"/>
                    </a:lnTo>
                    <a:lnTo>
                      <a:pt x="223" y="132"/>
                    </a:lnTo>
                    <a:lnTo>
                      <a:pt x="245" y="117"/>
                    </a:lnTo>
                    <a:lnTo>
                      <a:pt x="265" y="101"/>
                    </a:lnTo>
                    <a:lnTo>
                      <a:pt x="284" y="82"/>
                    </a:lnTo>
                    <a:lnTo>
                      <a:pt x="302" y="64"/>
                    </a:lnTo>
                    <a:lnTo>
                      <a:pt x="319" y="43"/>
                    </a:lnTo>
                    <a:lnTo>
                      <a:pt x="334" y="22"/>
                    </a:lnTo>
                    <a:lnTo>
                      <a:pt x="348" y="0"/>
                    </a:lnTo>
                  </a:path>
                </a:pathLst>
              </a:custGeom>
              <a:noFill/>
              <a:ln w="25400" cap="rnd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endParaRPr lang="es-ES_tradnl" noProof="0" dirty="0"/>
              </a:p>
            </p:txBody>
          </p:sp>
          <p:sp>
            <p:nvSpPr>
              <p:cNvPr id="12329" name="Line 79">
                <a:extLst>
                  <a:ext uri="{FF2B5EF4-FFF2-40B4-BE49-F238E27FC236}">
                    <a16:creationId xmlns:a16="http://schemas.microsoft.com/office/drawing/2014/main" id="{3A1761C1-CF58-FE1D-840E-F430E7BCF49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313" y="4210"/>
                <a:ext cx="262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es-ES_tradnl" noProof="0" dirty="0"/>
              </a:p>
            </p:txBody>
          </p:sp>
          <p:sp>
            <p:nvSpPr>
              <p:cNvPr id="12330" name="Freeform 80">
                <a:extLst>
                  <a:ext uri="{FF2B5EF4-FFF2-40B4-BE49-F238E27FC236}">
                    <a16:creationId xmlns:a16="http://schemas.microsoft.com/office/drawing/2014/main" id="{3CF63566-260A-C359-6AB0-C26EFBE5749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12" y="3762"/>
                <a:ext cx="87" cy="448"/>
              </a:xfrm>
              <a:custGeom>
                <a:avLst/>
                <a:gdLst/>
                <a:ahLst/>
                <a:cxnLst>
                  <a:cxn ang="0">
                    <a:pos x="0" y="192"/>
                  </a:cxn>
                  <a:cxn ang="0">
                    <a:pos x="0" y="192"/>
                  </a:cxn>
                  <a:cxn ang="0">
                    <a:pos x="9" y="182"/>
                  </a:cxn>
                  <a:cxn ang="0">
                    <a:pos x="18" y="172"/>
                  </a:cxn>
                  <a:cxn ang="0">
                    <a:pos x="27" y="161"/>
                  </a:cxn>
                  <a:cxn ang="0">
                    <a:pos x="34" y="151"/>
                  </a:cxn>
                  <a:cxn ang="0">
                    <a:pos x="42" y="139"/>
                  </a:cxn>
                  <a:cxn ang="0">
                    <a:pos x="48" y="128"/>
                  </a:cxn>
                  <a:cxn ang="0">
                    <a:pos x="55" y="116"/>
                  </a:cxn>
                  <a:cxn ang="0">
                    <a:pos x="60" y="103"/>
                  </a:cxn>
                  <a:cxn ang="0">
                    <a:pos x="65" y="91"/>
                  </a:cxn>
                  <a:cxn ang="0">
                    <a:pos x="70" y="78"/>
                  </a:cxn>
                  <a:cxn ang="0">
                    <a:pos x="73" y="65"/>
                  </a:cxn>
                  <a:cxn ang="0">
                    <a:pos x="76" y="53"/>
                  </a:cxn>
                  <a:cxn ang="0">
                    <a:pos x="79" y="39"/>
                  </a:cxn>
                  <a:cxn ang="0">
                    <a:pos x="81" y="26"/>
                  </a:cxn>
                  <a:cxn ang="0">
                    <a:pos x="82" y="13"/>
                  </a:cxn>
                  <a:cxn ang="0">
                    <a:pos x="82" y="0"/>
                  </a:cxn>
                </a:cxnLst>
                <a:rect l="0" t="0" r="r" b="b"/>
                <a:pathLst>
                  <a:path w="83" h="193">
                    <a:moveTo>
                      <a:pt x="0" y="192"/>
                    </a:moveTo>
                    <a:lnTo>
                      <a:pt x="0" y="192"/>
                    </a:lnTo>
                    <a:lnTo>
                      <a:pt x="9" y="182"/>
                    </a:lnTo>
                    <a:lnTo>
                      <a:pt x="18" y="172"/>
                    </a:lnTo>
                    <a:lnTo>
                      <a:pt x="27" y="161"/>
                    </a:lnTo>
                    <a:lnTo>
                      <a:pt x="34" y="151"/>
                    </a:lnTo>
                    <a:lnTo>
                      <a:pt x="42" y="139"/>
                    </a:lnTo>
                    <a:lnTo>
                      <a:pt x="48" y="128"/>
                    </a:lnTo>
                    <a:lnTo>
                      <a:pt x="55" y="116"/>
                    </a:lnTo>
                    <a:lnTo>
                      <a:pt x="60" y="103"/>
                    </a:lnTo>
                    <a:lnTo>
                      <a:pt x="65" y="91"/>
                    </a:lnTo>
                    <a:lnTo>
                      <a:pt x="70" y="78"/>
                    </a:lnTo>
                    <a:lnTo>
                      <a:pt x="73" y="65"/>
                    </a:lnTo>
                    <a:lnTo>
                      <a:pt x="76" y="53"/>
                    </a:lnTo>
                    <a:lnTo>
                      <a:pt x="79" y="39"/>
                    </a:lnTo>
                    <a:lnTo>
                      <a:pt x="81" y="26"/>
                    </a:lnTo>
                    <a:lnTo>
                      <a:pt x="82" y="13"/>
                    </a:lnTo>
                    <a:lnTo>
                      <a:pt x="82" y="0"/>
                    </a:lnTo>
                  </a:path>
                </a:pathLst>
              </a:custGeom>
              <a:noFill/>
              <a:ln w="25400" cap="rnd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endParaRPr lang="es-ES_tradnl" noProof="0" dirty="0"/>
              </a:p>
            </p:txBody>
          </p:sp>
          <p:sp>
            <p:nvSpPr>
              <p:cNvPr id="12331" name="Freeform 81">
                <a:extLst>
                  <a:ext uri="{FF2B5EF4-FFF2-40B4-BE49-F238E27FC236}">
                    <a16:creationId xmlns:a16="http://schemas.microsoft.com/office/drawing/2014/main" id="{583C6D8E-3F31-416C-845A-DFA404F5191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12" y="3314"/>
                <a:ext cx="87" cy="450"/>
              </a:xfrm>
              <a:custGeom>
                <a:avLst/>
                <a:gdLst/>
                <a:ahLst/>
                <a:cxnLst>
                  <a:cxn ang="0">
                    <a:pos x="82" y="193"/>
                  </a:cxn>
                  <a:cxn ang="0">
                    <a:pos x="82" y="193"/>
                  </a:cxn>
                  <a:cxn ang="0">
                    <a:pos x="82" y="179"/>
                  </a:cxn>
                  <a:cxn ang="0">
                    <a:pos x="81" y="166"/>
                  </a:cxn>
                  <a:cxn ang="0">
                    <a:pos x="79" y="153"/>
                  </a:cxn>
                  <a:cxn ang="0">
                    <a:pos x="76" y="139"/>
                  </a:cxn>
                  <a:cxn ang="0">
                    <a:pos x="73" y="127"/>
                  </a:cxn>
                  <a:cxn ang="0">
                    <a:pos x="70" y="114"/>
                  </a:cxn>
                  <a:cxn ang="0">
                    <a:pos x="65" y="101"/>
                  </a:cxn>
                  <a:cxn ang="0">
                    <a:pos x="60" y="89"/>
                  </a:cxn>
                  <a:cxn ang="0">
                    <a:pos x="55" y="76"/>
                  </a:cxn>
                  <a:cxn ang="0">
                    <a:pos x="48" y="64"/>
                  </a:cxn>
                  <a:cxn ang="0">
                    <a:pos x="42" y="53"/>
                  </a:cxn>
                  <a:cxn ang="0">
                    <a:pos x="34" y="41"/>
                  </a:cxn>
                  <a:cxn ang="0">
                    <a:pos x="27" y="31"/>
                  </a:cxn>
                  <a:cxn ang="0">
                    <a:pos x="18" y="20"/>
                  </a:cxn>
                  <a:cxn ang="0">
                    <a:pos x="9" y="10"/>
                  </a:cxn>
                  <a:cxn ang="0">
                    <a:pos x="0" y="0"/>
                  </a:cxn>
                </a:cxnLst>
                <a:rect l="0" t="0" r="r" b="b"/>
                <a:pathLst>
                  <a:path w="83" h="194">
                    <a:moveTo>
                      <a:pt x="82" y="193"/>
                    </a:moveTo>
                    <a:lnTo>
                      <a:pt x="82" y="193"/>
                    </a:lnTo>
                    <a:lnTo>
                      <a:pt x="82" y="179"/>
                    </a:lnTo>
                    <a:lnTo>
                      <a:pt x="81" y="166"/>
                    </a:lnTo>
                    <a:lnTo>
                      <a:pt x="79" y="153"/>
                    </a:lnTo>
                    <a:lnTo>
                      <a:pt x="76" y="139"/>
                    </a:lnTo>
                    <a:lnTo>
                      <a:pt x="73" y="127"/>
                    </a:lnTo>
                    <a:lnTo>
                      <a:pt x="70" y="114"/>
                    </a:lnTo>
                    <a:lnTo>
                      <a:pt x="65" y="101"/>
                    </a:lnTo>
                    <a:lnTo>
                      <a:pt x="60" y="89"/>
                    </a:lnTo>
                    <a:lnTo>
                      <a:pt x="55" y="76"/>
                    </a:lnTo>
                    <a:lnTo>
                      <a:pt x="48" y="64"/>
                    </a:lnTo>
                    <a:lnTo>
                      <a:pt x="42" y="53"/>
                    </a:lnTo>
                    <a:lnTo>
                      <a:pt x="34" y="41"/>
                    </a:lnTo>
                    <a:lnTo>
                      <a:pt x="27" y="31"/>
                    </a:lnTo>
                    <a:lnTo>
                      <a:pt x="18" y="20"/>
                    </a:lnTo>
                    <a:lnTo>
                      <a:pt x="9" y="10"/>
                    </a:lnTo>
                    <a:lnTo>
                      <a:pt x="0" y="0"/>
                    </a:lnTo>
                  </a:path>
                </a:pathLst>
              </a:custGeom>
              <a:noFill/>
              <a:ln w="25400" cap="rnd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endParaRPr lang="es-ES_tradnl" noProof="0" dirty="0"/>
              </a:p>
            </p:txBody>
          </p:sp>
          <p:sp>
            <p:nvSpPr>
              <p:cNvPr id="12332" name="Line 82">
                <a:extLst>
                  <a:ext uri="{FF2B5EF4-FFF2-40B4-BE49-F238E27FC236}">
                    <a16:creationId xmlns:a16="http://schemas.microsoft.com/office/drawing/2014/main" id="{F615372A-D164-C9C9-4EEF-EAA15C0AC07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13" y="3312"/>
                <a:ext cx="262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es-ES_tradnl" noProof="0" dirty="0"/>
              </a:p>
            </p:txBody>
          </p:sp>
          <p:sp>
            <p:nvSpPr>
              <p:cNvPr id="12333" name="Freeform 83">
                <a:extLst>
                  <a:ext uri="{FF2B5EF4-FFF2-40B4-BE49-F238E27FC236}">
                    <a16:creationId xmlns:a16="http://schemas.microsoft.com/office/drawing/2014/main" id="{6CF33D0D-A76F-2F75-EBCA-921D3A68751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76" y="3312"/>
                <a:ext cx="366" cy="463"/>
              </a:xfrm>
              <a:custGeom>
                <a:avLst/>
                <a:gdLst/>
                <a:ahLst/>
                <a:cxnLst>
                  <a:cxn ang="0">
                    <a:pos x="348" y="199"/>
                  </a:cxn>
                  <a:cxn ang="0">
                    <a:pos x="348" y="199"/>
                  </a:cxn>
                  <a:cxn ang="0">
                    <a:pos x="334" y="177"/>
                  </a:cxn>
                  <a:cxn ang="0">
                    <a:pos x="319" y="156"/>
                  </a:cxn>
                  <a:cxn ang="0">
                    <a:pos x="302" y="135"/>
                  </a:cxn>
                  <a:cxn ang="0">
                    <a:pos x="284" y="117"/>
                  </a:cxn>
                  <a:cxn ang="0">
                    <a:pos x="265" y="98"/>
                  </a:cxn>
                  <a:cxn ang="0">
                    <a:pos x="245" y="82"/>
                  </a:cxn>
                  <a:cxn ang="0">
                    <a:pos x="223" y="67"/>
                  </a:cxn>
                  <a:cxn ang="0">
                    <a:pos x="202" y="54"/>
                  </a:cxn>
                  <a:cxn ang="0">
                    <a:pos x="179" y="41"/>
                  </a:cxn>
                  <a:cxn ang="0">
                    <a:pos x="155" y="31"/>
                  </a:cxn>
                  <a:cxn ang="0">
                    <a:pos x="130" y="21"/>
                  </a:cxn>
                  <a:cxn ang="0">
                    <a:pos x="105" y="13"/>
                  </a:cxn>
                  <a:cxn ang="0">
                    <a:pos x="79" y="7"/>
                  </a:cxn>
                  <a:cxn ang="0">
                    <a:pos x="53" y="3"/>
                  </a:cxn>
                  <a:cxn ang="0">
                    <a:pos x="27" y="0"/>
                  </a:cxn>
                  <a:cxn ang="0">
                    <a:pos x="0" y="0"/>
                  </a:cxn>
                </a:cxnLst>
                <a:rect l="0" t="0" r="r" b="b"/>
                <a:pathLst>
                  <a:path w="349" h="200">
                    <a:moveTo>
                      <a:pt x="348" y="199"/>
                    </a:moveTo>
                    <a:lnTo>
                      <a:pt x="348" y="199"/>
                    </a:lnTo>
                    <a:lnTo>
                      <a:pt x="334" y="177"/>
                    </a:lnTo>
                    <a:lnTo>
                      <a:pt x="319" y="156"/>
                    </a:lnTo>
                    <a:lnTo>
                      <a:pt x="302" y="135"/>
                    </a:lnTo>
                    <a:lnTo>
                      <a:pt x="284" y="117"/>
                    </a:lnTo>
                    <a:lnTo>
                      <a:pt x="265" y="98"/>
                    </a:lnTo>
                    <a:lnTo>
                      <a:pt x="245" y="82"/>
                    </a:lnTo>
                    <a:lnTo>
                      <a:pt x="223" y="67"/>
                    </a:lnTo>
                    <a:lnTo>
                      <a:pt x="202" y="54"/>
                    </a:lnTo>
                    <a:lnTo>
                      <a:pt x="179" y="41"/>
                    </a:lnTo>
                    <a:lnTo>
                      <a:pt x="155" y="31"/>
                    </a:lnTo>
                    <a:lnTo>
                      <a:pt x="130" y="21"/>
                    </a:lnTo>
                    <a:lnTo>
                      <a:pt x="105" y="13"/>
                    </a:lnTo>
                    <a:lnTo>
                      <a:pt x="79" y="7"/>
                    </a:lnTo>
                    <a:lnTo>
                      <a:pt x="53" y="3"/>
                    </a:lnTo>
                    <a:lnTo>
                      <a:pt x="27" y="0"/>
                    </a:lnTo>
                    <a:lnTo>
                      <a:pt x="0" y="0"/>
                    </a:lnTo>
                  </a:path>
                </a:pathLst>
              </a:custGeom>
              <a:noFill/>
              <a:ln w="25400" cap="rnd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endParaRPr lang="es-ES_tradnl" noProof="0" dirty="0"/>
              </a:p>
            </p:txBody>
          </p:sp>
          <p:sp>
            <p:nvSpPr>
              <p:cNvPr id="12334" name="Freeform 84">
                <a:extLst>
                  <a:ext uri="{FF2B5EF4-FFF2-40B4-BE49-F238E27FC236}">
                    <a16:creationId xmlns:a16="http://schemas.microsoft.com/office/drawing/2014/main" id="{0D0C39E7-492D-1B0F-1498-5EDDC14574B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64" y="3760"/>
                <a:ext cx="87" cy="448"/>
              </a:xfrm>
              <a:custGeom>
                <a:avLst/>
                <a:gdLst/>
                <a:ahLst/>
                <a:cxnLst>
                  <a:cxn ang="0">
                    <a:pos x="0" y="192"/>
                  </a:cxn>
                  <a:cxn ang="0">
                    <a:pos x="0" y="192"/>
                  </a:cxn>
                  <a:cxn ang="0">
                    <a:pos x="9" y="182"/>
                  </a:cxn>
                  <a:cxn ang="0">
                    <a:pos x="18" y="172"/>
                  </a:cxn>
                  <a:cxn ang="0">
                    <a:pos x="27" y="161"/>
                  </a:cxn>
                  <a:cxn ang="0">
                    <a:pos x="34" y="151"/>
                  </a:cxn>
                  <a:cxn ang="0">
                    <a:pos x="42" y="139"/>
                  </a:cxn>
                  <a:cxn ang="0">
                    <a:pos x="48" y="128"/>
                  </a:cxn>
                  <a:cxn ang="0">
                    <a:pos x="55" y="116"/>
                  </a:cxn>
                  <a:cxn ang="0">
                    <a:pos x="60" y="103"/>
                  </a:cxn>
                  <a:cxn ang="0">
                    <a:pos x="65" y="91"/>
                  </a:cxn>
                  <a:cxn ang="0">
                    <a:pos x="70" y="78"/>
                  </a:cxn>
                  <a:cxn ang="0">
                    <a:pos x="73" y="65"/>
                  </a:cxn>
                  <a:cxn ang="0">
                    <a:pos x="76" y="53"/>
                  </a:cxn>
                  <a:cxn ang="0">
                    <a:pos x="79" y="39"/>
                  </a:cxn>
                  <a:cxn ang="0">
                    <a:pos x="81" y="26"/>
                  </a:cxn>
                  <a:cxn ang="0">
                    <a:pos x="82" y="13"/>
                  </a:cxn>
                  <a:cxn ang="0">
                    <a:pos x="82" y="0"/>
                  </a:cxn>
                </a:cxnLst>
                <a:rect l="0" t="0" r="r" b="b"/>
                <a:pathLst>
                  <a:path w="83" h="193">
                    <a:moveTo>
                      <a:pt x="0" y="192"/>
                    </a:moveTo>
                    <a:lnTo>
                      <a:pt x="0" y="192"/>
                    </a:lnTo>
                    <a:lnTo>
                      <a:pt x="9" y="182"/>
                    </a:lnTo>
                    <a:lnTo>
                      <a:pt x="18" y="172"/>
                    </a:lnTo>
                    <a:lnTo>
                      <a:pt x="27" y="161"/>
                    </a:lnTo>
                    <a:lnTo>
                      <a:pt x="34" y="151"/>
                    </a:lnTo>
                    <a:lnTo>
                      <a:pt x="42" y="139"/>
                    </a:lnTo>
                    <a:lnTo>
                      <a:pt x="48" y="128"/>
                    </a:lnTo>
                    <a:lnTo>
                      <a:pt x="55" y="116"/>
                    </a:lnTo>
                    <a:lnTo>
                      <a:pt x="60" y="103"/>
                    </a:lnTo>
                    <a:lnTo>
                      <a:pt x="65" y="91"/>
                    </a:lnTo>
                    <a:lnTo>
                      <a:pt x="70" y="78"/>
                    </a:lnTo>
                    <a:lnTo>
                      <a:pt x="73" y="65"/>
                    </a:lnTo>
                    <a:lnTo>
                      <a:pt x="76" y="53"/>
                    </a:lnTo>
                    <a:lnTo>
                      <a:pt x="79" y="39"/>
                    </a:lnTo>
                    <a:lnTo>
                      <a:pt x="81" y="26"/>
                    </a:lnTo>
                    <a:lnTo>
                      <a:pt x="82" y="13"/>
                    </a:lnTo>
                    <a:lnTo>
                      <a:pt x="82" y="0"/>
                    </a:lnTo>
                  </a:path>
                </a:pathLst>
              </a:custGeom>
              <a:noFill/>
              <a:ln w="25400" cap="rnd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endParaRPr lang="es-ES_tradnl" noProof="0" dirty="0"/>
              </a:p>
            </p:txBody>
          </p:sp>
          <p:sp>
            <p:nvSpPr>
              <p:cNvPr id="12335" name="Freeform 85">
                <a:extLst>
                  <a:ext uri="{FF2B5EF4-FFF2-40B4-BE49-F238E27FC236}">
                    <a16:creationId xmlns:a16="http://schemas.microsoft.com/office/drawing/2014/main" id="{9FBA5452-D8D8-E007-9D50-C8761A7540C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64" y="3312"/>
                <a:ext cx="87" cy="450"/>
              </a:xfrm>
              <a:custGeom>
                <a:avLst/>
                <a:gdLst/>
                <a:ahLst/>
                <a:cxnLst>
                  <a:cxn ang="0">
                    <a:pos x="82" y="193"/>
                  </a:cxn>
                  <a:cxn ang="0">
                    <a:pos x="82" y="193"/>
                  </a:cxn>
                  <a:cxn ang="0">
                    <a:pos x="82" y="179"/>
                  </a:cxn>
                  <a:cxn ang="0">
                    <a:pos x="81" y="166"/>
                  </a:cxn>
                  <a:cxn ang="0">
                    <a:pos x="79" y="153"/>
                  </a:cxn>
                  <a:cxn ang="0">
                    <a:pos x="76" y="139"/>
                  </a:cxn>
                  <a:cxn ang="0">
                    <a:pos x="73" y="127"/>
                  </a:cxn>
                  <a:cxn ang="0">
                    <a:pos x="70" y="114"/>
                  </a:cxn>
                  <a:cxn ang="0">
                    <a:pos x="65" y="101"/>
                  </a:cxn>
                  <a:cxn ang="0">
                    <a:pos x="60" y="89"/>
                  </a:cxn>
                  <a:cxn ang="0">
                    <a:pos x="55" y="76"/>
                  </a:cxn>
                  <a:cxn ang="0">
                    <a:pos x="48" y="64"/>
                  </a:cxn>
                  <a:cxn ang="0">
                    <a:pos x="42" y="53"/>
                  </a:cxn>
                  <a:cxn ang="0">
                    <a:pos x="34" y="41"/>
                  </a:cxn>
                  <a:cxn ang="0">
                    <a:pos x="27" y="31"/>
                  </a:cxn>
                  <a:cxn ang="0">
                    <a:pos x="18" y="20"/>
                  </a:cxn>
                  <a:cxn ang="0">
                    <a:pos x="9" y="10"/>
                  </a:cxn>
                  <a:cxn ang="0">
                    <a:pos x="0" y="0"/>
                  </a:cxn>
                </a:cxnLst>
                <a:rect l="0" t="0" r="r" b="b"/>
                <a:pathLst>
                  <a:path w="83" h="194">
                    <a:moveTo>
                      <a:pt x="82" y="193"/>
                    </a:moveTo>
                    <a:lnTo>
                      <a:pt x="82" y="193"/>
                    </a:lnTo>
                    <a:lnTo>
                      <a:pt x="82" y="179"/>
                    </a:lnTo>
                    <a:lnTo>
                      <a:pt x="81" y="166"/>
                    </a:lnTo>
                    <a:lnTo>
                      <a:pt x="79" y="153"/>
                    </a:lnTo>
                    <a:lnTo>
                      <a:pt x="76" y="139"/>
                    </a:lnTo>
                    <a:lnTo>
                      <a:pt x="73" y="127"/>
                    </a:lnTo>
                    <a:lnTo>
                      <a:pt x="70" y="114"/>
                    </a:lnTo>
                    <a:lnTo>
                      <a:pt x="65" y="101"/>
                    </a:lnTo>
                    <a:lnTo>
                      <a:pt x="60" y="89"/>
                    </a:lnTo>
                    <a:lnTo>
                      <a:pt x="55" y="76"/>
                    </a:lnTo>
                    <a:lnTo>
                      <a:pt x="48" y="64"/>
                    </a:lnTo>
                    <a:lnTo>
                      <a:pt x="42" y="53"/>
                    </a:lnTo>
                    <a:lnTo>
                      <a:pt x="34" y="41"/>
                    </a:lnTo>
                    <a:lnTo>
                      <a:pt x="27" y="31"/>
                    </a:lnTo>
                    <a:lnTo>
                      <a:pt x="18" y="20"/>
                    </a:lnTo>
                    <a:lnTo>
                      <a:pt x="9" y="10"/>
                    </a:lnTo>
                    <a:lnTo>
                      <a:pt x="0" y="0"/>
                    </a:lnTo>
                  </a:path>
                </a:pathLst>
              </a:custGeom>
              <a:noFill/>
              <a:ln w="25400" cap="rnd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endParaRPr lang="es-ES_tradnl" noProof="0" dirty="0"/>
              </a:p>
            </p:txBody>
          </p:sp>
        </p:grpSp>
        <p:grpSp>
          <p:nvGrpSpPr>
            <p:cNvPr id="12318" name="Group 124">
              <a:extLst>
                <a:ext uri="{FF2B5EF4-FFF2-40B4-BE49-F238E27FC236}">
                  <a16:creationId xmlns:a16="http://schemas.microsoft.com/office/drawing/2014/main" id="{FC7C1300-BC9E-1AA9-6AEC-65CA1A7CCF6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76" y="1392"/>
              <a:ext cx="2099" cy="240"/>
              <a:chOff x="1776" y="1440"/>
              <a:chExt cx="2099" cy="192"/>
            </a:xfrm>
          </p:grpSpPr>
          <p:sp>
            <p:nvSpPr>
              <p:cNvPr id="12325" name="Line 42">
                <a:extLst>
                  <a:ext uri="{FF2B5EF4-FFF2-40B4-BE49-F238E27FC236}">
                    <a16:creationId xmlns:a16="http://schemas.microsoft.com/office/drawing/2014/main" id="{8D193C62-34AB-7042-9AEB-5E34D25C83A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875" y="1440"/>
                <a:ext cx="0" cy="19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anchor="ctr"/>
              <a:lstStyle/>
              <a:p>
                <a:endParaRPr lang="es-ES_tradnl" noProof="0" dirty="0"/>
              </a:p>
            </p:txBody>
          </p:sp>
          <p:sp>
            <p:nvSpPr>
              <p:cNvPr id="12326" name="Line 43">
                <a:extLst>
                  <a:ext uri="{FF2B5EF4-FFF2-40B4-BE49-F238E27FC236}">
                    <a16:creationId xmlns:a16="http://schemas.microsoft.com/office/drawing/2014/main" id="{16898761-F665-8807-7C9F-91FF39ED5F2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155" y="1440"/>
                <a:ext cx="0" cy="19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anchor="ctr"/>
              <a:lstStyle/>
              <a:p>
                <a:endParaRPr lang="es-ES_tradnl" noProof="0" dirty="0"/>
              </a:p>
            </p:txBody>
          </p:sp>
          <p:sp>
            <p:nvSpPr>
              <p:cNvPr id="12327" name="Line 44">
                <a:extLst>
                  <a:ext uri="{FF2B5EF4-FFF2-40B4-BE49-F238E27FC236}">
                    <a16:creationId xmlns:a16="http://schemas.microsoft.com/office/drawing/2014/main" id="{089E6A63-2575-7B59-F61A-5619893E4AA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776" y="1440"/>
                <a:ext cx="0" cy="19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anchor="ctr"/>
              <a:lstStyle/>
              <a:p>
                <a:endParaRPr lang="es-ES_tradnl" noProof="0" dirty="0"/>
              </a:p>
            </p:txBody>
          </p:sp>
        </p:grpSp>
        <p:sp>
          <p:nvSpPr>
            <p:cNvPr id="12319" name="Text Box 137">
              <a:extLst>
                <a:ext uri="{FF2B5EF4-FFF2-40B4-BE49-F238E27FC236}">
                  <a16:creationId xmlns:a16="http://schemas.microsoft.com/office/drawing/2014/main" id="{4A03193E-FE3B-352B-5532-5EE079D7456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88" y="2400"/>
              <a:ext cx="144" cy="19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lang="es-ES_tradnl" i="1" noProof="0" dirty="0" err="1">
                  <a:solidFill>
                    <a:schemeClr val="tx1"/>
                  </a:solidFill>
                </a:rPr>
                <a:t>c</a:t>
              </a:r>
              <a:r>
                <a:rPr lang="es-ES_tradnl" b="1" i="1" baseline="-25000" noProof="0" dirty="0" err="1">
                  <a:solidFill>
                    <a:schemeClr val="tx1"/>
                  </a:solidFill>
                </a:rPr>
                <a:t>n</a:t>
              </a:r>
              <a:endParaRPr lang="es-ES_tradnl" b="1" i="1" baseline="-25000" noProof="0" dirty="0">
                <a:solidFill>
                  <a:schemeClr val="tx1"/>
                </a:solidFill>
                <a:cs typeface="Arial" charset="0"/>
              </a:endParaRPr>
            </a:p>
          </p:txBody>
        </p:sp>
        <p:sp>
          <p:nvSpPr>
            <p:cNvPr id="12320" name="Text Box 138">
              <a:extLst>
                <a:ext uri="{FF2B5EF4-FFF2-40B4-BE49-F238E27FC236}">
                  <a16:creationId xmlns:a16="http://schemas.microsoft.com/office/drawing/2014/main" id="{C4C9E95F-6580-8112-F7ED-BA84F581DEE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39" y="2400"/>
              <a:ext cx="138" cy="19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lang="es-ES_tradnl" i="1" noProof="0" dirty="0">
                  <a:solidFill>
                    <a:schemeClr val="tx1"/>
                  </a:solidFill>
                </a:rPr>
                <a:t>c</a:t>
              </a:r>
              <a:r>
                <a:rPr lang="es-ES_tradnl" b="1" i="1" baseline="-25000" noProof="0" dirty="0">
                  <a:solidFill>
                    <a:schemeClr val="tx1"/>
                  </a:solidFill>
                </a:rPr>
                <a:t>0</a:t>
              </a:r>
              <a:endParaRPr lang="es-ES_tradnl" b="1" i="1" baseline="-25000" noProof="0" dirty="0">
                <a:solidFill>
                  <a:schemeClr val="tx1"/>
                </a:solidFill>
                <a:cs typeface="Arial" charset="0"/>
              </a:endParaRPr>
            </a:p>
          </p:txBody>
        </p:sp>
        <p:grpSp>
          <p:nvGrpSpPr>
            <p:cNvPr id="12321" name="Group 140">
              <a:extLst>
                <a:ext uri="{FF2B5EF4-FFF2-40B4-BE49-F238E27FC236}">
                  <a16:creationId xmlns:a16="http://schemas.microsoft.com/office/drawing/2014/main" id="{B092E3A7-C64D-6159-1EAE-5E8B68C44CB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67" y="2160"/>
              <a:ext cx="146" cy="194"/>
              <a:chOff x="1187" y="2400"/>
              <a:chExt cx="146" cy="194"/>
            </a:xfrm>
          </p:grpSpPr>
          <p:sp>
            <p:nvSpPr>
              <p:cNvPr id="12323" name="Text Box 141">
                <a:extLst>
                  <a:ext uri="{FF2B5EF4-FFF2-40B4-BE49-F238E27FC236}">
                    <a16:creationId xmlns:a16="http://schemas.microsoft.com/office/drawing/2014/main" id="{FBE2D3CF-A1D2-8381-CBE6-5E2F979D1AE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87" y="2400"/>
                <a:ext cx="146" cy="194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lIns="0" tIns="0" rIns="0" bIns="0">
                <a:spAutoFit/>
              </a:bodyPr>
              <a:lstStyle/>
              <a:p>
                <a:pPr algn="r"/>
                <a:r>
                  <a:rPr lang="es-ES_tradnl" i="1" noProof="0" dirty="0" err="1">
                    <a:solidFill>
                      <a:schemeClr val="tx1"/>
                    </a:solidFill>
                  </a:rPr>
                  <a:t>c</a:t>
                </a:r>
                <a:r>
                  <a:rPr lang="es-ES_tradnl" b="1" i="1" baseline="-25000" noProof="0" dirty="0" err="1">
                    <a:solidFill>
                      <a:schemeClr val="tx1"/>
                    </a:solidFill>
                  </a:rPr>
                  <a:t>n</a:t>
                </a:r>
                <a:endParaRPr lang="es-ES_tradnl" b="1" i="1" baseline="-25000" noProof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2324" name="Line 142">
                <a:extLst>
                  <a:ext uri="{FF2B5EF4-FFF2-40B4-BE49-F238E27FC236}">
                    <a16:creationId xmlns:a16="http://schemas.microsoft.com/office/drawing/2014/main" id="{FF67386E-D2A4-6E64-9CC9-0D597905C22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00" y="2400"/>
                <a:ext cx="96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anchor="ctr"/>
              <a:lstStyle/>
              <a:p>
                <a:endParaRPr lang="es-ES_tradnl" noProof="0" dirty="0"/>
              </a:p>
            </p:txBody>
          </p:sp>
        </p:grpSp>
        <p:sp>
          <p:nvSpPr>
            <p:cNvPr id="12322" name="Text Box 143">
              <a:extLst>
                <a:ext uri="{FF2B5EF4-FFF2-40B4-BE49-F238E27FC236}">
                  <a16:creationId xmlns:a16="http://schemas.microsoft.com/office/drawing/2014/main" id="{A629D5DB-2B09-7E88-EF28-E2793154120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20" y="2544"/>
              <a:ext cx="260" cy="19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0" tIns="0" rIns="0" bIns="0">
              <a:spAutoFit/>
            </a:bodyPr>
            <a:lstStyle/>
            <a:p>
              <a:r>
                <a:rPr lang="es-ES_tradnl" i="1" noProof="0" dirty="0" err="1">
                  <a:solidFill>
                    <a:schemeClr val="tx1"/>
                  </a:solidFill>
                </a:rPr>
                <a:t>c</a:t>
              </a:r>
              <a:r>
                <a:rPr lang="es-ES_tradnl" b="1" i="1" baseline="-25000" noProof="0" dirty="0" err="1">
                  <a:solidFill>
                    <a:schemeClr val="tx1"/>
                  </a:solidFill>
                </a:rPr>
                <a:t>n</a:t>
              </a:r>
              <a:r>
                <a:rPr lang="es-ES_tradnl" b="1" i="1" baseline="-25000" noProof="0" dirty="0">
                  <a:solidFill>
                    <a:schemeClr val="tx1"/>
                  </a:solidFill>
                </a:rPr>
                <a:t>–1</a:t>
              </a:r>
              <a:endParaRPr lang="es-ES_tradnl" b="1" i="1" baseline="-25000" noProof="0" dirty="0">
                <a:solidFill>
                  <a:schemeClr val="tx1"/>
                </a:solidFill>
                <a:cs typeface="Arial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636927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845666-B3A8-8944-C5C4-EAE939283C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EA16E65C-CC19-904A-1F0D-F6317BC363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Operadores de resta </a:t>
            </a:r>
            <a:endParaRPr lang="en-US" dirty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7B918B8-5397-120C-4371-D0A8D31A52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_tradnl" dirty="0"/>
              <a:t>Recordar que en RISC-V, las operaciones de suma/resta no detectan el desbordamiento</a:t>
            </a:r>
          </a:p>
          <a:p>
            <a:r>
              <a:rPr lang="es-ES_tradnl" dirty="0"/>
              <a:t>En cambio, una instrucción de comparación, como por ejemplo </a:t>
            </a:r>
          </a:p>
          <a:p>
            <a:pPr marL="82550" indent="0">
              <a:buNone/>
            </a:pPr>
            <a:r>
              <a:rPr lang="es-ES_tradnl" b="1" dirty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s-ES_tradnl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slt</a:t>
            </a:r>
            <a:r>
              <a:rPr lang="es-ES_tradnl" b="1" dirty="0">
                <a:latin typeface="Courier New" panose="02070309020205020404" pitchFamily="49" charset="0"/>
                <a:cs typeface="Courier New" panose="02070309020205020404" pitchFamily="49" charset="0"/>
              </a:rPr>
              <a:t> t0, t1, t2</a:t>
            </a:r>
          </a:p>
          <a:p>
            <a:pPr marL="358775" indent="0">
              <a:buNone/>
            </a:pPr>
            <a:r>
              <a:rPr lang="es-ES_tradnl" dirty="0"/>
              <a:t>calcula la resta </a:t>
            </a:r>
            <a:r>
              <a:rPr lang="es-ES_tradnl" b="1" dirty="0">
                <a:latin typeface="Courier New" panose="02070309020205020404" pitchFamily="49" charset="0"/>
                <a:cs typeface="Courier New" panose="02070309020205020404" pitchFamily="49" charset="0"/>
              </a:rPr>
              <a:t>t1-t2</a:t>
            </a:r>
            <a:r>
              <a:rPr lang="es-ES_tradnl" dirty="0"/>
              <a:t> y, para que devolver el valor correcto en </a:t>
            </a:r>
            <a:r>
              <a:rPr lang="es-ES_tradnl" b="1" dirty="0">
                <a:latin typeface="Courier New" panose="02070309020205020404" pitchFamily="49" charset="0"/>
                <a:cs typeface="Courier New" panose="02070309020205020404" pitchFamily="49" charset="0"/>
              </a:rPr>
              <a:t>t0</a:t>
            </a:r>
            <a:r>
              <a:rPr lang="es-ES_tradnl" dirty="0"/>
              <a:t>, debe detectar internamente si ha habido desbordamiento en esa resta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32128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FBA5DB-D0A2-FB6C-B7AE-C778B44FBC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2">
            <a:extLst>
              <a:ext uri="{FF2B5EF4-FFF2-40B4-BE49-F238E27FC236}">
                <a16:creationId xmlns:a16="http://schemas.microsoft.com/office/drawing/2014/main" id="{2EABD05F-441C-A704-2155-31E72AF03B5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noProof="0" dirty="0"/>
              <a:t>Contenido</a:t>
            </a:r>
          </a:p>
        </p:txBody>
      </p:sp>
      <p:sp>
        <p:nvSpPr>
          <p:cNvPr id="8196" name="Rectangle 3">
            <a:extLst>
              <a:ext uri="{FF2B5EF4-FFF2-40B4-BE49-F238E27FC236}">
                <a16:creationId xmlns:a16="http://schemas.microsoft.com/office/drawing/2014/main" id="{36B44147-C53D-41C8-9277-6506B47A9DA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27584" y="838200"/>
            <a:ext cx="7632202" cy="5562600"/>
          </a:xfrm>
        </p:spPr>
        <p:txBody>
          <a:bodyPr numCol="2">
            <a:norm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s-ES_tradnl" sz="1900" noProof="0" dirty="0">
                <a:latin typeface="Arial" panose="020B0604020202020204" pitchFamily="34" charset="0"/>
                <a:cs typeface="Arial" panose="020B0604020202020204" pitchFamily="34" charset="0"/>
              </a:rPr>
              <a:t>1 - Introducción</a:t>
            </a:r>
          </a:p>
          <a:p>
            <a:pPr marL="857250" lvl="1" indent="-457200">
              <a:lnSpc>
                <a:spcPct val="120000"/>
              </a:lnSpc>
            </a:pPr>
            <a:r>
              <a:rPr lang="es-ES_tradnl" sz="1900" noProof="0" dirty="0">
                <a:latin typeface="Arial" panose="020B0604020202020204" pitchFamily="34" charset="0"/>
                <a:cs typeface="Arial" panose="020B0604020202020204" pitchFamily="34" charset="0"/>
              </a:rPr>
              <a:t>Tipos en alto y bajo nivel</a:t>
            </a:r>
          </a:p>
          <a:p>
            <a:pPr marL="857250" lvl="1" indent="-457200">
              <a:lnSpc>
                <a:spcPct val="120000"/>
              </a:lnSpc>
            </a:pPr>
            <a:r>
              <a:rPr lang="es-ES_tradnl" sz="1900" noProof="0" dirty="0">
                <a:latin typeface="Arial" panose="020B0604020202020204" pitchFamily="34" charset="0"/>
                <a:cs typeface="Arial" panose="020B0604020202020204" pitchFamily="34" charset="0"/>
              </a:rPr>
              <a:t>Operaciones y operadores</a:t>
            </a:r>
          </a:p>
          <a:p>
            <a:pPr marL="857250" lvl="1" indent="-457200">
              <a:lnSpc>
                <a:spcPct val="120000"/>
              </a:lnSpc>
            </a:pPr>
            <a:r>
              <a:rPr lang="es-ES_tradnl" sz="1900" noProof="0" dirty="0">
                <a:latin typeface="Arial" panose="020B0604020202020204" pitchFamily="34" charset="0"/>
                <a:cs typeface="Arial" panose="020B0604020202020204" pitchFamily="34" charset="0"/>
              </a:rPr>
              <a:t>Operaciones lógicas</a:t>
            </a:r>
          </a:p>
          <a:p>
            <a:pPr marL="857250" lvl="1" indent="-457200">
              <a:lnSpc>
                <a:spcPct val="120000"/>
              </a:lnSpc>
            </a:pPr>
            <a:r>
              <a:rPr lang="es-ES_tradnl" sz="1900" noProof="0" dirty="0">
                <a:latin typeface="Arial" panose="020B0604020202020204" pitchFamily="34" charset="0"/>
                <a:cs typeface="Arial" panose="020B0604020202020204" pitchFamily="34" charset="0"/>
              </a:rPr>
              <a:t>Representación de enteros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s-ES_tradnl" sz="1900" noProof="0" dirty="0">
                <a:latin typeface="Arial" panose="020B0604020202020204" pitchFamily="34" charset="0"/>
                <a:cs typeface="Arial" panose="020B0604020202020204" pitchFamily="34" charset="0"/>
              </a:rPr>
              <a:t>2 - Suma y resta de enteros</a:t>
            </a:r>
          </a:p>
          <a:p>
            <a:pPr marL="857250" lvl="1" indent="-457200">
              <a:lnSpc>
                <a:spcPct val="120000"/>
              </a:lnSpc>
            </a:pPr>
            <a:r>
              <a:rPr lang="es-ES_tradnl" sz="1900" noProof="0" dirty="0">
                <a:latin typeface="Arial" panose="020B0604020202020204" pitchFamily="34" charset="0"/>
                <a:cs typeface="Arial" panose="020B0604020202020204" pitchFamily="34" charset="0"/>
              </a:rPr>
              <a:t>Fundamentos</a:t>
            </a:r>
          </a:p>
          <a:p>
            <a:pPr marL="857250" lvl="1" indent="-457200">
              <a:lnSpc>
                <a:spcPct val="120000"/>
              </a:lnSpc>
            </a:pPr>
            <a:r>
              <a:rPr lang="es-ES_tradnl" sz="1900" noProof="0" dirty="0">
                <a:latin typeface="Arial" panose="020B0604020202020204" pitchFamily="34" charset="0"/>
                <a:cs typeface="Arial" panose="020B0604020202020204" pitchFamily="34" charset="0"/>
              </a:rPr>
              <a:t>Suma y resta en RISC-V</a:t>
            </a:r>
          </a:p>
          <a:p>
            <a:pPr marL="857250" lvl="1" indent="-457200">
              <a:lnSpc>
                <a:spcPct val="120000"/>
              </a:lnSpc>
            </a:pPr>
            <a:r>
              <a:rPr lang="es-ES_tradnl" sz="1900" noProof="0" dirty="0">
                <a:latin typeface="Arial" panose="020B0604020202020204" pitchFamily="34" charset="0"/>
                <a:cs typeface="Arial" panose="020B0604020202020204" pitchFamily="34" charset="0"/>
              </a:rPr>
              <a:t>Operadores de suma</a:t>
            </a:r>
          </a:p>
          <a:p>
            <a:pPr marL="857250" lvl="1" indent="-457200">
              <a:lnSpc>
                <a:spcPct val="120000"/>
              </a:lnSpc>
            </a:pPr>
            <a:r>
              <a:rPr lang="es-ES_tradnl" sz="1900" noProof="0" dirty="0">
                <a:latin typeface="Arial" panose="020B0604020202020204" pitchFamily="34" charset="0"/>
                <a:cs typeface="Arial" panose="020B0604020202020204" pitchFamily="34" charset="0"/>
              </a:rPr>
              <a:t>Operadores de resta</a:t>
            </a:r>
          </a:p>
          <a:p>
            <a:pPr marL="400050" lvl="1" indent="0">
              <a:lnSpc>
                <a:spcPct val="120000"/>
              </a:lnSpc>
              <a:buNone/>
            </a:pPr>
            <a:endParaRPr lang="es-ES_tradnl" sz="1900" noProof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00050" lvl="1" indent="0">
              <a:lnSpc>
                <a:spcPct val="120000"/>
              </a:lnSpc>
              <a:buNone/>
            </a:pPr>
            <a:endParaRPr lang="es-ES_tradnl" sz="1900" noProof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buNone/>
              <a:defRPr/>
            </a:pPr>
            <a:r>
              <a:rPr lang="es-ES_tradnl" sz="1900" noProof="0" dirty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s-ES_tradnl" sz="1900" noProof="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3 - Multiplicación de enteros</a:t>
            </a:r>
          </a:p>
          <a:p>
            <a:pPr marL="857250" lvl="1" indent="-457200">
              <a:lnSpc>
                <a:spcPct val="120000"/>
              </a:lnSpc>
              <a:defRPr/>
            </a:pPr>
            <a:r>
              <a:rPr lang="es-ES_tradnl" sz="1900" noProof="0" dirty="0">
                <a:latin typeface="Arial" panose="020B0604020202020204" pitchFamily="34" charset="0"/>
                <a:cs typeface="Arial" panose="020B0604020202020204" pitchFamily="34" charset="0"/>
              </a:rPr>
              <a:t>Fundamentos</a:t>
            </a:r>
          </a:p>
          <a:p>
            <a:pPr marL="857250" lvl="1" indent="-457200">
              <a:lnSpc>
                <a:spcPct val="120000"/>
              </a:lnSpc>
              <a:defRPr/>
            </a:pPr>
            <a:r>
              <a:rPr lang="es-ES_tradnl" sz="1900" noProof="0" dirty="0">
                <a:latin typeface="Arial" panose="020B0604020202020204" pitchFamily="34" charset="0"/>
                <a:cs typeface="Arial" panose="020B0604020202020204" pitchFamily="34" charset="0"/>
              </a:rPr>
              <a:t>Multiplicación y división en RISC-V</a:t>
            </a:r>
          </a:p>
          <a:p>
            <a:pPr marL="857250" lvl="1" indent="-457200">
              <a:lnSpc>
                <a:spcPct val="120000"/>
              </a:lnSpc>
              <a:defRPr/>
            </a:pPr>
            <a:r>
              <a:rPr lang="es-ES_tradnl" sz="1900" noProof="0" dirty="0">
                <a:latin typeface="Arial" panose="020B0604020202020204" pitchFamily="34" charset="0"/>
                <a:cs typeface="Arial" panose="020B0604020202020204" pitchFamily="34" charset="0"/>
              </a:rPr>
              <a:t>Operadores de desplazamiento</a:t>
            </a:r>
          </a:p>
          <a:p>
            <a:pPr marL="857250" lvl="1" indent="-457200">
              <a:lnSpc>
                <a:spcPct val="120000"/>
              </a:lnSpc>
              <a:defRPr/>
            </a:pPr>
            <a:r>
              <a:rPr lang="es-ES_tradnl" sz="1900" noProof="0" dirty="0">
                <a:latin typeface="Arial" panose="020B0604020202020204" pitchFamily="34" charset="0"/>
                <a:cs typeface="Arial" panose="020B0604020202020204" pitchFamily="34" charset="0"/>
              </a:rPr>
              <a:t>Operadores de multiplicación sin signo</a:t>
            </a:r>
          </a:p>
          <a:p>
            <a:pPr marL="857250" lvl="1" indent="-457200">
              <a:lnSpc>
                <a:spcPct val="120000"/>
              </a:lnSpc>
              <a:defRPr/>
            </a:pPr>
            <a:r>
              <a:rPr lang="es-ES_tradnl" sz="1900" noProof="0" dirty="0">
                <a:latin typeface="Arial" panose="020B0604020202020204" pitchFamily="34" charset="0"/>
                <a:cs typeface="Arial" panose="020B0604020202020204" pitchFamily="34" charset="0"/>
              </a:rPr>
              <a:t>Operadores de multiplicación con signo</a:t>
            </a:r>
          </a:p>
          <a:p>
            <a:pPr marL="582613" indent="-574675">
              <a:lnSpc>
                <a:spcPct val="120000"/>
              </a:lnSpc>
              <a:buNone/>
              <a:defRPr/>
            </a:pPr>
            <a:r>
              <a:rPr lang="es-ES_tradnl" sz="1900" noProof="0" dirty="0">
                <a:latin typeface="Arial" panose="020B0604020202020204" pitchFamily="34" charset="0"/>
                <a:cs typeface="Arial" panose="020B0604020202020204" pitchFamily="34" charset="0"/>
              </a:rPr>
              <a:t>    4 - Apéndice: Multiplicadores combinacionales y división de enteros</a:t>
            </a:r>
          </a:p>
          <a:p>
            <a:pPr marL="857250" lvl="1" indent="-457200">
              <a:buFont typeface="+mj-lt"/>
              <a:buAutoNum type="arabicPeriod"/>
            </a:pPr>
            <a:endParaRPr lang="es-ES_tradnl" sz="1600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194" name="3 Marcador de número de diapositiva">
            <a:extLst>
              <a:ext uri="{FF2B5EF4-FFF2-40B4-BE49-F238E27FC236}">
                <a16:creationId xmlns:a16="http://schemas.microsoft.com/office/drawing/2014/main" id="{29B458EC-8251-2551-6B19-526836B82E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>
            <a:normAutofit/>
          </a:bodyPr>
          <a:lstStyle/>
          <a:p>
            <a:fld id="{EFAC9BB4-1D55-43DF-93CA-63C12A2BD25D}" type="slidenum">
              <a:rPr lang="es-ES_tradnl" noProof="0" smtClean="0"/>
              <a:pPr/>
              <a:t>37</a:t>
            </a:fld>
            <a:endParaRPr lang="es-ES_tradnl" noProof="0" dirty="0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05A38AF2-2473-D631-669D-B8DCE9421EF4}"/>
              </a:ext>
            </a:extLst>
          </p:cNvPr>
          <p:cNvSpPr txBox="1">
            <a:spLocks noChangeArrowheads="1"/>
          </p:cNvSpPr>
          <p:nvPr/>
        </p:nvSpPr>
        <p:spPr>
          <a:xfrm>
            <a:off x="4355976" y="1052736"/>
            <a:ext cx="4491608" cy="55626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400050" marR="0" lvl="1" algn="l" defTabSz="914400" rtl="0" eaLnBrk="1" fontAlgn="base" latinLnBrk="0" hangingPunct="1">
              <a:lnSpc>
                <a:spcPts val="3000"/>
              </a:lnSpc>
              <a:spcBef>
                <a:spcPts val="550"/>
              </a:spcBef>
              <a:spcAft>
                <a:spcPct val="0"/>
              </a:spcAft>
              <a:buClr>
                <a:schemeClr val="bg2">
                  <a:lumMod val="50000"/>
                </a:schemeClr>
              </a:buClr>
              <a:buSzPct val="85000"/>
              <a:tabLst/>
              <a:defRPr/>
            </a:pPr>
            <a:endParaRPr kumimoji="0" lang="es-ES_tradnl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Lucida Handwriting" pitchFamily="66" charset="0"/>
            </a:endParaRPr>
          </a:p>
          <a:p>
            <a:pPr marL="400050" marR="0" lvl="1" algn="l" defTabSz="914400" rtl="0" eaLnBrk="1" fontAlgn="base" latinLnBrk="0" hangingPunct="1">
              <a:lnSpc>
                <a:spcPts val="3000"/>
              </a:lnSpc>
              <a:spcBef>
                <a:spcPts val="550"/>
              </a:spcBef>
              <a:spcAft>
                <a:spcPct val="0"/>
              </a:spcAft>
              <a:buClr>
                <a:schemeClr val="bg2">
                  <a:lumMod val="50000"/>
                </a:schemeClr>
              </a:buClr>
              <a:buSzPct val="85000"/>
              <a:tabLst/>
              <a:defRPr/>
            </a:pPr>
            <a:endParaRPr kumimoji="0" lang="es-ES_tradnl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Lucida Handwriting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520796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753D86-DF1C-D292-CF05-FE647E7B62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89F0960E-0290-DD5B-2D11-B12C3B31BA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Fundamentos</a:t>
            </a:r>
            <a:endParaRPr lang="en-US" dirty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7FFBB80-898F-3428-3D65-B4A256489D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_tradnl" dirty="0"/>
              <a:t>Desplazamientos y aritmética entera (I)</a:t>
            </a:r>
          </a:p>
          <a:p>
            <a:pPr lvl="1"/>
            <a:r>
              <a:rPr lang="es-ES_tradnl" dirty="0">
                <a:solidFill>
                  <a:srgbClr val="FF0000"/>
                </a:solidFill>
              </a:rPr>
              <a:t>Desplazar </a:t>
            </a:r>
            <a:r>
              <a:rPr lang="es-ES_tradnl" i="1" dirty="0">
                <a:solidFill>
                  <a:srgbClr val="FF0000"/>
                </a:solidFill>
              </a:rPr>
              <a:t>n </a:t>
            </a:r>
            <a:r>
              <a:rPr lang="es-ES_tradnl" dirty="0">
                <a:solidFill>
                  <a:srgbClr val="FF0000"/>
                </a:solidFill>
              </a:rPr>
              <a:t>bits hacia la izquierda es equivalente a multiplicar por 2</a:t>
            </a:r>
            <a:r>
              <a:rPr lang="es-ES_tradnl" b="1" i="1" baseline="30000" dirty="0">
                <a:solidFill>
                  <a:srgbClr val="FF0000"/>
                </a:solidFill>
              </a:rPr>
              <a:t>n</a:t>
            </a:r>
          </a:p>
          <a:p>
            <a:pPr lvl="2"/>
            <a:r>
              <a:rPr lang="es-ES_tradnl" dirty="0"/>
              <a:t>Entran </a:t>
            </a:r>
            <a:r>
              <a:rPr lang="es-ES_tradnl" i="1" dirty="0"/>
              <a:t>n </a:t>
            </a:r>
            <a:r>
              <a:rPr lang="es-ES_tradnl" dirty="0"/>
              <a:t>ceros por la derecha</a:t>
            </a:r>
          </a:p>
          <a:p>
            <a:pPr lvl="2"/>
            <a:r>
              <a:rPr lang="es-ES_tradnl" dirty="0"/>
              <a:t>Operación válida para enteros con y sin signo</a:t>
            </a:r>
          </a:p>
          <a:p>
            <a:pPr lvl="2"/>
            <a:r>
              <a:rPr lang="es-ES_tradnl" dirty="0"/>
              <a:t>Nombre de la operación: desplazamiento </a:t>
            </a:r>
            <a:r>
              <a:rPr lang="es-ES_tradnl" b="1" dirty="0"/>
              <a:t>lógico </a:t>
            </a:r>
            <a:r>
              <a:rPr lang="es-ES_tradnl" dirty="0"/>
              <a:t>hacia a la izquierda</a:t>
            </a:r>
          </a:p>
          <a:p>
            <a:endParaRPr lang="en-US" dirty="0"/>
          </a:p>
        </p:txBody>
      </p:sp>
      <p:grpSp>
        <p:nvGrpSpPr>
          <p:cNvPr id="2" name="Agrupar 39">
            <a:extLst>
              <a:ext uri="{FF2B5EF4-FFF2-40B4-BE49-F238E27FC236}">
                <a16:creationId xmlns:a16="http://schemas.microsoft.com/office/drawing/2014/main" id="{92B5A1A7-AAF0-955A-EDAF-3719A17D8B41}"/>
              </a:ext>
            </a:extLst>
          </p:cNvPr>
          <p:cNvGrpSpPr/>
          <p:nvPr/>
        </p:nvGrpSpPr>
        <p:grpSpPr>
          <a:xfrm>
            <a:off x="1371600" y="3462426"/>
            <a:ext cx="2438402" cy="1390710"/>
            <a:chOff x="609600" y="3962400"/>
            <a:chExt cx="2438402" cy="1390710"/>
          </a:xfrm>
        </p:grpSpPr>
        <p:sp>
          <p:nvSpPr>
            <p:cNvPr id="5" name="Rectángulo 4">
              <a:extLst>
                <a:ext uri="{FF2B5EF4-FFF2-40B4-BE49-F238E27FC236}">
                  <a16:creationId xmlns:a16="http://schemas.microsoft.com/office/drawing/2014/main" id="{C1EC4791-FA61-CF71-1E24-48CE9DA553DD}"/>
                </a:ext>
              </a:extLst>
            </p:cNvPr>
            <p:cNvSpPr/>
            <p:nvPr/>
          </p:nvSpPr>
          <p:spPr>
            <a:xfrm>
              <a:off x="609600" y="4019490"/>
              <a:ext cx="1877713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s-ES_tradnl" b="1" noProof="0" dirty="0">
                  <a:solidFill>
                    <a:schemeClr val="tx1"/>
                  </a:solidFill>
                  <a:latin typeface="Courier New" pitchFamily="49" charset="0"/>
                </a:rPr>
                <a:t>0 0 0 1 1 0</a:t>
              </a:r>
              <a:endParaRPr lang="es-ES_tradnl" noProof="0" dirty="0">
                <a:solidFill>
                  <a:schemeClr val="tx1"/>
                </a:solidFill>
              </a:endParaRPr>
            </a:p>
          </p:txBody>
        </p:sp>
        <p:sp>
          <p:nvSpPr>
            <p:cNvPr id="6" name="Flecha abajo 5">
              <a:extLst>
                <a:ext uri="{FF2B5EF4-FFF2-40B4-BE49-F238E27FC236}">
                  <a16:creationId xmlns:a16="http://schemas.microsoft.com/office/drawing/2014/main" id="{D35E5426-E77B-0CBC-C142-0BA1AC257D80}"/>
                </a:ext>
              </a:extLst>
            </p:cNvPr>
            <p:cNvSpPr/>
            <p:nvPr/>
          </p:nvSpPr>
          <p:spPr bwMode="auto">
            <a:xfrm>
              <a:off x="914400" y="4495800"/>
              <a:ext cx="1219200" cy="438745"/>
            </a:xfrm>
            <a:prstGeom prst="downArrow">
              <a:avLst>
                <a:gd name="adj1" fmla="val 73457"/>
                <a:gd name="adj2" fmla="val 41061"/>
              </a:avLst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s-ES_tradnl" noProof="0" dirty="0">
                  <a:solidFill>
                    <a:schemeClr val="tx1"/>
                  </a:solidFill>
                </a:rPr>
                <a:t>&lt;&lt; 2</a:t>
              </a:r>
            </a:p>
          </p:txBody>
        </p:sp>
        <p:sp>
          <p:nvSpPr>
            <p:cNvPr id="7" name="Text Box 18">
              <a:extLst>
                <a:ext uri="{FF2B5EF4-FFF2-40B4-BE49-F238E27FC236}">
                  <a16:creationId xmlns:a16="http://schemas.microsoft.com/office/drawing/2014/main" id="{3697E111-E4AB-A6F1-BF73-9C94F58D46A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11985" y="3962400"/>
              <a:ext cx="436017" cy="132799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0" tIns="0" rIns="0" bIns="0">
              <a:spAutoFit/>
            </a:bodyPr>
            <a:lstStyle/>
            <a:p>
              <a:pPr algn="r">
                <a:lnSpc>
                  <a:spcPct val="150000"/>
                </a:lnSpc>
              </a:pPr>
              <a:r>
                <a:rPr lang="es-ES_tradnl" noProof="0" dirty="0">
                  <a:solidFill>
                    <a:schemeClr val="tx1"/>
                  </a:solidFill>
                </a:rPr>
                <a:t>6</a:t>
              </a:r>
              <a:br>
                <a:rPr lang="es-ES_tradnl" noProof="0" dirty="0">
                  <a:solidFill>
                    <a:schemeClr val="tx1"/>
                  </a:solidFill>
                </a:rPr>
              </a:br>
              <a:r>
                <a:rPr lang="es-ES_tradnl" noProof="0" dirty="0">
                  <a:solidFill>
                    <a:schemeClr val="tx1"/>
                  </a:solidFill>
                </a:rPr>
                <a:t>x 2</a:t>
              </a:r>
              <a:r>
                <a:rPr lang="es-ES_tradnl" b="1" baseline="30000" noProof="0" dirty="0">
                  <a:solidFill>
                    <a:schemeClr val="tx1"/>
                  </a:solidFill>
                </a:rPr>
                <a:t>2</a:t>
              </a:r>
              <a:br>
                <a:rPr lang="es-ES_tradnl" noProof="0" dirty="0">
                  <a:solidFill>
                    <a:schemeClr val="tx1"/>
                  </a:solidFill>
                </a:rPr>
              </a:br>
              <a:r>
                <a:rPr lang="es-ES_tradnl" noProof="0" dirty="0">
                  <a:solidFill>
                    <a:schemeClr val="tx1"/>
                  </a:solidFill>
                </a:rPr>
                <a:t>24</a:t>
              </a:r>
            </a:p>
          </p:txBody>
        </p:sp>
        <p:sp>
          <p:nvSpPr>
            <p:cNvPr id="8" name="Rectángulo 7">
              <a:extLst>
                <a:ext uri="{FF2B5EF4-FFF2-40B4-BE49-F238E27FC236}">
                  <a16:creationId xmlns:a16="http://schemas.microsoft.com/office/drawing/2014/main" id="{FB08A709-38F3-FBFE-184F-0277DBC0DE78}"/>
                </a:ext>
              </a:extLst>
            </p:cNvPr>
            <p:cNvSpPr/>
            <p:nvPr/>
          </p:nvSpPr>
          <p:spPr>
            <a:xfrm>
              <a:off x="609600" y="4953000"/>
              <a:ext cx="1877713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s-ES_tradnl" b="1" noProof="0" dirty="0">
                  <a:solidFill>
                    <a:schemeClr val="tx1"/>
                  </a:solidFill>
                  <a:latin typeface="Courier New" pitchFamily="49" charset="0"/>
                </a:rPr>
                <a:t>0 1 1 0 0 0</a:t>
              </a:r>
              <a:endParaRPr lang="es-ES_tradnl" noProof="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9" name="Agrupar 40">
            <a:extLst>
              <a:ext uri="{FF2B5EF4-FFF2-40B4-BE49-F238E27FC236}">
                <a16:creationId xmlns:a16="http://schemas.microsoft.com/office/drawing/2014/main" id="{A05C2A78-2D90-900A-AE7A-CA9A910632B0}"/>
              </a:ext>
            </a:extLst>
          </p:cNvPr>
          <p:cNvGrpSpPr/>
          <p:nvPr/>
        </p:nvGrpSpPr>
        <p:grpSpPr>
          <a:xfrm>
            <a:off x="5181600" y="3462426"/>
            <a:ext cx="2438401" cy="1390710"/>
            <a:chOff x="609600" y="3962400"/>
            <a:chExt cx="2438401" cy="1390710"/>
          </a:xfrm>
        </p:grpSpPr>
        <p:sp>
          <p:nvSpPr>
            <p:cNvPr id="10" name="Rectángulo 9">
              <a:extLst>
                <a:ext uri="{FF2B5EF4-FFF2-40B4-BE49-F238E27FC236}">
                  <a16:creationId xmlns:a16="http://schemas.microsoft.com/office/drawing/2014/main" id="{B439449F-1F44-9B93-7348-DCDAF33D90DD}"/>
                </a:ext>
              </a:extLst>
            </p:cNvPr>
            <p:cNvSpPr/>
            <p:nvPr/>
          </p:nvSpPr>
          <p:spPr>
            <a:xfrm>
              <a:off x="609600" y="4019490"/>
              <a:ext cx="1877713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s-ES_tradnl" b="1" noProof="0" dirty="0">
                  <a:solidFill>
                    <a:schemeClr val="tx1"/>
                  </a:solidFill>
                  <a:latin typeface="Courier New" pitchFamily="49" charset="0"/>
                </a:rPr>
                <a:t>1 1 1 0 1 0</a:t>
              </a:r>
              <a:endParaRPr lang="es-ES_tradnl" noProof="0" dirty="0">
                <a:solidFill>
                  <a:schemeClr val="tx1"/>
                </a:solidFill>
              </a:endParaRPr>
            </a:p>
          </p:txBody>
        </p:sp>
        <p:sp>
          <p:nvSpPr>
            <p:cNvPr id="11" name="Flecha abajo 10">
              <a:extLst>
                <a:ext uri="{FF2B5EF4-FFF2-40B4-BE49-F238E27FC236}">
                  <a16:creationId xmlns:a16="http://schemas.microsoft.com/office/drawing/2014/main" id="{A6FF5F40-DDBB-A911-6CDD-12E24D80A80E}"/>
                </a:ext>
              </a:extLst>
            </p:cNvPr>
            <p:cNvSpPr/>
            <p:nvPr/>
          </p:nvSpPr>
          <p:spPr bwMode="auto">
            <a:xfrm>
              <a:off x="914400" y="4495800"/>
              <a:ext cx="1219200" cy="438745"/>
            </a:xfrm>
            <a:prstGeom prst="downArrow">
              <a:avLst>
                <a:gd name="adj1" fmla="val 73457"/>
                <a:gd name="adj2" fmla="val 41061"/>
              </a:avLst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s-ES_tradnl" noProof="0" dirty="0">
                  <a:solidFill>
                    <a:schemeClr val="tx1"/>
                  </a:solidFill>
                </a:rPr>
                <a:t>&lt;&lt; 2</a:t>
              </a:r>
            </a:p>
          </p:txBody>
        </p:sp>
        <p:sp>
          <p:nvSpPr>
            <p:cNvPr id="12" name="Text Box 18">
              <a:extLst>
                <a:ext uri="{FF2B5EF4-FFF2-40B4-BE49-F238E27FC236}">
                  <a16:creationId xmlns:a16="http://schemas.microsoft.com/office/drawing/2014/main" id="{0F46FEEF-BE5C-7188-76AE-CC66088175C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11984" y="3962400"/>
              <a:ext cx="436017" cy="132799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0" tIns="0" rIns="0" bIns="0">
              <a:spAutoFit/>
            </a:bodyPr>
            <a:lstStyle/>
            <a:p>
              <a:pPr algn="r">
                <a:lnSpc>
                  <a:spcPct val="150000"/>
                </a:lnSpc>
              </a:pPr>
              <a:r>
                <a:rPr lang="es-ES_tradnl" noProof="0" dirty="0">
                  <a:solidFill>
                    <a:schemeClr val="tx1"/>
                  </a:solidFill>
                </a:rPr>
                <a:t>–6</a:t>
              </a:r>
              <a:br>
                <a:rPr lang="es-ES_tradnl" noProof="0" dirty="0">
                  <a:solidFill>
                    <a:schemeClr val="tx1"/>
                  </a:solidFill>
                </a:rPr>
              </a:br>
              <a:r>
                <a:rPr lang="es-ES_tradnl" noProof="0" dirty="0">
                  <a:solidFill>
                    <a:schemeClr val="tx1"/>
                  </a:solidFill>
                </a:rPr>
                <a:t>x 2</a:t>
              </a:r>
              <a:r>
                <a:rPr lang="es-ES_tradnl" b="1" baseline="30000" noProof="0" dirty="0">
                  <a:solidFill>
                    <a:schemeClr val="tx1"/>
                  </a:solidFill>
                </a:rPr>
                <a:t>2</a:t>
              </a:r>
              <a:br>
                <a:rPr lang="es-ES_tradnl" noProof="0" dirty="0">
                  <a:solidFill>
                    <a:schemeClr val="tx1"/>
                  </a:solidFill>
                </a:rPr>
              </a:br>
              <a:r>
                <a:rPr lang="es-ES_tradnl" noProof="0" dirty="0">
                  <a:solidFill>
                    <a:schemeClr val="tx1"/>
                  </a:solidFill>
                </a:rPr>
                <a:t>–24</a:t>
              </a:r>
            </a:p>
          </p:txBody>
        </p:sp>
        <p:sp>
          <p:nvSpPr>
            <p:cNvPr id="13" name="Rectángulo 12">
              <a:extLst>
                <a:ext uri="{FF2B5EF4-FFF2-40B4-BE49-F238E27FC236}">
                  <a16:creationId xmlns:a16="http://schemas.microsoft.com/office/drawing/2014/main" id="{10E2B524-7236-40C4-F7DB-33CB134C0436}"/>
                </a:ext>
              </a:extLst>
            </p:cNvPr>
            <p:cNvSpPr/>
            <p:nvPr/>
          </p:nvSpPr>
          <p:spPr>
            <a:xfrm>
              <a:off x="609600" y="4953000"/>
              <a:ext cx="1877713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s-ES_tradnl" b="1" noProof="0" dirty="0">
                  <a:solidFill>
                    <a:schemeClr val="tx1"/>
                  </a:solidFill>
                  <a:latin typeface="Courier New" pitchFamily="49" charset="0"/>
                </a:rPr>
                <a:t>1 0 1 0 0 0</a:t>
              </a:r>
              <a:endParaRPr lang="es-ES_tradnl" noProof="0" dirty="0">
                <a:solidFill>
                  <a:schemeClr val="tx1"/>
                </a:solidFill>
              </a:endParaRPr>
            </a:p>
          </p:txBody>
        </p:sp>
      </p:grpSp>
      <p:sp>
        <p:nvSpPr>
          <p:cNvPr id="14" name="CuadroTexto 13">
            <a:extLst>
              <a:ext uri="{FF2B5EF4-FFF2-40B4-BE49-F238E27FC236}">
                <a16:creationId xmlns:a16="http://schemas.microsoft.com/office/drawing/2014/main" id="{EE062CDC-AC91-7391-99E9-E5F3D0F51444}"/>
              </a:ext>
            </a:extLst>
          </p:cNvPr>
          <p:cNvSpPr txBox="1"/>
          <p:nvPr/>
        </p:nvSpPr>
        <p:spPr>
          <a:xfrm>
            <a:off x="990600" y="5241339"/>
            <a:ext cx="4863631" cy="830997"/>
          </a:xfrm>
          <a:prstGeom prst="rect">
            <a:avLst/>
          </a:prstGeom>
          <a:solidFill>
            <a:srgbClr val="FFFFFF"/>
          </a:solidFill>
        </p:spPr>
        <p:txBody>
          <a:bodyPr wrap="none" rtlCol="0">
            <a:spAutoFit/>
          </a:bodyPr>
          <a:lstStyle/>
          <a:p>
            <a:r>
              <a:rPr lang="es-ES_tradnl" sz="1600" b="1" noProof="0" dirty="0" err="1">
                <a:solidFill>
                  <a:srgbClr val="010000"/>
                </a:solidFill>
                <a:latin typeface="Courier New"/>
                <a:cs typeface="Courier New"/>
              </a:rPr>
              <a:t>int</a:t>
            </a:r>
            <a:r>
              <a:rPr lang="es-ES_tradnl" sz="1600" b="1" noProof="0" dirty="0">
                <a:solidFill>
                  <a:srgbClr val="010000"/>
                </a:solidFill>
                <a:latin typeface="Courier New"/>
                <a:cs typeface="Courier New"/>
              </a:rPr>
              <a:t> a = -12;</a:t>
            </a:r>
          </a:p>
          <a:p>
            <a:r>
              <a:rPr lang="es-ES_tradnl" sz="1600" b="1" noProof="0" dirty="0" err="1">
                <a:solidFill>
                  <a:srgbClr val="010000"/>
                </a:solidFill>
                <a:latin typeface="Courier New"/>
                <a:cs typeface="Courier New"/>
              </a:rPr>
              <a:t>int</a:t>
            </a:r>
            <a:r>
              <a:rPr lang="es-ES_tradnl" sz="1600" b="1" noProof="0" dirty="0">
                <a:solidFill>
                  <a:srgbClr val="010000"/>
                </a:solidFill>
                <a:latin typeface="Courier New"/>
                <a:cs typeface="Courier New"/>
              </a:rPr>
              <a:t> b = a &lt;&lt; 3;</a:t>
            </a:r>
          </a:p>
          <a:p>
            <a:r>
              <a:rPr lang="es-ES_tradnl" sz="1600" b="1" noProof="0" dirty="0" err="1">
                <a:solidFill>
                  <a:srgbClr val="010000"/>
                </a:solidFill>
                <a:latin typeface="Courier New"/>
                <a:cs typeface="Courier New"/>
              </a:rPr>
              <a:t>System.out.println</a:t>
            </a:r>
            <a:r>
              <a:rPr lang="es-ES_tradnl" sz="1600" b="1" noProof="0" dirty="0">
                <a:solidFill>
                  <a:srgbClr val="010000"/>
                </a:solidFill>
                <a:latin typeface="Courier New"/>
                <a:cs typeface="Courier New"/>
              </a:rPr>
              <a:t>(a + " * 8 = " + b);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058C7507-24BB-85E4-79C9-B7D5D9EBFB2A}"/>
              </a:ext>
            </a:extLst>
          </p:cNvPr>
          <p:cNvSpPr txBox="1"/>
          <p:nvPr/>
        </p:nvSpPr>
        <p:spPr>
          <a:xfrm>
            <a:off x="4343400" y="6114782"/>
            <a:ext cx="1785365" cy="338554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wrap="none" rtlCol="0">
            <a:spAutoFit/>
          </a:bodyPr>
          <a:lstStyle/>
          <a:p>
            <a:r>
              <a:rPr lang="es-ES_tradnl" sz="1600" b="1" noProof="0" dirty="0">
                <a:latin typeface="Courier New"/>
                <a:cs typeface="Courier New"/>
              </a:rPr>
              <a:t>-12 * 8 = -96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5B6601CA-7F50-4707-CE9F-9DEE712BDB1B}"/>
              </a:ext>
            </a:extLst>
          </p:cNvPr>
          <p:cNvSpPr txBox="1"/>
          <p:nvPr/>
        </p:nvSpPr>
        <p:spPr>
          <a:xfrm>
            <a:off x="5181600" y="5234136"/>
            <a:ext cx="6722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800" noProof="0" dirty="0">
                <a:solidFill>
                  <a:schemeClr val="tx1"/>
                </a:solidFill>
              </a:rPr>
              <a:t>Java</a:t>
            </a:r>
          </a:p>
        </p:txBody>
      </p:sp>
      <p:cxnSp>
        <p:nvCxnSpPr>
          <p:cNvPr id="17" name="18 Conector recto">
            <a:extLst>
              <a:ext uri="{FF2B5EF4-FFF2-40B4-BE49-F238E27FC236}">
                <a16:creationId xmlns:a16="http://schemas.microsoft.com/office/drawing/2014/main" id="{D1EFA139-27E6-A83C-A17D-8F13EB07C24D}"/>
              </a:ext>
            </a:extLst>
          </p:cNvPr>
          <p:cNvCxnSpPr/>
          <p:nvPr/>
        </p:nvCxnSpPr>
        <p:spPr bwMode="auto">
          <a:xfrm>
            <a:off x="3286116" y="4343554"/>
            <a:ext cx="714380" cy="1588"/>
          </a:xfrm>
          <a:prstGeom prst="line">
            <a:avLst/>
          </a:prstGeom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8" name="19 Conector recto">
            <a:extLst>
              <a:ext uri="{FF2B5EF4-FFF2-40B4-BE49-F238E27FC236}">
                <a16:creationId xmlns:a16="http://schemas.microsoft.com/office/drawing/2014/main" id="{0E2D66B5-9060-91DE-586E-64DDA26D32E6}"/>
              </a:ext>
            </a:extLst>
          </p:cNvPr>
          <p:cNvCxnSpPr/>
          <p:nvPr/>
        </p:nvCxnSpPr>
        <p:spPr bwMode="auto">
          <a:xfrm>
            <a:off x="7072330" y="4343554"/>
            <a:ext cx="714380" cy="1588"/>
          </a:xfrm>
          <a:prstGeom prst="line">
            <a:avLst/>
          </a:prstGeom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9" name="3 Marcador de número de diapositiva">
            <a:extLst>
              <a:ext uri="{FF2B5EF4-FFF2-40B4-BE49-F238E27FC236}">
                <a16:creationId xmlns:a16="http://schemas.microsoft.com/office/drawing/2014/main" id="{C25B8062-15B4-547E-6E6C-853C67D634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86800" y="6529388"/>
            <a:ext cx="457200" cy="328612"/>
          </a:xfrm>
          <a:noFill/>
        </p:spPr>
        <p:txBody>
          <a:bodyPr>
            <a:normAutofit/>
          </a:bodyPr>
          <a:lstStyle/>
          <a:p>
            <a:fld id="{EFAC9BB4-1D55-43DF-93CA-63C12A2BD25D}" type="slidenum">
              <a:rPr lang="es-ES_tradnl" noProof="0" smtClean="0"/>
              <a:pPr/>
              <a:t>38</a:t>
            </a:fld>
            <a:endParaRPr lang="es-ES_tradnl" noProof="0" dirty="0"/>
          </a:p>
        </p:txBody>
      </p:sp>
    </p:spTree>
    <p:extLst>
      <p:ext uri="{BB962C8B-B14F-4D97-AF65-F5344CB8AC3E}">
        <p14:creationId xmlns:p14="http://schemas.microsoft.com/office/powerpoint/2010/main" val="321118759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noProof="0" dirty="0"/>
              <a:t>Fundamentos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684212" y="772816"/>
            <a:ext cx="8250238" cy="1676400"/>
          </a:xfrm>
        </p:spPr>
        <p:txBody>
          <a:bodyPr/>
          <a:lstStyle/>
          <a:p>
            <a:r>
              <a:rPr lang="es-ES_tradnl" noProof="0" dirty="0"/>
              <a:t>Desplazamientos y aritmética entera (II)</a:t>
            </a:r>
          </a:p>
          <a:p>
            <a:pPr lvl="1"/>
            <a:r>
              <a:rPr lang="es-ES_tradnl" noProof="0" dirty="0">
                <a:solidFill>
                  <a:srgbClr val="FF0000"/>
                </a:solidFill>
              </a:rPr>
              <a:t>Desplazar </a:t>
            </a:r>
            <a:r>
              <a:rPr lang="es-ES_tradnl" i="1" noProof="0" dirty="0">
                <a:solidFill>
                  <a:srgbClr val="FF0000"/>
                </a:solidFill>
              </a:rPr>
              <a:t>n </a:t>
            </a:r>
            <a:r>
              <a:rPr lang="es-ES_tradnl" noProof="0" dirty="0">
                <a:solidFill>
                  <a:srgbClr val="FF0000"/>
                </a:solidFill>
              </a:rPr>
              <a:t>bits hacia la derecha es equivalente a dividir por 2</a:t>
            </a:r>
            <a:r>
              <a:rPr lang="es-ES_tradnl" b="1" i="1" baseline="30000" noProof="0" dirty="0">
                <a:solidFill>
                  <a:srgbClr val="FF0000"/>
                </a:solidFill>
              </a:rPr>
              <a:t>n</a:t>
            </a:r>
          </a:p>
          <a:p>
            <a:pPr lvl="2"/>
            <a:r>
              <a:rPr lang="es-ES_tradnl" noProof="0" dirty="0"/>
              <a:t>Enteros sin signo: entran </a:t>
            </a:r>
            <a:r>
              <a:rPr lang="es-ES_tradnl" i="1" noProof="0" dirty="0"/>
              <a:t>n </a:t>
            </a:r>
            <a:r>
              <a:rPr lang="es-ES_tradnl" noProof="0" dirty="0"/>
              <a:t>ceros por la izquierda</a:t>
            </a:r>
          </a:p>
          <a:p>
            <a:pPr lvl="2"/>
            <a:r>
              <a:rPr lang="es-ES_tradnl" noProof="0" dirty="0"/>
              <a:t>Enteros con signo: el bit de signo se replica </a:t>
            </a:r>
            <a:r>
              <a:rPr lang="es-ES_tradnl" i="1" noProof="0" dirty="0"/>
              <a:t>n </a:t>
            </a:r>
            <a:r>
              <a:rPr lang="es-ES_tradnl" noProof="0" dirty="0"/>
              <a:t>veces</a:t>
            </a:r>
          </a:p>
          <a:p>
            <a:pPr marL="657225" lvl="2" indent="0">
              <a:buNone/>
            </a:pPr>
            <a:endParaRPr lang="es-ES_tradnl" noProof="0" dirty="0"/>
          </a:p>
          <a:p>
            <a:pPr lvl="1"/>
            <a:endParaRPr lang="es-ES_tradnl" noProof="0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5D9AA3-C110-4682-A7ED-0B7E64F42347}" type="slidenum">
              <a:rPr lang="es-ES_tradnl" noProof="0" smtClean="0"/>
              <a:pPr/>
              <a:t>39</a:t>
            </a:fld>
            <a:endParaRPr lang="es-ES_tradnl" noProof="0" dirty="0"/>
          </a:p>
        </p:txBody>
      </p:sp>
      <p:grpSp>
        <p:nvGrpSpPr>
          <p:cNvPr id="5" name="Agrupar 14"/>
          <p:cNvGrpSpPr/>
          <p:nvPr/>
        </p:nvGrpSpPr>
        <p:grpSpPr>
          <a:xfrm>
            <a:off x="4800600" y="3200400"/>
            <a:ext cx="2438400" cy="1390710"/>
            <a:chOff x="609600" y="3962400"/>
            <a:chExt cx="2438400" cy="1390710"/>
          </a:xfrm>
        </p:grpSpPr>
        <p:sp>
          <p:nvSpPr>
            <p:cNvPr id="16" name="Rectángulo 15"/>
            <p:cNvSpPr/>
            <p:nvPr/>
          </p:nvSpPr>
          <p:spPr>
            <a:xfrm>
              <a:off x="609600" y="4019490"/>
              <a:ext cx="1877713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s-ES_tradnl" b="1" noProof="0" dirty="0">
                  <a:solidFill>
                    <a:schemeClr val="tx1"/>
                  </a:solidFill>
                  <a:latin typeface="Courier New" pitchFamily="49" charset="0"/>
                </a:rPr>
                <a:t>0 1 1 0 0 1</a:t>
              </a:r>
              <a:endParaRPr lang="es-ES_tradnl" noProof="0" dirty="0">
                <a:solidFill>
                  <a:schemeClr val="tx1"/>
                </a:solidFill>
              </a:endParaRPr>
            </a:p>
          </p:txBody>
        </p:sp>
        <p:sp>
          <p:nvSpPr>
            <p:cNvPr id="17" name="Flecha abajo 16"/>
            <p:cNvSpPr/>
            <p:nvPr/>
          </p:nvSpPr>
          <p:spPr bwMode="auto">
            <a:xfrm>
              <a:off x="914400" y="4495800"/>
              <a:ext cx="1219200" cy="438745"/>
            </a:xfrm>
            <a:prstGeom prst="downArrow">
              <a:avLst>
                <a:gd name="adj1" fmla="val 73457"/>
                <a:gd name="adj2" fmla="val 41061"/>
              </a:avLst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s-ES_tradnl" noProof="0" dirty="0">
                  <a:solidFill>
                    <a:schemeClr val="tx1"/>
                  </a:solidFill>
                </a:rPr>
                <a:t>&gt;&gt; 2</a:t>
              </a:r>
            </a:p>
          </p:txBody>
        </p:sp>
        <p:sp>
          <p:nvSpPr>
            <p:cNvPr id="18" name="Text Box 18"/>
            <p:cNvSpPr txBox="1">
              <a:spLocks noChangeArrowheads="1"/>
            </p:cNvSpPr>
            <p:nvPr/>
          </p:nvSpPr>
          <p:spPr bwMode="auto">
            <a:xfrm>
              <a:off x="2613587" y="3962400"/>
              <a:ext cx="434413" cy="1384995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0" tIns="0" rIns="0" bIns="0">
              <a:spAutoFit/>
            </a:bodyPr>
            <a:lstStyle/>
            <a:p>
              <a:pPr algn="r">
                <a:lnSpc>
                  <a:spcPct val="150000"/>
                </a:lnSpc>
              </a:pPr>
              <a:r>
                <a:rPr lang="es-ES_tradnl" noProof="0" dirty="0">
                  <a:solidFill>
                    <a:schemeClr val="tx1"/>
                  </a:solidFill>
                </a:rPr>
                <a:t>+25</a:t>
              </a:r>
              <a:br>
                <a:rPr lang="es-ES_tradnl" noProof="0" dirty="0">
                  <a:solidFill>
                    <a:schemeClr val="tx1"/>
                  </a:solidFill>
                </a:rPr>
              </a:br>
              <a:r>
                <a:rPr lang="es-ES_tradnl" noProof="0" dirty="0">
                  <a:solidFill>
                    <a:schemeClr val="tx1"/>
                  </a:solidFill>
                </a:rPr>
                <a:t>/ 2</a:t>
              </a:r>
              <a:r>
                <a:rPr lang="es-ES_tradnl" b="1" baseline="30000" noProof="0" dirty="0">
                  <a:solidFill>
                    <a:schemeClr val="tx1"/>
                  </a:solidFill>
                </a:rPr>
                <a:t>2</a:t>
              </a:r>
              <a:br>
                <a:rPr lang="es-ES_tradnl" noProof="0" dirty="0">
                  <a:solidFill>
                    <a:schemeClr val="tx1"/>
                  </a:solidFill>
                </a:rPr>
              </a:br>
              <a:r>
                <a:rPr lang="es-ES_tradnl" noProof="0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19" name="Rectángulo 18"/>
            <p:cNvSpPr/>
            <p:nvPr/>
          </p:nvSpPr>
          <p:spPr>
            <a:xfrm>
              <a:off x="609600" y="4953000"/>
              <a:ext cx="1877713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s-ES_tradnl" b="1" noProof="0" dirty="0">
                  <a:solidFill>
                    <a:schemeClr val="tx1"/>
                  </a:solidFill>
                  <a:latin typeface="Courier New" pitchFamily="49" charset="0"/>
                </a:rPr>
                <a:t>0 0 0 1 1 0</a:t>
              </a:r>
              <a:endParaRPr lang="es-ES_tradnl" noProof="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6" name="Agrupar 19"/>
          <p:cNvGrpSpPr/>
          <p:nvPr/>
        </p:nvGrpSpPr>
        <p:grpSpPr>
          <a:xfrm>
            <a:off x="1066800" y="3200400"/>
            <a:ext cx="2438400" cy="1390710"/>
            <a:chOff x="609600" y="3962400"/>
            <a:chExt cx="2438400" cy="1390710"/>
          </a:xfrm>
        </p:grpSpPr>
        <p:sp>
          <p:nvSpPr>
            <p:cNvPr id="21" name="Rectángulo 20"/>
            <p:cNvSpPr/>
            <p:nvPr/>
          </p:nvSpPr>
          <p:spPr>
            <a:xfrm>
              <a:off x="609600" y="4019490"/>
              <a:ext cx="1877713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s-ES_tradnl" b="1" noProof="0" dirty="0">
                  <a:solidFill>
                    <a:schemeClr val="tx1"/>
                  </a:solidFill>
                  <a:latin typeface="Courier New" pitchFamily="49" charset="0"/>
                </a:rPr>
                <a:t>0 1 1 0 0 1</a:t>
              </a:r>
              <a:endParaRPr lang="es-ES_tradnl" noProof="0" dirty="0">
                <a:solidFill>
                  <a:schemeClr val="tx1"/>
                </a:solidFill>
              </a:endParaRPr>
            </a:p>
          </p:txBody>
        </p:sp>
        <p:sp>
          <p:nvSpPr>
            <p:cNvPr id="22" name="Flecha abajo 21"/>
            <p:cNvSpPr/>
            <p:nvPr/>
          </p:nvSpPr>
          <p:spPr bwMode="auto">
            <a:xfrm>
              <a:off x="914400" y="4495800"/>
              <a:ext cx="1219200" cy="438745"/>
            </a:xfrm>
            <a:prstGeom prst="downArrow">
              <a:avLst>
                <a:gd name="adj1" fmla="val 73457"/>
                <a:gd name="adj2" fmla="val 41061"/>
              </a:avLst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s-ES_tradnl" noProof="0" dirty="0">
                  <a:solidFill>
                    <a:schemeClr val="tx1"/>
                  </a:solidFill>
                </a:rPr>
                <a:t>&gt;&gt; 2</a:t>
              </a:r>
            </a:p>
          </p:txBody>
        </p:sp>
        <p:sp>
          <p:nvSpPr>
            <p:cNvPr id="23" name="Text Box 18"/>
            <p:cNvSpPr txBox="1">
              <a:spLocks noChangeArrowheads="1"/>
            </p:cNvSpPr>
            <p:nvPr/>
          </p:nvSpPr>
          <p:spPr bwMode="auto">
            <a:xfrm>
              <a:off x="2667746" y="3962400"/>
              <a:ext cx="380254" cy="1359346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0" tIns="0" rIns="0" bIns="0">
              <a:spAutoFit/>
            </a:bodyPr>
            <a:lstStyle/>
            <a:p>
              <a:pPr algn="r">
                <a:lnSpc>
                  <a:spcPct val="150000"/>
                </a:lnSpc>
              </a:pPr>
              <a:r>
                <a:rPr lang="es-ES_tradnl" noProof="0" dirty="0">
                  <a:solidFill>
                    <a:schemeClr val="tx1"/>
                  </a:solidFill>
                </a:rPr>
                <a:t>25</a:t>
              </a:r>
              <a:br>
                <a:rPr lang="es-ES_tradnl" noProof="0" dirty="0">
                  <a:solidFill>
                    <a:schemeClr val="tx1"/>
                  </a:solidFill>
                </a:rPr>
              </a:br>
              <a:r>
                <a:rPr lang="es-ES_tradnl" noProof="0" dirty="0">
                  <a:solidFill>
                    <a:schemeClr val="tx1"/>
                  </a:solidFill>
                </a:rPr>
                <a:t>/ 2</a:t>
              </a:r>
              <a:r>
                <a:rPr lang="es-ES_tradnl" b="1" baseline="30000" noProof="0" dirty="0">
                  <a:solidFill>
                    <a:schemeClr val="tx1"/>
                  </a:solidFill>
                </a:rPr>
                <a:t>2</a:t>
              </a:r>
              <a:br>
                <a:rPr lang="es-ES_tradnl" noProof="0" dirty="0">
                  <a:solidFill>
                    <a:schemeClr val="tx1"/>
                  </a:solidFill>
                </a:rPr>
              </a:br>
              <a:r>
                <a:rPr lang="es-ES_tradnl" noProof="0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24" name="Rectángulo 23"/>
            <p:cNvSpPr/>
            <p:nvPr/>
          </p:nvSpPr>
          <p:spPr>
            <a:xfrm>
              <a:off x="609600" y="4953000"/>
              <a:ext cx="1877713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s-ES_tradnl" b="1" noProof="0" dirty="0">
                  <a:solidFill>
                    <a:schemeClr val="tx1"/>
                  </a:solidFill>
                  <a:latin typeface="Courier New" pitchFamily="49" charset="0"/>
                </a:rPr>
                <a:t>0 0 0 1 1 0</a:t>
              </a:r>
              <a:endParaRPr lang="es-ES_tradnl" noProof="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7" name="Agrupar 24"/>
          <p:cNvGrpSpPr/>
          <p:nvPr/>
        </p:nvGrpSpPr>
        <p:grpSpPr>
          <a:xfrm>
            <a:off x="4800600" y="5010090"/>
            <a:ext cx="2438400" cy="1390710"/>
            <a:chOff x="609600" y="3962400"/>
            <a:chExt cx="2438400" cy="1390710"/>
          </a:xfrm>
        </p:grpSpPr>
        <p:sp>
          <p:nvSpPr>
            <p:cNvPr id="26" name="Rectángulo 25"/>
            <p:cNvSpPr/>
            <p:nvPr/>
          </p:nvSpPr>
          <p:spPr>
            <a:xfrm>
              <a:off x="609600" y="4019490"/>
              <a:ext cx="1877713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s-ES_tradnl" b="1" noProof="0" dirty="0">
                  <a:solidFill>
                    <a:schemeClr val="tx1"/>
                  </a:solidFill>
                  <a:latin typeface="Courier New" pitchFamily="49" charset="0"/>
                </a:rPr>
                <a:t>1 0 1 0 0 0</a:t>
              </a:r>
              <a:endParaRPr lang="es-ES_tradnl" noProof="0" dirty="0">
                <a:solidFill>
                  <a:schemeClr val="tx1"/>
                </a:solidFill>
              </a:endParaRPr>
            </a:p>
          </p:txBody>
        </p:sp>
        <p:sp>
          <p:nvSpPr>
            <p:cNvPr id="27" name="Flecha abajo 26"/>
            <p:cNvSpPr/>
            <p:nvPr/>
          </p:nvSpPr>
          <p:spPr bwMode="auto">
            <a:xfrm>
              <a:off x="914400" y="4495800"/>
              <a:ext cx="1219200" cy="438745"/>
            </a:xfrm>
            <a:prstGeom prst="downArrow">
              <a:avLst>
                <a:gd name="adj1" fmla="val 73457"/>
                <a:gd name="adj2" fmla="val 41061"/>
              </a:avLst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s-ES_tradnl" noProof="0" dirty="0">
                  <a:solidFill>
                    <a:schemeClr val="tx1"/>
                  </a:solidFill>
                </a:rPr>
                <a:t>&gt;&gt; 2</a:t>
              </a:r>
            </a:p>
          </p:txBody>
        </p:sp>
        <p:sp>
          <p:nvSpPr>
            <p:cNvPr id="28" name="Text Box 18"/>
            <p:cNvSpPr txBox="1">
              <a:spLocks noChangeArrowheads="1"/>
            </p:cNvSpPr>
            <p:nvPr/>
          </p:nvSpPr>
          <p:spPr bwMode="auto">
            <a:xfrm>
              <a:off x="2616450" y="3962400"/>
              <a:ext cx="431550" cy="1359346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0" tIns="0" rIns="0" bIns="0">
              <a:spAutoFit/>
            </a:bodyPr>
            <a:lstStyle/>
            <a:p>
              <a:pPr algn="r">
                <a:lnSpc>
                  <a:spcPct val="150000"/>
                </a:lnSpc>
              </a:pPr>
              <a:r>
                <a:rPr lang="es-ES_tradnl" noProof="0" dirty="0">
                  <a:solidFill>
                    <a:schemeClr val="tx1"/>
                  </a:solidFill>
                </a:rPr>
                <a:t>–24</a:t>
              </a:r>
              <a:br>
                <a:rPr lang="es-ES_tradnl" noProof="0" dirty="0">
                  <a:solidFill>
                    <a:schemeClr val="tx1"/>
                  </a:solidFill>
                </a:rPr>
              </a:br>
              <a:r>
                <a:rPr lang="es-ES_tradnl" noProof="0" dirty="0">
                  <a:solidFill>
                    <a:schemeClr val="tx1"/>
                  </a:solidFill>
                </a:rPr>
                <a:t>/ 2</a:t>
              </a:r>
              <a:r>
                <a:rPr lang="es-ES_tradnl" b="1" baseline="30000" noProof="0" dirty="0">
                  <a:solidFill>
                    <a:schemeClr val="tx1"/>
                  </a:solidFill>
                </a:rPr>
                <a:t>2</a:t>
              </a:r>
              <a:br>
                <a:rPr lang="es-ES_tradnl" noProof="0" dirty="0">
                  <a:solidFill>
                    <a:schemeClr val="tx1"/>
                  </a:solidFill>
                </a:rPr>
              </a:br>
              <a:r>
                <a:rPr lang="es-ES_tradnl" noProof="0" dirty="0">
                  <a:solidFill>
                    <a:schemeClr val="tx1"/>
                  </a:solidFill>
                </a:rPr>
                <a:t>–6</a:t>
              </a:r>
            </a:p>
          </p:txBody>
        </p:sp>
        <p:sp>
          <p:nvSpPr>
            <p:cNvPr id="29" name="Rectángulo 28"/>
            <p:cNvSpPr/>
            <p:nvPr/>
          </p:nvSpPr>
          <p:spPr>
            <a:xfrm>
              <a:off x="609600" y="4953000"/>
              <a:ext cx="1877713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s-ES_tradnl" b="1" noProof="0" dirty="0">
                  <a:solidFill>
                    <a:schemeClr val="tx1"/>
                  </a:solidFill>
                  <a:latin typeface="Courier New" pitchFamily="49" charset="0"/>
                </a:rPr>
                <a:t>1 1 1 0 1 0</a:t>
              </a:r>
              <a:endParaRPr lang="es-ES_tradnl" noProof="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8" name="Agrupar 29"/>
          <p:cNvGrpSpPr/>
          <p:nvPr/>
        </p:nvGrpSpPr>
        <p:grpSpPr>
          <a:xfrm>
            <a:off x="1066800" y="5010090"/>
            <a:ext cx="2438401" cy="1390710"/>
            <a:chOff x="609600" y="3962400"/>
            <a:chExt cx="2438401" cy="1390710"/>
          </a:xfrm>
        </p:grpSpPr>
        <p:sp>
          <p:nvSpPr>
            <p:cNvPr id="31" name="Rectángulo 30"/>
            <p:cNvSpPr/>
            <p:nvPr/>
          </p:nvSpPr>
          <p:spPr>
            <a:xfrm>
              <a:off x="609600" y="4019490"/>
              <a:ext cx="1877713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s-ES_tradnl" b="1" noProof="0" dirty="0">
                  <a:solidFill>
                    <a:schemeClr val="tx1"/>
                  </a:solidFill>
                  <a:latin typeface="Courier New" pitchFamily="49" charset="0"/>
                </a:rPr>
                <a:t>1 0 1 0 0 0</a:t>
              </a:r>
              <a:endParaRPr lang="es-ES_tradnl" noProof="0" dirty="0">
                <a:solidFill>
                  <a:schemeClr val="tx1"/>
                </a:solidFill>
              </a:endParaRPr>
            </a:p>
          </p:txBody>
        </p:sp>
        <p:sp>
          <p:nvSpPr>
            <p:cNvPr id="32" name="Flecha abajo 31"/>
            <p:cNvSpPr/>
            <p:nvPr/>
          </p:nvSpPr>
          <p:spPr bwMode="auto">
            <a:xfrm>
              <a:off x="914400" y="4495800"/>
              <a:ext cx="1219200" cy="438745"/>
            </a:xfrm>
            <a:prstGeom prst="downArrow">
              <a:avLst>
                <a:gd name="adj1" fmla="val 73457"/>
                <a:gd name="adj2" fmla="val 41061"/>
              </a:avLst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s-ES_tradnl" noProof="0" dirty="0">
                  <a:solidFill>
                    <a:schemeClr val="tx1"/>
                  </a:solidFill>
                </a:rPr>
                <a:t>&gt;&gt; 2</a:t>
              </a:r>
            </a:p>
          </p:txBody>
        </p:sp>
        <p:sp>
          <p:nvSpPr>
            <p:cNvPr id="33" name="Text Box 18"/>
            <p:cNvSpPr txBox="1">
              <a:spLocks noChangeArrowheads="1"/>
            </p:cNvSpPr>
            <p:nvPr/>
          </p:nvSpPr>
          <p:spPr bwMode="auto">
            <a:xfrm>
              <a:off x="2669692" y="3962400"/>
              <a:ext cx="378309" cy="132799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0" tIns="0" rIns="0" bIns="0">
              <a:spAutoFit/>
            </a:bodyPr>
            <a:lstStyle/>
            <a:p>
              <a:pPr algn="r">
                <a:lnSpc>
                  <a:spcPct val="150000"/>
                </a:lnSpc>
              </a:pPr>
              <a:r>
                <a:rPr lang="es-ES_tradnl" noProof="0" dirty="0">
                  <a:solidFill>
                    <a:schemeClr val="tx1"/>
                  </a:solidFill>
                </a:rPr>
                <a:t>40</a:t>
              </a:r>
              <a:br>
                <a:rPr lang="es-ES_tradnl" noProof="0" dirty="0">
                  <a:solidFill>
                    <a:schemeClr val="tx1"/>
                  </a:solidFill>
                </a:rPr>
              </a:br>
              <a:r>
                <a:rPr lang="es-ES_tradnl" noProof="0" dirty="0">
                  <a:solidFill>
                    <a:schemeClr val="tx1"/>
                  </a:solidFill>
                </a:rPr>
                <a:t>/ 2</a:t>
              </a:r>
              <a:r>
                <a:rPr lang="es-ES_tradnl" b="1" baseline="30000" noProof="0" dirty="0">
                  <a:solidFill>
                    <a:schemeClr val="tx1"/>
                  </a:solidFill>
                </a:rPr>
                <a:t>2</a:t>
              </a:r>
              <a:br>
                <a:rPr lang="es-ES_tradnl" noProof="0" dirty="0">
                  <a:solidFill>
                    <a:schemeClr val="tx1"/>
                  </a:solidFill>
                </a:rPr>
              </a:br>
              <a:r>
                <a:rPr lang="es-ES_tradnl" noProof="0" dirty="0">
                  <a:solidFill>
                    <a:schemeClr val="tx1"/>
                  </a:solidFill>
                </a:rPr>
                <a:t>10</a:t>
              </a:r>
            </a:p>
          </p:txBody>
        </p:sp>
        <p:sp>
          <p:nvSpPr>
            <p:cNvPr id="34" name="Rectángulo 33"/>
            <p:cNvSpPr/>
            <p:nvPr/>
          </p:nvSpPr>
          <p:spPr>
            <a:xfrm>
              <a:off x="609600" y="4953000"/>
              <a:ext cx="1877713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s-ES_tradnl" b="1" noProof="0" dirty="0">
                  <a:solidFill>
                    <a:schemeClr val="tx1"/>
                  </a:solidFill>
                  <a:latin typeface="Courier New" pitchFamily="49" charset="0"/>
                </a:rPr>
                <a:t>0 0 1 0 1 0</a:t>
              </a:r>
              <a:endParaRPr lang="es-ES_tradnl" noProof="0" dirty="0">
                <a:solidFill>
                  <a:schemeClr val="tx1"/>
                </a:solidFill>
              </a:endParaRPr>
            </a:p>
          </p:txBody>
        </p:sp>
      </p:grpSp>
      <p:sp>
        <p:nvSpPr>
          <p:cNvPr id="36" name="CuadroTexto 35"/>
          <p:cNvSpPr txBox="1"/>
          <p:nvPr/>
        </p:nvSpPr>
        <p:spPr>
          <a:xfrm>
            <a:off x="1071538" y="2571744"/>
            <a:ext cx="280758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_tradnl" noProof="0" dirty="0">
                <a:solidFill>
                  <a:srgbClr val="FF0000"/>
                </a:solidFill>
              </a:rPr>
              <a:t>Sin signo:</a:t>
            </a:r>
          </a:p>
          <a:p>
            <a:pPr algn="ctr"/>
            <a:r>
              <a:rPr lang="es-ES_tradnl" noProof="0" dirty="0">
                <a:solidFill>
                  <a:srgbClr val="FF0000"/>
                </a:solidFill>
              </a:rPr>
              <a:t>desplazamiento </a:t>
            </a:r>
            <a:r>
              <a:rPr lang="es-ES_tradnl" b="1" noProof="0" dirty="0">
                <a:solidFill>
                  <a:srgbClr val="FF0000"/>
                </a:solidFill>
              </a:rPr>
              <a:t>lógico</a:t>
            </a:r>
          </a:p>
        </p:txBody>
      </p:sp>
      <p:sp>
        <p:nvSpPr>
          <p:cNvPr id="40" name="CuadroTexto 39"/>
          <p:cNvSpPr txBox="1"/>
          <p:nvPr/>
        </p:nvSpPr>
        <p:spPr>
          <a:xfrm>
            <a:off x="4714876" y="2571744"/>
            <a:ext cx="327821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_tradnl" noProof="0" dirty="0">
                <a:solidFill>
                  <a:srgbClr val="FF0000"/>
                </a:solidFill>
              </a:rPr>
              <a:t>Con signo:</a:t>
            </a:r>
          </a:p>
          <a:p>
            <a:r>
              <a:rPr lang="es-ES_tradnl" noProof="0" dirty="0">
                <a:solidFill>
                  <a:srgbClr val="FF0000"/>
                </a:solidFill>
              </a:rPr>
              <a:t>desplazamiento </a:t>
            </a:r>
            <a:r>
              <a:rPr lang="es-ES_tradnl" b="1" noProof="0" dirty="0">
                <a:solidFill>
                  <a:srgbClr val="FF0000"/>
                </a:solidFill>
              </a:rPr>
              <a:t>aritmético</a:t>
            </a:r>
          </a:p>
        </p:txBody>
      </p:sp>
      <p:cxnSp>
        <p:nvCxnSpPr>
          <p:cNvPr id="46" name="Conector recto 45"/>
          <p:cNvCxnSpPr/>
          <p:nvPr/>
        </p:nvCxnSpPr>
        <p:spPr bwMode="auto">
          <a:xfrm>
            <a:off x="990600" y="3276600"/>
            <a:ext cx="7010400" cy="1588"/>
          </a:xfrm>
          <a:prstGeom prst="line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5" name="34 Conector recto"/>
          <p:cNvCxnSpPr/>
          <p:nvPr/>
        </p:nvCxnSpPr>
        <p:spPr bwMode="auto">
          <a:xfrm>
            <a:off x="2928926" y="4143380"/>
            <a:ext cx="714380" cy="1588"/>
          </a:xfrm>
          <a:prstGeom prst="line">
            <a:avLst/>
          </a:prstGeom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7" name="36 Conector recto"/>
          <p:cNvCxnSpPr/>
          <p:nvPr/>
        </p:nvCxnSpPr>
        <p:spPr bwMode="auto">
          <a:xfrm>
            <a:off x="6786578" y="4143380"/>
            <a:ext cx="714380" cy="1588"/>
          </a:xfrm>
          <a:prstGeom prst="line">
            <a:avLst/>
          </a:prstGeom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8" name="37 Conector recto"/>
          <p:cNvCxnSpPr/>
          <p:nvPr/>
        </p:nvCxnSpPr>
        <p:spPr bwMode="auto">
          <a:xfrm>
            <a:off x="3000364" y="5929330"/>
            <a:ext cx="714380" cy="1588"/>
          </a:xfrm>
          <a:prstGeom prst="line">
            <a:avLst/>
          </a:prstGeom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9" name="38 Conector recto"/>
          <p:cNvCxnSpPr/>
          <p:nvPr/>
        </p:nvCxnSpPr>
        <p:spPr bwMode="auto">
          <a:xfrm>
            <a:off x="6715140" y="5929330"/>
            <a:ext cx="714380" cy="1588"/>
          </a:xfrm>
          <a:prstGeom prst="line">
            <a:avLst/>
          </a:prstGeom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1F5534-AEB7-9319-736E-5C518FD2D0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F6350E5C-2815-8561-5DA0-3E88F77B4C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Fundamentos</a:t>
            </a:r>
            <a:endParaRPr lang="en-US" dirty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BD52AD9-88FC-AA4B-F42D-0A30C83DA8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_tradnl" dirty="0"/>
              <a:t>Los compiladores evitan las operaciones de multiplicación siempre que es posible</a:t>
            </a:r>
          </a:p>
          <a:p>
            <a:r>
              <a:rPr lang="es-ES_tradnl" dirty="0"/>
              <a:t>Multiplicación por constantes cortas</a:t>
            </a:r>
          </a:p>
          <a:p>
            <a:endParaRPr lang="en-US" dirty="0"/>
          </a:p>
        </p:txBody>
      </p:sp>
      <p:sp>
        <p:nvSpPr>
          <p:cNvPr id="2" name="Redondear rectángulo de esquina sencilla 4">
            <a:extLst>
              <a:ext uri="{FF2B5EF4-FFF2-40B4-BE49-F238E27FC236}">
                <a16:creationId xmlns:a16="http://schemas.microsoft.com/office/drawing/2014/main" id="{43265DBF-D045-808C-4BE6-5FF3B5A0E3D1}"/>
              </a:ext>
            </a:extLst>
          </p:cNvPr>
          <p:cNvSpPr/>
          <p:nvPr/>
        </p:nvSpPr>
        <p:spPr bwMode="auto">
          <a:xfrm>
            <a:off x="755576" y="2708920"/>
            <a:ext cx="3672408" cy="2016224"/>
          </a:xfrm>
          <a:prstGeom prst="round1Rect">
            <a:avLst>
              <a:gd name="adj" fmla="val 8274"/>
            </a:avLst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  <a:headEnd type="none" w="med" len="med"/>
            <a:tailEnd type="none" w="med" len="med"/>
          </a:ln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vert="horz" wrap="square" lIns="108000" tIns="46800" rIns="108000" bIns="46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ES_tradnl" sz="1800" b="1" noProof="0" dirty="0" err="1">
                <a:solidFill>
                  <a:schemeClr val="accent2">
                    <a:lumMod val="10000"/>
                  </a:schemeClr>
                </a:solidFill>
                <a:latin typeface="Courier New"/>
                <a:cs typeface="Courier New"/>
              </a:rPr>
              <a:t>int</a:t>
            </a:r>
            <a:r>
              <a:rPr lang="es-ES_tradnl" sz="1800" b="1" noProof="0" dirty="0">
                <a:solidFill>
                  <a:schemeClr val="accent2">
                    <a:lumMod val="10000"/>
                  </a:schemeClr>
                </a:solidFill>
                <a:latin typeface="Courier New"/>
                <a:cs typeface="Courier New"/>
              </a:rPr>
              <a:t> </a:t>
            </a:r>
            <a:r>
              <a:rPr lang="es-ES_tradnl" sz="1800" b="1" noProof="0" dirty="0" err="1">
                <a:solidFill>
                  <a:schemeClr val="accent2">
                    <a:lumMod val="10000"/>
                  </a:schemeClr>
                </a:solidFill>
                <a:latin typeface="Courier New"/>
                <a:cs typeface="Courier New"/>
              </a:rPr>
              <a:t>a,b,c,d</a:t>
            </a:r>
            <a:r>
              <a:rPr lang="es-ES_tradnl" sz="1800" b="1" noProof="0" dirty="0">
                <a:solidFill>
                  <a:schemeClr val="accent2">
                    <a:lumMod val="10000"/>
                  </a:schemeClr>
                </a:solidFill>
                <a:latin typeface="Courier New"/>
                <a:cs typeface="Courier New"/>
              </a:rPr>
              <a:t>;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_tradnl" sz="1800" b="1" u="none" strike="noStrike" cap="none" normalizeH="0" noProof="0" dirty="0">
                <a:ln>
                  <a:noFill/>
                </a:ln>
                <a:solidFill>
                  <a:schemeClr val="accent2">
                    <a:lumMod val="10000"/>
                  </a:schemeClr>
                </a:solidFill>
                <a:effectLst/>
                <a:latin typeface="Courier New"/>
                <a:cs typeface="Courier New"/>
              </a:rPr>
              <a:t>a = a*2; 	// 2=2</a:t>
            </a:r>
            <a:r>
              <a:rPr lang="es-ES_tradnl" sz="1800" b="1" baseline="30000" noProof="0" dirty="0">
                <a:solidFill>
                  <a:schemeClr val="accent2">
                    <a:lumMod val="10000"/>
                  </a:schemeClr>
                </a:solidFill>
                <a:latin typeface="Courier New"/>
                <a:cs typeface="Courier New"/>
              </a:rPr>
              <a:t>1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ES_tradnl" sz="1800" b="1" noProof="0" dirty="0">
                <a:solidFill>
                  <a:schemeClr val="accent2">
                    <a:lumMod val="10000"/>
                  </a:schemeClr>
                </a:solidFill>
                <a:latin typeface="Courier New"/>
                <a:cs typeface="Courier New"/>
              </a:rPr>
              <a:t>b = b*8;	// 8=2</a:t>
            </a:r>
            <a:r>
              <a:rPr lang="es-ES_tradnl" sz="1800" b="1" baseline="30000" noProof="0" dirty="0">
                <a:solidFill>
                  <a:schemeClr val="accent2">
                    <a:lumMod val="10000"/>
                  </a:schemeClr>
                </a:solidFill>
                <a:latin typeface="Courier New"/>
                <a:cs typeface="Courier New"/>
              </a:rPr>
              <a:t>3</a:t>
            </a:r>
            <a:endParaRPr kumimoji="0" lang="es-ES_tradnl" sz="1800" b="1" u="none" strike="noStrike" cap="none" normalizeH="0" baseline="30000" noProof="0" dirty="0">
              <a:ln>
                <a:noFill/>
              </a:ln>
              <a:solidFill>
                <a:schemeClr val="accent2">
                  <a:lumMod val="10000"/>
                </a:schemeClr>
              </a:solidFill>
              <a:effectLst/>
              <a:latin typeface="Courier New"/>
              <a:cs typeface="Courier New"/>
            </a:endParaRPr>
          </a:p>
          <a:p>
            <a:r>
              <a:rPr lang="es-ES_tradnl" sz="1800" b="1" noProof="0" dirty="0">
                <a:solidFill>
                  <a:schemeClr val="accent2">
                    <a:lumMod val="10000"/>
                  </a:schemeClr>
                </a:solidFill>
                <a:latin typeface="Courier New"/>
                <a:cs typeface="Courier New"/>
              </a:rPr>
              <a:t>c = c*1024;	// 1024=2</a:t>
            </a:r>
            <a:r>
              <a:rPr lang="es-ES_tradnl" sz="1800" b="1" baseline="30000" noProof="0" dirty="0">
                <a:solidFill>
                  <a:schemeClr val="accent2">
                    <a:lumMod val="10000"/>
                  </a:schemeClr>
                </a:solidFill>
                <a:latin typeface="Courier New"/>
                <a:cs typeface="Courier New"/>
              </a:rPr>
              <a:t>10</a:t>
            </a:r>
          </a:p>
          <a:p>
            <a:r>
              <a:rPr lang="es-ES_tradnl" sz="1800" b="1" noProof="0" dirty="0">
                <a:solidFill>
                  <a:schemeClr val="accent2">
                    <a:lumMod val="10000"/>
                  </a:schemeClr>
                </a:solidFill>
                <a:latin typeface="Courier New"/>
                <a:cs typeface="Courier New"/>
              </a:rPr>
              <a:t>d = d*5 	// 5=2</a:t>
            </a:r>
            <a:r>
              <a:rPr lang="es-ES_tradnl" sz="1800" b="1" baseline="30000" noProof="0" dirty="0">
                <a:solidFill>
                  <a:schemeClr val="accent2">
                    <a:lumMod val="10000"/>
                  </a:schemeClr>
                </a:solidFill>
                <a:latin typeface="Courier New"/>
                <a:cs typeface="Courier New"/>
              </a:rPr>
              <a:t>2</a:t>
            </a:r>
            <a:r>
              <a:rPr lang="es-ES_tradnl" sz="1800" b="1" noProof="0" dirty="0">
                <a:solidFill>
                  <a:schemeClr val="accent2">
                    <a:lumMod val="10000"/>
                  </a:schemeClr>
                </a:solidFill>
                <a:latin typeface="Courier New"/>
                <a:cs typeface="Courier New"/>
              </a:rPr>
              <a:t>+1</a:t>
            </a:r>
            <a:endParaRPr kumimoji="0" lang="es-ES_tradnl" sz="1800" b="1" u="none" strike="noStrike" cap="none" normalizeH="0" noProof="0" dirty="0">
              <a:ln>
                <a:noFill/>
              </a:ln>
              <a:solidFill>
                <a:schemeClr val="accent2">
                  <a:lumMod val="10000"/>
                </a:schemeClr>
              </a:solidFill>
              <a:effectLst/>
              <a:latin typeface="Courier New"/>
              <a:cs typeface="Courier New"/>
            </a:endParaRPr>
          </a:p>
        </p:txBody>
      </p:sp>
      <p:graphicFrame>
        <p:nvGraphicFramePr>
          <p:cNvPr id="5" name="Tabla 6">
            <a:extLst>
              <a:ext uri="{FF2B5EF4-FFF2-40B4-BE49-F238E27FC236}">
                <a16:creationId xmlns:a16="http://schemas.microsoft.com/office/drawing/2014/main" id="{0A08E7F8-37E2-76E6-7E04-2E94CEC74C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7295949"/>
              </p:ext>
            </p:extLst>
          </p:nvPr>
        </p:nvGraphicFramePr>
        <p:xfrm>
          <a:off x="5724128" y="2400800"/>
          <a:ext cx="2880320" cy="445008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88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ES_tradnl" b="1" noProof="0" dirty="0" err="1">
                          <a:latin typeface="Courier New" pitchFamily="49" charset="0"/>
                          <a:cs typeface="Courier New" pitchFamily="49" charset="0"/>
                        </a:rPr>
                        <a:t>lw</a:t>
                      </a:r>
                      <a:r>
                        <a:rPr lang="es-ES_tradnl" b="1" baseline="0" noProof="0" dirty="0">
                          <a:latin typeface="Courier New" pitchFamily="49" charset="0"/>
                          <a:cs typeface="Courier New" pitchFamily="49" charset="0"/>
                        </a:rPr>
                        <a:t> t0, a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_tradnl" b="1" noProof="0" dirty="0" err="1">
                          <a:latin typeface="Courier New" pitchFamily="49" charset="0"/>
                          <a:cs typeface="Courier New" pitchFamily="49" charset="0"/>
                        </a:rPr>
                        <a:t>lw</a:t>
                      </a:r>
                      <a:r>
                        <a:rPr lang="es-ES_tradnl" b="1" baseline="0" noProof="0" dirty="0">
                          <a:latin typeface="Courier New" pitchFamily="49" charset="0"/>
                          <a:cs typeface="Courier New" pitchFamily="49" charset="0"/>
                        </a:rPr>
                        <a:t> t1, b</a:t>
                      </a:r>
                      <a:endParaRPr lang="es-ES_tradnl" b="1" noProof="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_tradnl" b="1" noProof="0" dirty="0" err="1">
                          <a:latin typeface="Courier New" pitchFamily="49" charset="0"/>
                          <a:cs typeface="Courier New" pitchFamily="49" charset="0"/>
                        </a:rPr>
                        <a:t>lw</a:t>
                      </a:r>
                      <a:r>
                        <a:rPr lang="es-ES_tradnl" b="1" baseline="0" noProof="0" dirty="0">
                          <a:latin typeface="Courier New" pitchFamily="49" charset="0"/>
                          <a:cs typeface="Courier New" pitchFamily="49" charset="0"/>
                        </a:rPr>
                        <a:t> t2, c</a:t>
                      </a:r>
                      <a:endParaRPr lang="es-ES_tradnl" b="1" noProof="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_tradnl" b="1" noProof="0" dirty="0" err="1">
                          <a:latin typeface="Courier New" pitchFamily="49" charset="0"/>
                          <a:cs typeface="Courier New" pitchFamily="49" charset="0"/>
                        </a:rPr>
                        <a:t>lw</a:t>
                      </a:r>
                      <a:r>
                        <a:rPr lang="es-ES_tradnl" b="1" noProof="0" dirty="0">
                          <a:latin typeface="Courier New" pitchFamily="49" charset="0"/>
                          <a:cs typeface="Courier New" pitchFamily="49" charset="0"/>
                        </a:rPr>
                        <a:t> t3, d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_tradnl" b="1" noProof="0" dirty="0" err="1">
                          <a:latin typeface="Courier New" pitchFamily="49" charset="0"/>
                          <a:cs typeface="Courier New" pitchFamily="49" charset="0"/>
                        </a:rPr>
                        <a:t>add</a:t>
                      </a:r>
                      <a:r>
                        <a:rPr lang="es-ES_tradnl" b="1" noProof="0" dirty="0">
                          <a:latin typeface="Courier New" pitchFamily="49" charset="0"/>
                          <a:cs typeface="Courier New" pitchFamily="49" charset="0"/>
                        </a:rPr>
                        <a:t> t0,</a:t>
                      </a:r>
                      <a:r>
                        <a:rPr lang="es-ES_tradnl" b="1" baseline="0" noProof="0" dirty="0">
                          <a:latin typeface="Courier New" pitchFamily="49" charset="0"/>
                          <a:cs typeface="Courier New" pitchFamily="49" charset="0"/>
                        </a:rPr>
                        <a:t> t0, t0</a:t>
                      </a:r>
                      <a:endParaRPr lang="es-ES_tradnl" b="1" noProof="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_tradnl" b="1" noProof="0" dirty="0" err="1">
                          <a:latin typeface="Courier New" pitchFamily="49" charset="0"/>
                          <a:cs typeface="Courier New" pitchFamily="49" charset="0"/>
                        </a:rPr>
                        <a:t>sll</a:t>
                      </a:r>
                      <a:r>
                        <a:rPr lang="es-ES_tradnl" b="1" noProof="0" dirty="0">
                          <a:latin typeface="Courier New" pitchFamily="49" charset="0"/>
                          <a:cs typeface="Courier New" pitchFamily="49" charset="0"/>
                        </a:rPr>
                        <a:t> t1, t1, 3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_tradnl" b="1" noProof="0" dirty="0" err="1">
                          <a:latin typeface="Courier New" pitchFamily="49" charset="0"/>
                          <a:cs typeface="Courier New" pitchFamily="49" charset="0"/>
                        </a:rPr>
                        <a:t>sll</a:t>
                      </a:r>
                      <a:r>
                        <a:rPr lang="es-ES_tradnl" b="1" noProof="0" dirty="0">
                          <a:latin typeface="Courier New" pitchFamily="49" charset="0"/>
                          <a:cs typeface="Courier New" pitchFamily="49" charset="0"/>
                        </a:rPr>
                        <a:t> t2,</a:t>
                      </a:r>
                      <a:r>
                        <a:rPr lang="es-ES_tradnl" b="1" baseline="0" noProof="0" dirty="0">
                          <a:latin typeface="Courier New" pitchFamily="49" charset="0"/>
                          <a:cs typeface="Courier New" pitchFamily="49" charset="0"/>
                        </a:rPr>
                        <a:t> t2, 10</a:t>
                      </a:r>
                      <a:endParaRPr lang="es-ES_tradnl" b="1" noProof="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_tradnl" b="1" noProof="0" dirty="0" err="1">
                          <a:latin typeface="Courier New" pitchFamily="49" charset="0"/>
                          <a:cs typeface="Courier New" pitchFamily="49" charset="0"/>
                        </a:rPr>
                        <a:t>sll</a:t>
                      </a:r>
                      <a:r>
                        <a:rPr lang="es-ES_tradnl" b="1" noProof="0" dirty="0">
                          <a:latin typeface="Courier New" pitchFamily="49" charset="0"/>
                          <a:cs typeface="Courier New" pitchFamily="49" charset="0"/>
                        </a:rPr>
                        <a:t> t4, t3,</a:t>
                      </a:r>
                      <a:r>
                        <a:rPr lang="es-ES_tradnl" b="1" baseline="0" noProof="0" dirty="0">
                          <a:latin typeface="Courier New" pitchFamily="49" charset="0"/>
                          <a:cs typeface="Courier New" pitchFamily="49" charset="0"/>
                        </a:rPr>
                        <a:t> 2</a:t>
                      </a:r>
                      <a:endParaRPr lang="es-ES_tradnl" b="1" noProof="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_tradnl" b="1" noProof="0" dirty="0" err="1">
                          <a:latin typeface="Courier New" pitchFamily="49" charset="0"/>
                          <a:cs typeface="Courier New" pitchFamily="49" charset="0"/>
                        </a:rPr>
                        <a:t>add</a:t>
                      </a:r>
                      <a:r>
                        <a:rPr lang="es-ES_tradnl" b="1" baseline="0" noProof="0" dirty="0">
                          <a:latin typeface="Courier New" pitchFamily="49" charset="0"/>
                          <a:cs typeface="Courier New" pitchFamily="49" charset="0"/>
                        </a:rPr>
                        <a:t> t3, t3, t4</a:t>
                      </a:r>
                      <a:endParaRPr lang="es-ES_tradnl" b="1" noProof="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_tradnl" b="1" noProof="0" dirty="0" err="1">
                          <a:latin typeface="Courier New" pitchFamily="49" charset="0"/>
                          <a:cs typeface="Courier New" pitchFamily="49" charset="0"/>
                        </a:rPr>
                        <a:t>sw</a:t>
                      </a:r>
                      <a:r>
                        <a:rPr lang="es-ES_tradnl" b="1" noProof="0" dirty="0">
                          <a:latin typeface="Courier New" pitchFamily="49" charset="0"/>
                          <a:cs typeface="Courier New" pitchFamily="49" charset="0"/>
                        </a:rPr>
                        <a:t> t0,</a:t>
                      </a:r>
                      <a:r>
                        <a:rPr lang="es-ES_tradnl" b="1" baseline="0" noProof="0" dirty="0">
                          <a:latin typeface="Courier New" pitchFamily="49" charset="0"/>
                          <a:cs typeface="Courier New" pitchFamily="49" charset="0"/>
                        </a:rPr>
                        <a:t> a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_tradnl" b="1" baseline="0" noProof="0" dirty="0" err="1">
                          <a:latin typeface="Courier New" pitchFamily="49" charset="0"/>
                          <a:cs typeface="Courier New" pitchFamily="49" charset="0"/>
                        </a:rPr>
                        <a:t>sw</a:t>
                      </a:r>
                      <a:r>
                        <a:rPr lang="es-ES_tradnl" b="1" baseline="0" noProof="0" dirty="0">
                          <a:latin typeface="Courier New" pitchFamily="49" charset="0"/>
                          <a:cs typeface="Courier New" pitchFamily="49" charset="0"/>
                        </a:rPr>
                        <a:t> t1, b</a:t>
                      </a:r>
                      <a:endParaRPr lang="es-ES_tradnl" b="1" noProof="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_tradnl" b="1" noProof="0" dirty="0">
                          <a:latin typeface="Courier New" pitchFamily="49" charset="0"/>
                          <a:cs typeface="Courier New" pitchFamily="49" charset="0"/>
                        </a:rPr>
                        <a:t>...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6" name="Marcador de número de diapositiva 3">
            <a:extLst>
              <a:ext uri="{FF2B5EF4-FFF2-40B4-BE49-F238E27FC236}">
                <a16:creationId xmlns:a16="http://schemas.microsoft.com/office/drawing/2014/main" id="{092CA458-6F51-52AF-D4C5-C8D16819CE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86800" y="6529388"/>
            <a:ext cx="457200" cy="328612"/>
          </a:xfrm>
        </p:spPr>
        <p:txBody>
          <a:bodyPr/>
          <a:lstStyle/>
          <a:p>
            <a:fld id="{165D9AA3-C110-4682-A7ED-0B7E64F42347}" type="slidenum">
              <a:rPr lang="es-ES_tradnl" noProof="0" smtClean="0"/>
              <a:pPr/>
              <a:t>40</a:t>
            </a:fld>
            <a:endParaRPr lang="es-ES_tradnl" noProof="0" dirty="0"/>
          </a:p>
        </p:txBody>
      </p:sp>
    </p:spTree>
    <p:extLst>
      <p:ext uri="{BB962C8B-B14F-4D97-AF65-F5344CB8AC3E}">
        <p14:creationId xmlns:p14="http://schemas.microsoft.com/office/powerpoint/2010/main" val="106584493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71B1CE-1AB7-62A6-8AD2-CEBE77F664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A2B3DF2D-7050-D196-8B37-8AFE735902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Fundamentos</a:t>
            </a:r>
            <a:endParaRPr lang="en-US" dirty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5F3123B-D312-5132-A99D-620C9E163C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_tradnl" dirty="0"/>
              <a:t>Anatomía de la multiplicación sin signo</a:t>
            </a:r>
          </a:p>
          <a:p>
            <a:pPr lvl="1"/>
            <a:r>
              <a:rPr lang="es-ES_tradnl" dirty="0"/>
              <a:t>En general, para representar el producto de dos números de </a:t>
            </a:r>
            <a:r>
              <a:rPr lang="es-ES_tradnl" i="1" dirty="0"/>
              <a:t>n </a:t>
            </a:r>
            <a:r>
              <a:rPr lang="es-ES_tradnl" dirty="0"/>
              <a:t>bits hacen falta 2</a:t>
            </a:r>
            <a:r>
              <a:rPr lang="es-ES_tradnl" i="1" dirty="0"/>
              <a:t>n</a:t>
            </a:r>
            <a:r>
              <a:rPr lang="es-ES_tradnl" dirty="0"/>
              <a:t> bits</a:t>
            </a:r>
          </a:p>
          <a:p>
            <a:pPr lvl="1"/>
            <a:r>
              <a:rPr lang="es-ES_tradnl" dirty="0"/>
              <a:t>El procedimiento </a:t>
            </a:r>
            <a:r>
              <a:rPr lang="es-ES_tradnl" i="1" dirty="0"/>
              <a:t>humano </a:t>
            </a:r>
            <a:r>
              <a:rPr lang="es-ES_tradnl" dirty="0"/>
              <a:t>se basa en sumas y desplazamientos </a:t>
            </a:r>
          </a:p>
          <a:p>
            <a:endParaRPr lang="en-US" dirty="0"/>
          </a:p>
        </p:txBody>
      </p:sp>
      <p:sp>
        <p:nvSpPr>
          <p:cNvPr id="2" name="Rectangle 6">
            <a:extLst>
              <a:ext uri="{FF2B5EF4-FFF2-40B4-BE49-F238E27FC236}">
                <a16:creationId xmlns:a16="http://schemas.microsoft.com/office/drawing/2014/main" id="{BFBF47A6-4767-9A4B-E81A-827318C8DB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29050" y="2990197"/>
            <a:ext cx="702115" cy="3391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pPr algn="l" defTabSz="762000"/>
            <a:r>
              <a:rPr lang="es-ES_tradnl" sz="1600" noProof="0" dirty="0">
                <a:solidFill>
                  <a:schemeClr val="tx1"/>
                </a:solidFill>
              </a:rPr>
              <a:t>(13</a:t>
            </a:r>
            <a:r>
              <a:rPr lang="es-ES_tradnl" sz="1600" baseline="-25000" noProof="0" dirty="0">
                <a:solidFill>
                  <a:schemeClr val="tx1"/>
                </a:solidFill>
              </a:rPr>
              <a:t>10</a:t>
            </a:r>
            <a:r>
              <a:rPr lang="es-ES_tradnl" sz="1600" noProof="0" dirty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5" name="Rectangle 13">
            <a:extLst>
              <a:ext uri="{FF2B5EF4-FFF2-40B4-BE49-F238E27FC236}">
                <a16:creationId xmlns:a16="http://schemas.microsoft.com/office/drawing/2014/main" id="{EDB48B37-A6F0-1D98-9998-6DE9899F6B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0" y="3477560"/>
            <a:ext cx="652423" cy="3699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pPr algn="l" defTabSz="762000"/>
            <a:r>
              <a:rPr lang="es-ES_tradnl" sz="1800" noProof="0" dirty="0">
                <a:solidFill>
                  <a:schemeClr val="tx1"/>
                </a:solidFill>
              </a:rPr>
              <a:t> </a:t>
            </a:r>
            <a:r>
              <a:rPr lang="es-ES_tradnl" sz="1600" noProof="0" dirty="0">
                <a:solidFill>
                  <a:schemeClr val="tx1"/>
                </a:solidFill>
              </a:rPr>
              <a:t>(9</a:t>
            </a:r>
            <a:r>
              <a:rPr lang="es-ES_tradnl" sz="1600" baseline="-25000" noProof="0" dirty="0">
                <a:solidFill>
                  <a:schemeClr val="tx1"/>
                </a:solidFill>
              </a:rPr>
              <a:t>10</a:t>
            </a:r>
            <a:r>
              <a:rPr lang="es-ES_tradnl" sz="1600" noProof="0" dirty="0">
                <a:solidFill>
                  <a:schemeClr val="tx1"/>
                </a:solidFill>
              </a:rPr>
              <a:t>)</a:t>
            </a:r>
          </a:p>
        </p:txBody>
      </p:sp>
      <p:graphicFrame>
        <p:nvGraphicFramePr>
          <p:cNvPr id="6" name="Object 85">
            <a:extLst>
              <a:ext uri="{FF2B5EF4-FFF2-40B4-BE49-F238E27FC236}">
                <a16:creationId xmlns:a16="http://schemas.microsoft.com/office/drawing/2014/main" id="{42C4B585-1B87-00D9-D34F-AB8FFEA3C73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53503439"/>
              </p:ext>
            </p:extLst>
          </p:nvPr>
        </p:nvGraphicFramePr>
        <p:xfrm>
          <a:off x="4921250" y="4260197"/>
          <a:ext cx="2859091" cy="106839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3" imgW="2108200" imgH="787400" progId="Equation.3">
                  <p:embed/>
                </p:oleObj>
              </mc:Choice>
              <mc:Fallback>
                <p:oleObj name="Ecuación" r:id="rId3" imgW="2108200" imgH="787400" progId="Equation.3">
                  <p:embed/>
                  <p:pic>
                    <p:nvPicPr>
                      <p:cNvPr id="326741" name="Object 8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21250" y="4260197"/>
                        <a:ext cx="2859091" cy="1068398"/>
                      </a:xfrm>
                      <a:prstGeom prst="rect">
                        <a:avLst/>
                      </a:prstGeom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ln w="9525">
                        <a:solidFill>
                          <a:schemeClr val="accent2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 Box 88">
            <a:extLst>
              <a:ext uri="{FF2B5EF4-FFF2-40B4-BE49-F238E27FC236}">
                <a16:creationId xmlns:a16="http://schemas.microsoft.com/office/drawing/2014/main" id="{2DD48DF0-080E-5928-9B3B-6CFCF9E912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2400" y="5561887"/>
            <a:ext cx="4648200" cy="338554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pPr defTabSz="762000"/>
            <a:r>
              <a:rPr lang="es-ES_tradnl" sz="1600" noProof="0" dirty="0">
                <a:solidFill>
                  <a:schemeClr val="tx1"/>
                </a:solidFill>
              </a:rPr>
              <a:t>(117</a:t>
            </a:r>
            <a:r>
              <a:rPr lang="es-ES_tradnl" sz="1600" baseline="-25000" noProof="0" dirty="0">
                <a:solidFill>
                  <a:schemeClr val="tx1"/>
                </a:solidFill>
              </a:rPr>
              <a:t>10</a:t>
            </a:r>
            <a:r>
              <a:rPr lang="es-ES_tradnl" sz="1600" noProof="0" dirty="0">
                <a:solidFill>
                  <a:schemeClr val="tx1"/>
                </a:solidFill>
              </a:rPr>
              <a:t>)</a:t>
            </a:r>
            <a:r>
              <a:rPr lang="es-ES_tradnl" sz="1400" noProof="0" dirty="0">
                <a:solidFill>
                  <a:schemeClr val="tx1"/>
                </a:solidFill>
              </a:rPr>
              <a:t> = 1101</a:t>
            </a:r>
            <a:r>
              <a:rPr lang="es-ES_tradnl" sz="1400" baseline="-25000" noProof="0" dirty="0">
                <a:solidFill>
                  <a:schemeClr val="tx1"/>
                </a:solidFill>
              </a:rPr>
              <a:t>2 </a:t>
            </a:r>
            <a:r>
              <a:rPr lang="es-ES_tradnl" sz="1400" b="1" noProof="0" dirty="0">
                <a:solidFill>
                  <a:schemeClr val="tx1"/>
                </a:solidFill>
                <a:sym typeface="Symbol" pitchFamily="18" charset="2"/>
              </a:rPr>
              <a:t></a:t>
            </a:r>
            <a:r>
              <a:rPr lang="es-ES_tradnl" sz="1400" noProof="0" dirty="0">
                <a:solidFill>
                  <a:schemeClr val="tx1"/>
                </a:solidFill>
              </a:rPr>
              <a:t>(1</a:t>
            </a:r>
            <a:r>
              <a:rPr lang="es-ES_tradnl" sz="1400" b="1" noProof="0" dirty="0">
                <a:solidFill>
                  <a:schemeClr val="tx1"/>
                </a:solidFill>
                <a:sym typeface="Symbol" pitchFamily="18" charset="2"/>
              </a:rPr>
              <a:t></a:t>
            </a:r>
            <a:r>
              <a:rPr lang="es-ES_tradnl" sz="1400" noProof="0" dirty="0">
                <a:solidFill>
                  <a:schemeClr val="tx1"/>
                </a:solidFill>
              </a:rPr>
              <a:t>2</a:t>
            </a:r>
            <a:r>
              <a:rPr lang="es-ES_tradnl" sz="1400" baseline="30000" noProof="0" dirty="0">
                <a:solidFill>
                  <a:schemeClr val="tx1"/>
                </a:solidFill>
              </a:rPr>
              <a:t>3 </a:t>
            </a:r>
            <a:r>
              <a:rPr lang="es-ES_tradnl" sz="1400" noProof="0" dirty="0">
                <a:solidFill>
                  <a:schemeClr val="tx1"/>
                </a:solidFill>
              </a:rPr>
              <a:t>+ 0</a:t>
            </a:r>
            <a:r>
              <a:rPr lang="es-ES_tradnl" sz="1400" b="1" noProof="0" dirty="0">
                <a:solidFill>
                  <a:schemeClr val="tx1"/>
                </a:solidFill>
                <a:sym typeface="Symbol" pitchFamily="18" charset="2"/>
              </a:rPr>
              <a:t></a:t>
            </a:r>
            <a:r>
              <a:rPr lang="es-ES_tradnl" sz="1400" noProof="0" dirty="0">
                <a:solidFill>
                  <a:schemeClr val="tx1"/>
                </a:solidFill>
              </a:rPr>
              <a:t>2</a:t>
            </a:r>
            <a:r>
              <a:rPr lang="es-ES_tradnl" sz="1400" baseline="30000" noProof="0" dirty="0">
                <a:solidFill>
                  <a:schemeClr val="tx1"/>
                </a:solidFill>
              </a:rPr>
              <a:t>2</a:t>
            </a:r>
            <a:r>
              <a:rPr lang="es-ES_tradnl" sz="1400" noProof="0" dirty="0">
                <a:solidFill>
                  <a:schemeClr val="tx1"/>
                </a:solidFill>
              </a:rPr>
              <a:t>+ 0</a:t>
            </a:r>
            <a:r>
              <a:rPr lang="es-ES_tradnl" sz="1400" b="1" noProof="0" dirty="0">
                <a:solidFill>
                  <a:schemeClr val="tx1"/>
                </a:solidFill>
                <a:sym typeface="Symbol" pitchFamily="18" charset="2"/>
              </a:rPr>
              <a:t></a:t>
            </a:r>
            <a:r>
              <a:rPr lang="es-ES_tradnl" sz="1400" noProof="0" dirty="0">
                <a:solidFill>
                  <a:schemeClr val="tx1"/>
                </a:solidFill>
              </a:rPr>
              <a:t>2</a:t>
            </a:r>
            <a:r>
              <a:rPr lang="es-ES_tradnl" sz="1400" baseline="30000" noProof="0" dirty="0">
                <a:solidFill>
                  <a:schemeClr val="tx1"/>
                </a:solidFill>
              </a:rPr>
              <a:t>1</a:t>
            </a:r>
            <a:r>
              <a:rPr lang="es-ES_tradnl" sz="1400" noProof="0" dirty="0">
                <a:solidFill>
                  <a:schemeClr val="tx1"/>
                </a:solidFill>
              </a:rPr>
              <a:t>+ 1</a:t>
            </a:r>
            <a:r>
              <a:rPr lang="es-ES_tradnl" sz="1400" b="1" noProof="0" dirty="0">
                <a:solidFill>
                  <a:schemeClr val="tx1"/>
                </a:solidFill>
                <a:sym typeface="Symbol" pitchFamily="18" charset="2"/>
              </a:rPr>
              <a:t></a:t>
            </a:r>
            <a:r>
              <a:rPr lang="es-ES_tradnl" sz="1400" noProof="0" dirty="0">
                <a:solidFill>
                  <a:schemeClr val="tx1"/>
                </a:solidFill>
              </a:rPr>
              <a:t>2</a:t>
            </a:r>
            <a:r>
              <a:rPr lang="es-ES_tradnl" sz="1400" baseline="30000" noProof="0" dirty="0">
                <a:solidFill>
                  <a:schemeClr val="tx1"/>
                </a:solidFill>
              </a:rPr>
              <a:t>0</a:t>
            </a:r>
            <a:r>
              <a:rPr lang="es-ES_tradnl" sz="1400" noProof="0" dirty="0">
                <a:solidFill>
                  <a:schemeClr val="tx1"/>
                </a:solidFill>
              </a:rPr>
              <a:t>)</a:t>
            </a:r>
          </a:p>
        </p:txBody>
      </p:sp>
      <p:grpSp>
        <p:nvGrpSpPr>
          <p:cNvPr id="8" name="Agrupar 95">
            <a:extLst>
              <a:ext uri="{FF2B5EF4-FFF2-40B4-BE49-F238E27FC236}">
                <a16:creationId xmlns:a16="http://schemas.microsoft.com/office/drawing/2014/main" id="{7E485FF9-E785-8FB6-DEBC-C899570BEA0A}"/>
              </a:ext>
            </a:extLst>
          </p:cNvPr>
          <p:cNvGrpSpPr/>
          <p:nvPr/>
        </p:nvGrpSpPr>
        <p:grpSpPr>
          <a:xfrm>
            <a:off x="457200" y="3004594"/>
            <a:ext cx="3259138" cy="3736774"/>
            <a:chOff x="804862" y="2133603"/>
            <a:chExt cx="3259138" cy="3736774"/>
          </a:xfrm>
        </p:grpSpPr>
        <p:grpSp>
          <p:nvGrpSpPr>
            <p:cNvPr id="9" name="Group 20">
              <a:extLst>
                <a:ext uri="{FF2B5EF4-FFF2-40B4-BE49-F238E27FC236}">
                  <a16:creationId xmlns:a16="http://schemas.microsoft.com/office/drawing/2014/main" id="{77DEEA68-65D2-9A64-3E2B-9087D1E1A83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51062" y="3486155"/>
              <a:ext cx="1430338" cy="369888"/>
              <a:chOff x="2406" y="2159"/>
              <a:chExt cx="901" cy="233"/>
            </a:xfrm>
          </p:grpSpPr>
          <p:sp>
            <p:nvSpPr>
              <p:cNvPr id="82" name="Text Box 21">
                <a:extLst>
                  <a:ext uri="{FF2B5EF4-FFF2-40B4-BE49-F238E27FC236}">
                    <a16:creationId xmlns:a16="http://schemas.microsoft.com/office/drawing/2014/main" id="{2E007FBF-EF01-F95C-624B-1E66B49058C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06" y="2159"/>
                <a:ext cx="197" cy="233"/>
              </a:xfrm>
              <a:prstGeom prst="rect">
                <a:avLst/>
              </a:prstGeom>
              <a:noFill/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/>
              <a:p>
                <a:pPr algn="l" defTabSz="762000"/>
                <a:r>
                  <a:rPr lang="es-ES_tradnl" sz="1800" noProof="0" dirty="0">
                    <a:solidFill>
                      <a:schemeClr val="tx1"/>
                    </a:solidFill>
                  </a:rPr>
                  <a:t>0</a:t>
                </a:r>
              </a:p>
            </p:txBody>
          </p:sp>
          <p:sp>
            <p:nvSpPr>
              <p:cNvPr id="83" name="Text Box 22">
                <a:extLst>
                  <a:ext uri="{FF2B5EF4-FFF2-40B4-BE49-F238E27FC236}">
                    <a16:creationId xmlns:a16="http://schemas.microsoft.com/office/drawing/2014/main" id="{413C18FB-CB4D-1A5C-80BF-BE5CA0BB5A6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640" y="2159"/>
                <a:ext cx="197" cy="233"/>
              </a:xfrm>
              <a:prstGeom prst="rect">
                <a:avLst/>
              </a:prstGeom>
              <a:noFill/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/>
              <a:p>
                <a:pPr algn="l" defTabSz="762000"/>
                <a:r>
                  <a:rPr lang="es-ES_tradnl" sz="1800" noProof="0" dirty="0">
                    <a:solidFill>
                      <a:schemeClr val="tx1"/>
                    </a:solidFill>
                  </a:rPr>
                  <a:t>0</a:t>
                </a:r>
              </a:p>
            </p:txBody>
          </p:sp>
          <p:sp>
            <p:nvSpPr>
              <p:cNvPr id="84" name="Text Box 23">
                <a:extLst>
                  <a:ext uri="{FF2B5EF4-FFF2-40B4-BE49-F238E27FC236}">
                    <a16:creationId xmlns:a16="http://schemas.microsoft.com/office/drawing/2014/main" id="{C549A190-1656-2320-90DD-47DC0700871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875" y="2159"/>
                <a:ext cx="197" cy="233"/>
              </a:xfrm>
              <a:prstGeom prst="rect">
                <a:avLst/>
              </a:prstGeom>
              <a:noFill/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/>
              <a:p>
                <a:pPr algn="l" defTabSz="762000"/>
                <a:r>
                  <a:rPr lang="es-ES_tradnl" sz="1800" noProof="0" dirty="0">
                    <a:solidFill>
                      <a:schemeClr val="tx1"/>
                    </a:solidFill>
                  </a:rPr>
                  <a:t>0</a:t>
                </a:r>
              </a:p>
            </p:txBody>
          </p:sp>
          <p:sp>
            <p:nvSpPr>
              <p:cNvPr id="85" name="Text Box 24">
                <a:extLst>
                  <a:ext uri="{FF2B5EF4-FFF2-40B4-BE49-F238E27FC236}">
                    <a16:creationId xmlns:a16="http://schemas.microsoft.com/office/drawing/2014/main" id="{D7A51CA4-27AA-63CB-70A9-238C1565A4E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10" y="2159"/>
                <a:ext cx="197" cy="233"/>
              </a:xfrm>
              <a:prstGeom prst="rect">
                <a:avLst/>
              </a:prstGeom>
              <a:noFill/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/>
              <a:p>
                <a:pPr algn="l" defTabSz="762000"/>
                <a:r>
                  <a:rPr lang="es-ES_tradnl" sz="1800" noProof="0" dirty="0">
                    <a:solidFill>
                      <a:schemeClr val="tx1"/>
                    </a:solidFill>
                  </a:rPr>
                  <a:t>0</a:t>
                </a:r>
              </a:p>
            </p:txBody>
          </p:sp>
        </p:grpSp>
        <p:sp>
          <p:nvSpPr>
            <p:cNvPr id="10" name="Text Box 25">
              <a:extLst>
                <a:ext uri="{FF2B5EF4-FFF2-40B4-BE49-F238E27FC236}">
                  <a16:creationId xmlns:a16="http://schemas.microsoft.com/office/drawing/2014/main" id="{43E0A844-3E82-CEDC-7F89-8084133AABD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44762" y="3938588"/>
              <a:ext cx="184731" cy="369332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pPr algn="l" defTabSz="762000"/>
              <a:endParaRPr lang="es-ES_tradnl" sz="1800" noProof="0" dirty="0">
                <a:solidFill>
                  <a:schemeClr val="tx1"/>
                </a:solidFill>
              </a:endParaRPr>
            </a:p>
          </p:txBody>
        </p:sp>
        <p:sp>
          <p:nvSpPr>
            <p:cNvPr id="11" name="Text Box 31">
              <a:extLst>
                <a:ext uri="{FF2B5EF4-FFF2-40B4-BE49-F238E27FC236}">
                  <a16:creationId xmlns:a16="http://schemas.microsoft.com/office/drawing/2014/main" id="{1CA3BDA7-918B-FC54-2A1F-9EDE321AECE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85937" y="4357688"/>
              <a:ext cx="285750" cy="369332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 algn="l" defTabSz="762000"/>
              <a:endParaRPr lang="es-ES_tradnl" sz="1800" b="1" noProof="0" dirty="0">
                <a:solidFill>
                  <a:schemeClr val="tx1"/>
                </a:solidFill>
              </a:endParaRPr>
            </a:p>
          </p:txBody>
        </p:sp>
        <p:grpSp>
          <p:nvGrpSpPr>
            <p:cNvPr id="12" name="Group 32">
              <a:extLst>
                <a:ext uri="{FF2B5EF4-FFF2-40B4-BE49-F238E27FC236}">
                  <a16:creationId xmlns:a16="http://schemas.microsoft.com/office/drawing/2014/main" id="{3F1B538D-FC2F-8864-08D2-7CAA54CF045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532062" y="3122616"/>
              <a:ext cx="1417638" cy="371475"/>
              <a:chOff x="2646" y="1878"/>
              <a:chExt cx="893" cy="234"/>
            </a:xfrm>
          </p:grpSpPr>
          <p:sp>
            <p:nvSpPr>
              <p:cNvPr id="78" name="Text Box 33">
                <a:extLst>
                  <a:ext uri="{FF2B5EF4-FFF2-40B4-BE49-F238E27FC236}">
                    <a16:creationId xmlns:a16="http://schemas.microsoft.com/office/drawing/2014/main" id="{E51DB3DE-4493-FDB1-8986-9F6E9AAA7A6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878" y="1878"/>
                <a:ext cx="197" cy="233"/>
              </a:xfrm>
              <a:prstGeom prst="rect">
                <a:avLst/>
              </a:prstGeom>
              <a:noFill/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/>
              <a:p>
                <a:pPr algn="l" defTabSz="762000"/>
                <a:r>
                  <a:rPr lang="es-ES_tradnl" sz="1800" noProof="0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79" name="Text Box 34">
                <a:extLst>
                  <a:ext uri="{FF2B5EF4-FFF2-40B4-BE49-F238E27FC236}">
                    <a16:creationId xmlns:a16="http://schemas.microsoft.com/office/drawing/2014/main" id="{81D5BB31-576B-B6AA-34E9-04A04BFB365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10" y="1878"/>
                <a:ext cx="197" cy="233"/>
              </a:xfrm>
              <a:prstGeom prst="rect">
                <a:avLst/>
              </a:prstGeom>
              <a:noFill/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/>
              <a:p>
                <a:pPr algn="l" defTabSz="762000"/>
                <a:r>
                  <a:rPr lang="es-ES_tradnl" sz="1800" noProof="0" dirty="0">
                    <a:solidFill>
                      <a:schemeClr val="tx1"/>
                    </a:solidFill>
                  </a:rPr>
                  <a:t>0</a:t>
                </a:r>
              </a:p>
            </p:txBody>
          </p:sp>
          <p:sp>
            <p:nvSpPr>
              <p:cNvPr id="80" name="Text Box 35">
                <a:extLst>
                  <a:ext uri="{FF2B5EF4-FFF2-40B4-BE49-F238E27FC236}">
                    <a16:creationId xmlns:a16="http://schemas.microsoft.com/office/drawing/2014/main" id="{24380CD3-3059-11D4-B0B7-9E4BA5BCD01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646" y="1879"/>
                <a:ext cx="212" cy="233"/>
              </a:xfrm>
              <a:prstGeom prst="rect">
                <a:avLst/>
              </a:prstGeom>
              <a:noFill/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>
                <a:spAutoFit/>
              </a:bodyPr>
              <a:lstStyle/>
              <a:p>
                <a:pPr algn="l" defTabSz="762000"/>
                <a:r>
                  <a:rPr lang="es-ES_tradnl" sz="1800" noProof="0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81" name="Text Box 36">
                <a:extLst>
                  <a:ext uri="{FF2B5EF4-FFF2-40B4-BE49-F238E27FC236}">
                    <a16:creationId xmlns:a16="http://schemas.microsoft.com/office/drawing/2014/main" id="{C5A6EC36-FDBF-13F6-5EC7-4A02C2B3723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342" y="1878"/>
                <a:ext cx="197" cy="233"/>
              </a:xfrm>
              <a:prstGeom prst="rect">
                <a:avLst/>
              </a:prstGeom>
              <a:noFill/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/>
              <a:p>
                <a:pPr algn="l" defTabSz="762000"/>
                <a:r>
                  <a:rPr lang="es-ES_tradnl" sz="1800" noProof="0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</p:grpSp>
        <p:sp>
          <p:nvSpPr>
            <p:cNvPr id="13" name="Text Box 37">
              <a:extLst>
                <a:ext uri="{FF2B5EF4-FFF2-40B4-BE49-F238E27FC236}">
                  <a16:creationId xmlns:a16="http://schemas.microsoft.com/office/drawing/2014/main" id="{EE1C7769-B302-A9A7-01EE-C1DC774C67C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33700" y="3111500"/>
              <a:ext cx="285750" cy="369332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 algn="l" defTabSz="762000"/>
              <a:endParaRPr lang="es-ES_tradnl" sz="1800" b="1" noProof="0" dirty="0">
                <a:solidFill>
                  <a:schemeClr val="tx1"/>
                </a:solidFill>
              </a:endParaRPr>
            </a:p>
          </p:txBody>
        </p:sp>
        <p:grpSp>
          <p:nvGrpSpPr>
            <p:cNvPr id="14" name="Group 38">
              <a:extLst>
                <a:ext uri="{FF2B5EF4-FFF2-40B4-BE49-F238E27FC236}">
                  <a16:creationId xmlns:a16="http://schemas.microsoft.com/office/drawing/2014/main" id="{B9BAE311-B2E0-14D3-B620-CC33B500C2C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20762" y="4659318"/>
              <a:ext cx="2979738" cy="381000"/>
              <a:chOff x="1718" y="2952"/>
              <a:chExt cx="1877" cy="240"/>
            </a:xfrm>
          </p:grpSpPr>
          <p:grpSp>
            <p:nvGrpSpPr>
              <p:cNvPr id="68" name="Group 39">
                <a:extLst>
                  <a:ext uri="{FF2B5EF4-FFF2-40B4-BE49-F238E27FC236}">
                    <a16:creationId xmlns:a16="http://schemas.microsoft.com/office/drawing/2014/main" id="{66F57D2B-016E-2D87-7CB1-F8166FD96D9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18" y="2959"/>
                <a:ext cx="1877" cy="233"/>
                <a:chOff x="1686" y="2951"/>
                <a:chExt cx="1877" cy="233"/>
              </a:xfrm>
            </p:grpSpPr>
            <p:sp>
              <p:nvSpPr>
                <p:cNvPr id="70" name="Text Box 40">
                  <a:extLst>
                    <a:ext uri="{FF2B5EF4-FFF2-40B4-BE49-F238E27FC236}">
                      <a16:creationId xmlns:a16="http://schemas.microsoft.com/office/drawing/2014/main" id="{46961279-8596-6FDE-578E-189663996D5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686" y="2951"/>
                  <a:ext cx="197" cy="233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 type="none" w="sm" len="sm"/>
                  <a:tailEnd type="none" w="sm" len="sm"/>
                </a:ln>
              </p:spPr>
              <p:txBody>
                <a:bodyPr wrap="none">
                  <a:spAutoFit/>
                </a:bodyPr>
                <a:lstStyle/>
                <a:p>
                  <a:pPr algn="l" defTabSz="762000"/>
                  <a:r>
                    <a:rPr lang="es-ES_tradnl" sz="1800" b="1" noProof="0" dirty="0">
                      <a:solidFill>
                        <a:schemeClr val="tx1"/>
                      </a:solidFill>
                    </a:rPr>
                    <a:t>0</a:t>
                  </a:r>
                </a:p>
              </p:txBody>
            </p:sp>
            <p:sp>
              <p:nvSpPr>
                <p:cNvPr id="71" name="Text Box 41">
                  <a:extLst>
                    <a:ext uri="{FF2B5EF4-FFF2-40B4-BE49-F238E27FC236}">
                      <a16:creationId xmlns:a16="http://schemas.microsoft.com/office/drawing/2014/main" id="{85D41CF8-55DC-C5A3-DC8C-2B4D4BFB09EB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926" y="2951"/>
                  <a:ext cx="197" cy="233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 type="none" w="sm" len="sm"/>
                  <a:tailEnd type="none" w="sm" len="sm"/>
                </a:ln>
              </p:spPr>
              <p:txBody>
                <a:bodyPr wrap="none">
                  <a:spAutoFit/>
                </a:bodyPr>
                <a:lstStyle/>
                <a:p>
                  <a:pPr algn="l" defTabSz="762000"/>
                  <a:r>
                    <a:rPr lang="es-ES_tradnl" sz="1800" b="1" noProof="0" dirty="0">
                      <a:solidFill>
                        <a:schemeClr val="tx1"/>
                      </a:solidFill>
                    </a:rPr>
                    <a:t>1</a:t>
                  </a:r>
                </a:p>
              </p:txBody>
            </p:sp>
            <p:sp>
              <p:nvSpPr>
                <p:cNvPr id="72" name="Text Box 42">
                  <a:extLst>
                    <a:ext uri="{FF2B5EF4-FFF2-40B4-BE49-F238E27FC236}">
                      <a16:creationId xmlns:a16="http://schemas.microsoft.com/office/drawing/2014/main" id="{C2BF6666-059A-71B2-C8D1-D0CAA64F543E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166" y="2951"/>
                  <a:ext cx="197" cy="233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 type="none" w="sm" len="sm"/>
                  <a:tailEnd type="none" w="sm" len="sm"/>
                </a:ln>
              </p:spPr>
              <p:txBody>
                <a:bodyPr wrap="none">
                  <a:spAutoFit/>
                </a:bodyPr>
                <a:lstStyle/>
                <a:p>
                  <a:pPr algn="l" defTabSz="762000"/>
                  <a:r>
                    <a:rPr lang="es-ES_tradnl" sz="1800" b="1" noProof="0" dirty="0">
                      <a:solidFill>
                        <a:schemeClr val="tx1"/>
                      </a:solidFill>
                    </a:rPr>
                    <a:t>1</a:t>
                  </a:r>
                </a:p>
              </p:txBody>
            </p:sp>
            <p:sp>
              <p:nvSpPr>
                <p:cNvPr id="73" name="Text Box 43">
                  <a:extLst>
                    <a:ext uri="{FF2B5EF4-FFF2-40B4-BE49-F238E27FC236}">
                      <a16:creationId xmlns:a16="http://schemas.microsoft.com/office/drawing/2014/main" id="{0F114268-037C-F203-CF82-6125D87E5BCF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406" y="2951"/>
                  <a:ext cx="197" cy="233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 type="none" w="sm" len="sm"/>
                  <a:tailEnd type="none" w="sm" len="sm"/>
                </a:ln>
              </p:spPr>
              <p:txBody>
                <a:bodyPr wrap="none">
                  <a:spAutoFit/>
                </a:bodyPr>
                <a:lstStyle/>
                <a:p>
                  <a:pPr algn="l" defTabSz="762000"/>
                  <a:r>
                    <a:rPr lang="es-ES_tradnl" sz="1800" b="1" noProof="0" dirty="0">
                      <a:solidFill>
                        <a:schemeClr val="tx1"/>
                      </a:solidFill>
                    </a:rPr>
                    <a:t>1</a:t>
                  </a:r>
                </a:p>
              </p:txBody>
            </p:sp>
            <p:sp>
              <p:nvSpPr>
                <p:cNvPr id="74" name="Text Box 44">
                  <a:extLst>
                    <a:ext uri="{FF2B5EF4-FFF2-40B4-BE49-F238E27FC236}">
                      <a16:creationId xmlns:a16="http://schemas.microsoft.com/office/drawing/2014/main" id="{E937775E-D525-9A6A-A141-EFBAB00DAB7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646" y="2951"/>
                  <a:ext cx="197" cy="233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 type="none" w="sm" len="sm"/>
                  <a:tailEnd type="none" w="sm" len="sm"/>
                </a:ln>
              </p:spPr>
              <p:txBody>
                <a:bodyPr wrap="none">
                  <a:spAutoFit/>
                </a:bodyPr>
                <a:lstStyle/>
                <a:p>
                  <a:pPr algn="l" defTabSz="762000"/>
                  <a:r>
                    <a:rPr lang="es-ES_tradnl" sz="1800" b="1" noProof="0" dirty="0">
                      <a:solidFill>
                        <a:schemeClr val="tx1"/>
                      </a:solidFill>
                    </a:rPr>
                    <a:t>0</a:t>
                  </a:r>
                </a:p>
              </p:txBody>
            </p:sp>
            <p:sp>
              <p:nvSpPr>
                <p:cNvPr id="75" name="Text Box 45">
                  <a:extLst>
                    <a:ext uri="{FF2B5EF4-FFF2-40B4-BE49-F238E27FC236}">
                      <a16:creationId xmlns:a16="http://schemas.microsoft.com/office/drawing/2014/main" id="{BF57F835-BE74-DAB1-3850-E83E099C540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886" y="2951"/>
                  <a:ext cx="197" cy="233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 type="none" w="sm" len="sm"/>
                  <a:tailEnd type="none" w="sm" len="sm"/>
                </a:ln>
              </p:spPr>
              <p:txBody>
                <a:bodyPr wrap="none">
                  <a:spAutoFit/>
                </a:bodyPr>
                <a:lstStyle/>
                <a:p>
                  <a:pPr algn="l" defTabSz="762000"/>
                  <a:r>
                    <a:rPr lang="es-ES_tradnl" sz="1800" b="1" noProof="0" dirty="0">
                      <a:solidFill>
                        <a:schemeClr val="tx1"/>
                      </a:solidFill>
                    </a:rPr>
                    <a:t>1</a:t>
                  </a:r>
                </a:p>
              </p:txBody>
            </p:sp>
            <p:sp>
              <p:nvSpPr>
                <p:cNvPr id="76" name="Text Box 46">
                  <a:extLst>
                    <a:ext uri="{FF2B5EF4-FFF2-40B4-BE49-F238E27FC236}">
                      <a16:creationId xmlns:a16="http://schemas.microsoft.com/office/drawing/2014/main" id="{11747480-736B-DA6E-9806-EF1BA82CDC45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126" y="2951"/>
                  <a:ext cx="197" cy="233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 type="none" w="sm" len="sm"/>
                  <a:tailEnd type="none" w="sm" len="sm"/>
                </a:ln>
              </p:spPr>
              <p:txBody>
                <a:bodyPr wrap="none">
                  <a:spAutoFit/>
                </a:bodyPr>
                <a:lstStyle/>
                <a:p>
                  <a:pPr algn="l" defTabSz="762000"/>
                  <a:r>
                    <a:rPr lang="es-ES_tradnl" sz="1800" b="1" noProof="0" dirty="0">
                      <a:solidFill>
                        <a:schemeClr val="tx1"/>
                      </a:solidFill>
                    </a:rPr>
                    <a:t>0</a:t>
                  </a:r>
                </a:p>
              </p:txBody>
            </p:sp>
            <p:sp>
              <p:nvSpPr>
                <p:cNvPr id="77" name="Text Box 47">
                  <a:extLst>
                    <a:ext uri="{FF2B5EF4-FFF2-40B4-BE49-F238E27FC236}">
                      <a16:creationId xmlns:a16="http://schemas.microsoft.com/office/drawing/2014/main" id="{806E7FDA-695B-3035-8153-FFF9FC07DEC6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366" y="2951"/>
                  <a:ext cx="197" cy="233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 type="none" w="sm" len="sm"/>
                  <a:tailEnd type="none" w="sm" len="sm"/>
                </a:ln>
              </p:spPr>
              <p:txBody>
                <a:bodyPr wrap="none">
                  <a:spAutoFit/>
                </a:bodyPr>
                <a:lstStyle/>
                <a:p>
                  <a:pPr algn="l" defTabSz="762000"/>
                  <a:r>
                    <a:rPr lang="es-ES_tradnl" sz="1800" b="1" noProof="0" dirty="0">
                      <a:solidFill>
                        <a:schemeClr val="tx1"/>
                      </a:solidFill>
                    </a:rPr>
                    <a:t>1</a:t>
                  </a:r>
                </a:p>
              </p:txBody>
            </p:sp>
          </p:grpSp>
          <p:sp>
            <p:nvSpPr>
              <p:cNvPr id="69" name="Text Box 48">
                <a:extLst>
                  <a:ext uri="{FF2B5EF4-FFF2-40B4-BE49-F238E27FC236}">
                    <a16:creationId xmlns:a16="http://schemas.microsoft.com/office/drawing/2014/main" id="{A7E9D903-F499-F405-8364-39DABEE59CF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590" y="2952"/>
                <a:ext cx="180" cy="233"/>
              </a:xfrm>
              <a:prstGeom prst="rect">
                <a:avLst/>
              </a:prstGeom>
              <a:noFill/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>
                <a:spAutoFit/>
              </a:bodyPr>
              <a:lstStyle/>
              <a:p>
                <a:pPr algn="l" defTabSz="762000"/>
                <a:endParaRPr lang="es-ES_tradnl" sz="1800" b="1" noProof="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5" name="Group 83">
              <a:extLst>
                <a:ext uri="{FF2B5EF4-FFF2-40B4-BE49-F238E27FC236}">
                  <a16:creationId xmlns:a16="http://schemas.microsoft.com/office/drawing/2014/main" id="{45D5C507-40EC-B5D1-32CB-F81248FF6DA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20737" y="4213225"/>
              <a:ext cx="3225800" cy="468313"/>
              <a:chOff x="646" y="2995"/>
              <a:chExt cx="2032" cy="295"/>
            </a:xfrm>
          </p:grpSpPr>
          <p:grpSp>
            <p:nvGrpSpPr>
              <p:cNvPr id="62" name="Group 26">
                <a:extLst>
                  <a:ext uri="{FF2B5EF4-FFF2-40B4-BE49-F238E27FC236}">
                    <a16:creationId xmlns:a16="http://schemas.microsoft.com/office/drawing/2014/main" id="{4E849CB5-44E3-E325-F7EE-4805E973482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04" y="2995"/>
                <a:ext cx="917" cy="233"/>
                <a:chOff x="1926" y="2663"/>
                <a:chExt cx="917" cy="233"/>
              </a:xfrm>
            </p:grpSpPr>
            <p:sp>
              <p:nvSpPr>
                <p:cNvPr id="64" name="Text Box 27">
                  <a:extLst>
                    <a:ext uri="{FF2B5EF4-FFF2-40B4-BE49-F238E27FC236}">
                      <a16:creationId xmlns:a16="http://schemas.microsoft.com/office/drawing/2014/main" id="{79D04966-123D-E251-66DE-C0F783C6C90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166" y="2663"/>
                  <a:ext cx="197" cy="233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 type="none" w="sm" len="sm"/>
                  <a:tailEnd type="none" w="sm" len="sm"/>
                </a:ln>
              </p:spPr>
              <p:txBody>
                <a:bodyPr wrap="none">
                  <a:spAutoFit/>
                </a:bodyPr>
                <a:lstStyle/>
                <a:p>
                  <a:pPr algn="l" defTabSz="762000"/>
                  <a:r>
                    <a:rPr lang="es-ES_tradnl" sz="1800" noProof="0" dirty="0">
                      <a:solidFill>
                        <a:schemeClr val="tx1"/>
                      </a:solidFill>
                    </a:rPr>
                    <a:t>1</a:t>
                  </a:r>
                </a:p>
              </p:txBody>
            </p:sp>
            <p:sp>
              <p:nvSpPr>
                <p:cNvPr id="65" name="Text Box 28">
                  <a:extLst>
                    <a:ext uri="{FF2B5EF4-FFF2-40B4-BE49-F238E27FC236}">
                      <a16:creationId xmlns:a16="http://schemas.microsoft.com/office/drawing/2014/main" id="{D263FD87-1AEA-C79D-E8E7-99EF767954E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406" y="2663"/>
                  <a:ext cx="197" cy="233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 type="none" w="sm" len="sm"/>
                  <a:tailEnd type="none" w="sm" len="sm"/>
                </a:ln>
              </p:spPr>
              <p:txBody>
                <a:bodyPr wrap="none">
                  <a:spAutoFit/>
                </a:bodyPr>
                <a:lstStyle/>
                <a:p>
                  <a:pPr algn="l" defTabSz="762000"/>
                  <a:r>
                    <a:rPr lang="es-ES_tradnl" sz="1800" noProof="0" dirty="0">
                      <a:solidFill>
                        <a:schemeClr val="tx1"/>
                      </a:solidFill>
                    </a:rPr>
                    <a:t>0</a:t>
                  </a:r>
                </a:p>
              </p:txBody>
            </p:sp>
            <p:sp>
              <p:nvSpPr>
                <p:cNvPr id="66" name="Text Box 29">
                  <a:extLst>
                    <a:ext uri="{FF2B5EF4-FFF2-40B4-BE49-F238E27FC236}">
                      <a16:creationId xmlns:a16="http://schemas.microsoft.com/office/drawing/2014/main" id="{F96630DD-A6F7-F5E0-793F-0EE6E2BC3DE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646" y="2663"/>
                  <a:ext cx="197" cy="233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 type="none" w="sm" len="sm"/>
                  <a:tailEnd type="none" w="sm" len="sm"/>
                </a:ln>
              </p:spPr>
              <p:txBody>
                <a:bodyPr wrap="none">
                  <a:spAutoFit/>
                </a:bodyPr>
                <a:lstStyle/>
                <a:p>
                  <a:pPr algn="l" defTabSz="762000"/>
                  <a:r>
                    <a:rPr lang="es-ES_tradnl" sz="1800" noProof="0" dirty="0">
                      <a:solidFill>
                        <a:schemeClr val="tx1"/>
                      </a:solidFill>
                    </a:rPr>
                    <a:t>1</a:t>
                  </a:r>
                </a:p>
              </p:txBody>
            </p:sp>
            <p:sp>
              <p:nvSpPr>
                <p:cNvPr id="67" name="Text Box 30">
                  <a:extLst>
                    <a:ext uri="{FF2B5EF4-FFF2-40B4-BE49-F238E27FC236}">
                      <a16:creationId xmlns:a16="http://schemas.microsoft.com/office/drawing/2014/main" id="{A2C2C36A-1A78-3606-C929-A0CFA55469BC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926" y="2663"/>
                  <a:ext cx="197" cy="233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 type="none" w="sm" len="sm"/>
                  <a:tailEnd type="none" w="sm" len="sm"/>
                </a:ln>
              </p:spPr>
              <p:txBody>
                <a:bodyPr wrap="none">
                  <a:spAutoFit/>
                </a:bodyPr>
                <a:lstStyle/>
                <a:p>
                  <a:pPr algn="l" defTabSz="762000"/>
                  <a:r>
                    <a:rPr lang="es-ES_tradnl" sz="1800" noProof="0" dirty="0">
                      <a:solidFill>
                        <a:schemeClr val="tx1"/>
                      </a:solidFill>
                    </a:rPr>
                    <a:t>1</a:t>
                  </a:r>
                </a:p>
              </p:txBody>
            </p:sp>
          </p:grpSp>
          <p:sp>
            <p:nvSpPr>
              <p:cNvPr id="63" name="Line 49">
                <a:extLst>
                  <a:ext uri="{FF2B5EF4-FFF2-40B4-BE49-F238E27FC236}">
                    <a16:creationId xmlns:a16="http://schemas.microsoft.com/office/drawing/2014/main" id="{DCFA360C-C342-FC76-4F1D-CDFB203F1E9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646" y="3290"/>
                <a:ext cx="2032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s-ES_tradnl" sz="1600" noProof="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6" name="Text Box 51">
              <a:extLst>
                <a:ext uri="{FF2B5EF4-FFF2-40B4-BE49-F238E27FC236}">
                  <a16:creationId xmlns:a16="http://schemas.microsoft.com/office/drawing/2014/main" id="{1FA9A9B7-9C1B-6F89-557A-044E844D438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76450" y="5562600"/>
              <a:ext cx="683200" cy="307777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pPr algn="l" defTabSz="762000"/>
              <a:r>
                <a:rPr lang="es-ES_tradnl" sz="1400" noProof="0" dirty="0">
                  <a:solidFill>
                    <a:schemeClr val="tx1"/>
                  </a:solidFill>
                </a:rPr>
                <a:t>Pesos</a:t>
              </a:r>
            </a:p>
          </p:txBody>
        </p:sp>
        <p:grpSp>
          <p:nvGrpSpPr>
            <p:cNvPr id="17" name="Group 52">
              <a:extLst>
                <a:ext uri="{FF2B5EF4-FFF2-40B4-BE49-F238E27FC236}">
                  <a16:creationId xmlns:a16="http://schemas.microsoft.com/office/drawing/2014/main" id="{A0FA2078-774D-43CC-F0C5-837196144AA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04862" y="2209801"/>
              <a:ext cx="3251200" cy="3352800"/>
              <a:chOff x="1552" y="1352"/>
              <a:chExt cx="2048" cy="2688"/>
            </a:xfrm>
          </p:grpSpPr>
          <p:grpSp>
            <p:nvGrpSpPr>
              <p:cNvPr id="51" name="Group 53">
                <a:extLst>
                  <a:ext uri="{FF2B5EF4-FFF2-40B4-BE49-F238E27FC236}">
                    <a16:creationId xmlns:a16="http://schemas.microsoft.com/office/drawing/2014/main" id="{4CD34DA8-4686-28F1-172A-FD890BF55A3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664" y="1352"/>
                <a:ext cx="1928" cy="2688"/>
                <a:chOff x="1664" y="1352"/>
                <a:chExt cx="1928" cy="2688"/>
              </a:xfrm>
            </p:grpSpPr>
            <p:sp>
              <p:nvSpPr>
                <p:cNvPr id="53" name="Line 54">
                  <a:extLst>
                    <a:ext uri="{FF2B5EF4-FFF2-40B4-BE49-F238E27FC236}">
                      <a16:creationId xmlns:a16="http://schemas.microsoft.com/office/drawing/2014/main" id="{98E9990A-1D04-C78F-8958-80B72058B8F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664" y="1352"/>
                  <a:ext cx="0" cy="2688"/>
                </a:xfrm>
                <a:prstGeom prst="line">
                  <a:avLst/>
                </a:prstGeom>
                <a:noFill/>
                <a:ln w="3175" cap="rnd">
                  <a:solidFill>
                    <a:schemeClr val="tx1"/>
                  </a:solidFill>
                  <a:prstDash val="sysDot"/>
                  <a:round/>
                  <a:headEnd type="none" w="sm" len="sm"/>
                  <a:tailEnd type="none" w="sm" len="sm"/>
                </a:ln>
              </p:spPr>
              <p:txBody>
                <a:bodyPr wrap="none" anchor="ctr"/>
                <a:lstStyle/>
                <a:p>
                  <a:endParaRPr lang="es-ES_tradnl" sz="1600" noProof="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4" name="Line 55">
                  <a:extLst>
                    <a:ext uri="{FF2B5EF4-FFF2-40B4-BE49-F238E27FC236}">
                      <a16:creationId xmlns:a16="http://schemas.microsoft.com/office/drawing/2014/main" id="{AA9D52B8-7D0F-9954-2E8A-617E0628BE1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905" y="1352"/>
                  <a:ext cx="0" cy="2688"/>
                </a:xfrm>
                <a:prstGeom prst="line">
                  <a:avLst/>
                </a:prstGeom>
                <a:noFill/>
                <a:ln w="3175" cap="rnd">
                  <a:solidFill>
                    <a:schemeClr val="tx1"/>
                  </a:solidFill>
                  <a:prstDash val="sysDot"/>
                  <a:round/>
                  <a:headEnd type="none" w="sm" len="sm"/>
                  <a:tailEnd type="none" w="sm" len="sm"/>
                </a:ln>
              </p:spPr>
              <p:txBody>
                <a:bodyPr wrap="none" anchor="ctr"/>
                <a:lstStyle/>
                <a:p>
                  <a:endParaRPr lang="es-ES_tradnl" sz="1600" noProof="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5" name="Line 56">
                  <a:extLst>
                    <a:ext uri="{FF2B5EF4-FFF2-40B4-BE49-F238E27FC236}">
                      <a16:creationId xmlns:a16="http://schemas.microsoft.com/office/drawing/2014/main" id="{579EF56F-1ED0-CBED-76F0-2A380C41464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146" y="1352"/>
                  <a:ext cx="0" cy="2688"/>
                </a:xfrm>
                <a:prstGeom prst="line">
                  <a:avLst/>
                </a:prstGeom>
                <a:noFill/>
                <a:ln w="3175" cap="rnd">
                  <a:solidFill>
                    <a:schemeClr val="tx1"/>
                  </a:solidFill>
                  <a:prstDash val="sysDot"/>
                  <a:round/>
                  <a:headEnd type="none" w="sm" len="sm"/>
                  <a:tailEnd type="none" w="sm" len="sm"/>
                </a:ln>
              </p:spPr>
              <p:txBody>
                <a:bodyPr wrap="none" anchor="ctr"/>
                <a:lstStyle/>
                <a:p>
                  <a:endParaRPr lang="es-ES_tradnl" sz="1600" noProof="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6" name="Line 57">
                  <a:extLst>
                    <a:ext uri="{FF2B5EF4-FFF2-40B4-BE49-F238E27FC236}">
                      <a16:creationId xmlns:a16="http://schemas.microsoft.com/office/drawing/2014/main" id="{07BCABC1-41D5-DE0B-3DF5-0665AA77127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869" y="1352"/>
                  <a:ext cx="0" cy="2688"/>
                </a:xfrm>
                <a:prstGeom prst="line">
                  <a:avLst/>
                </a:prstGeom>
                <a:noFill/>
                <a:ln w="3175" cap="rnd">
                  <a:solidFill>
                    <a:schemeClr val="tx1"/>
                  </a:solidFill>
                  <a:prstDash val="sysDot"/>
                  <a:round/>
                  <a:headEnd type="none" w="sm" len="sm"/>
                  <a:tailEnd type="none" w="sm" len="sm"/>
                </a:ln>
              </p:spPr>
              <p:txBody>
                <a:bodyPr wrap="none" anchor="ctr"/>
                <a:lstStyle/>
                <a:p>
                  <a:endParaRPr lang="es-ES_tradnl" sz="1600" noProof="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7" name="Line 58">
                  <a:extLst>
                    <a:ext uri="{FF2B5EF4-FFF2-40B4-BE49-F238E27FC236}">
                      <a16:creationId xmlns:a16="http://schemas.microsoft.com/office/drawing/2014/main" id="{D1EF4732-CDA1-A60D-4AFD-A22FE8BE7A8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628" y="1352"/>
                  <a:ext cx="0" cy="2688"/>
                </a:xfrm>
                <a:prstGeom prst="line">
                  <a:avLst/>
                </a:prstGeom>
                <a:noFill/>
                <a:ln w="3175" cap="rnd">
                  <a:solidFill>
                    <a:schemeClr val="tx1"/>
                  </a:solidFill>
                  <a:prstDash val="sysDot"/>
                  <a:round/>
                  <a:headEnd type="none" w="sm" len="sm"/>
                  <a:tailEnd type="none" w="sm" len="sm"/>
                </a:ln>
              </p:spPr>
              <p:txBody>
                <a:bodyPr wrap="none" anchor="ctr"/>
                <a:lstStyle/>
                <a:p>
                  <a:endParaRPr lang="es-ES_tradnl" sz="1600" noProof="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8" name="Line 59">
                  <a:extLst>
                    <a:ext uri="{FF2B5EF4-FFF2-40B4-BE49-F238E27FC236}">
                      <a16:creationId xmlns:a16="http://schemas.microsoft.com/office/drawing/2014/main" id="{7706C70A-B59B-17D0-3F7D-A8F43B88927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387" y="1352"/>
                  <a:ext cx="0" cy="2688"/>
                </a:xfrm>
                <a:prstGeom prst="line">
                  <a:avLst/>
                </a:prstGeom>
                <a:noFill/>
                <a:ln w="3175" cap="rnd">
                  <a:solidFill>
                    <a:schemeClr val="tx1"/>
                  </a:solidFill>
                  <a:prstDash val="sysDot"/>
                  <a:round/>
                  <a:headEnd type="none" w="sm" len="sm"/>
                  <a:tailEnd type="none" w="sm" len="sm"/>
                </a:ln>
              </p:spPr>
              <p:txBody>
                <a:bodyPr wrap="none" anchor="ctr"/>
                <a:lstStyle/>
                <a:p>
                  <a:endParaRPr lang="es-ES_tradnl" sz="1600" noProof="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9" name="Line 60">
                  <a:extLst>
                    <a:ext uri="{FF2B5EF4-FFF2-40B4-BE49-F238E27FC236}">
                      <a16:creationId xmlns:a16="http://schemas.microsoft.com/office/drawing/2014/main" id="{575F6CD8-B0DE-C798-5DB5-AD116A23A42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110" y="1352"/>
                  <a:ext cx="0" cy="2688"/>
                </a:xfrm>
                <a:prstGeom prst="line">
                  <a:avLst/>
                </a:prstGeom>
                <a:noFill/>
                <a:ln w="3175" cap="rnd">
                  <a:solidFill>
                    <a:schemeClr val="tx1"/>
                  </a:solidFill>
                  <a:prstDash val="sysDot"/>
                  <a:round/>
                  <a:headEnd type="none" w="sm" len="sm"/>
                  <a:tailEnd type="none" w="sm" len="sm"/>
                </a:ln>
              </p:spPr>
              <p:txBody>
                <a:bodyPr wrap="none" anchor="ctr"/>
                <a:lstStyle/>
                <a:p>
                  <a:endParaRPr lang="es-ES_tradnl" sz="1600" noProof="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60" name="Line 61">
                  <a:extLst>
                    <a:ext uri="{FF2B5EF4-FFF2-40B4-BE49-F238E27FC236}">
                      <a16:creationId xmlns:a16="http://schemas.microsoft.com/office/drawing/2014/main" id="{62326C8A-AB45-BEA8-8114-AB6595A17E2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351" y="1352"/>
                  <a:ext cx="0" cy="2688"/>
                </a:xfrm>
                <a:prstGeom prst="line">
                  <a:avLst/>
                </a:prstGeom>
                <a:noFill/>
                <a:ln w="3175" cap="rnd">
                  <a:solidFill>
                    <a:schemeClr val="tx1"/>
                  </a:solidFill>
                  <a:prstDash val="sysDot"/>
                  <a:round/>
                  <a:headEnd type="none" w="sm" len="sm"/>
                  <a:tailEnd type="none" w="sm" len="sm"/>
                </a:ln>
              </p:spPr>
              <p:txBody>
                <a:bodyPr wrap="none" anchor="ctr"/>
                <a:lstStyle/>
                <a:p>
                  <a:endParaRPr lang="es-ES_tradnl" sz="1600" noProof="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61" name="Line 62">
                  <a:extLst>
                    <a:ext uri="{FF2B5EF4-FFF2-40B4-BE49-F238E27FC236}">
                      <a16:creationId xmlns:a16="http://schemas.microsoft.com/office/drawing/2014/main" id="{B93FBC7A-A8E1-CBC2-E825-C5C32A43EF2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592" y="1352"/>
                  <a:ext cx="0" cy="2688"/>
                </a:xfrm>
                <a:prstGeom prst="line">
                  <a:avLst/>
                </a:prstGeom>
                <a:noFill/>
                <a:ln w="3175" cap="rnd">
                  <a:solidFill>
                    <a:schemeClr val="tx1"/>
                  </a:solidFill>
                  <a:prstDash val="sysDot"/>
                  <a:round/>
                  <a:headEnd type="none" w="sm" len="sm"/>
                  <a:tailEnd type="none" w="sm" len="sm"/>
                </a:ln>
              </p:spPr>
              <p:txBody>
                <a:bodyPr wrap="none" anchor="ctr"/>
                <a:lstStyle/>
                <a:p>
                  <a:endParaRPr lang="es-ES_tradnl" sz="1600" noProof="0" dirty="0">
                    <a:solidFill>
                      <a:schemeClr val="tx1"/>
                    </a:solidFill>
                  </a:endParaRPr>
                </a:p>
              </p:txBody>
            </p:sp>
          </p:grpSp>
          <p:sp>
            <p:nvSpPr>
              <p:cNvPr id="52" name="Line 63">
                <a:extLst>
                  <a:ext uri="{FF2B5EF4-FFF2-40B4-BE49-F238E27FC236}">
                    <a16:creationId xmlns:a16="http://schemas.microsoft.com/office/drawing/2014/main" id="{A9E7C468-67F1-BAD4-CB06-3C31A91E6D1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52" y="3735"/>
                <a:ext cx="2048" cy="0"/>
              </a:xfrm>
              <a:prstGeom prst="line">
                <a:avLst/>
              </a:prstGeom>
              <a:noFill/>
              <a:ln w="12700" cap="rnd">
                <a:solidFill>
                  <a:schemeClr val="tx1"/>
                </a:solidFill>
                <a:prstDash val="sysDot"/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s-ES_tradnl" sz="1600" noProof="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8" name="Group 64">
              <a:extLst>
                <a:ext uri="{FF2B5EF4-FFF2-40B4-BE49-F238E27FC236}">
                  <a16:creationId xmlns:a16="http://schemas.microsoft.com/office/drawing/2014/main" id="{984E3EE1-68AF-C994-86D1-D41E3E8B144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01712" y="5190628"/>
              <a:ext cx="3043238" cy="313086"/>
              <a:chOff x="1676" y="3829"/>
              <a:chExt cx="1917" cy="234"/>
            </a:xfrm>
          </p:grpSpPr>
          <p:sp>
            <p:nvSpPr>
              <p:cNvPr id="43" name="Rectangle 65">
                <a:extLst>
                  <a:ext uri="{FF2B5EF4-FFF2-40B4-BE49-F238E27FC236}">
                    <a16:creationId xmlns:a16="http://schemas.microsoft.com/office/drawing/2014/main" id="{0E9C7EA8-50C5-B4FB-C7B7-F18628A8E4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72" y="3833"/>
                <a:ext cx="221" cy="230"/>
              </a:xfrm>
              <a:prstGeom prst="rect">
                <a:avLst/>
              </a:prstGeom>
              <a:noFill/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/>
              <a:p>
                <a:pPr algn="l" defTabSz="762000"/>
                <a:r>
                  <a:rPr lang="es-ES_tradnl" sz="1400" noProof="0" dirty="0">
                    <a:solidFill>
                      <a:schemeClr val="tx1"/>
                    </a:solidFill>
                  </a:rPr>
                  <a:t>2</a:t>
                </a:r>
                <a:r>
                  <a:rPr lang="es-ES_tradnl" sz="1400" baseline="30000" noProof="0" dirty="0">
                    <a:solidFill>
                      <a:schemeClr val="tx1"/>
                    </a:solidFill>
                  </a:rPr>
                  <a:t>0</a:t>
                </a:r>
                <a:endParaRPr lang="es-ES_tradnl" sz="1400" noProof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4" name="Rectangle 66">
                <a:extLst>
                  <a:ext uri="{FF2B5EF4-FFF2-40B4-BE49-F238E27FC236}">
                    <a16:creationId xmlns:a16="http://schemas.microsoft.com/office/drawing/2014/main" id="{B768B4E6-A0EF-2F61-0031-3CF8F982F1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30" y="3833"/>
                <a:ext cx="221" cy="230"/>
              </a:xfrm>
              <a:prstGeom prst="rect">
                <a:avLst/>
              </a:prstGeom>
              <a:noFill/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/>
              <a:p>
                <a:pPr algn="l" defTabSz="762000"/>
                <a:r>
                  <a:rPr lang="es-ES_tradnl" sz="1400" noProof="0" dirty="0">
                    <a:solidFill>
                      <a:schemeClr val="tx1"/>
                    </a:solidFill>
                  </a:rPr>
                  <a:t>2</a:t>
                </a:r>
                <a:r>
                  <a:rPr lang="es-ES_tradnl" sz="1400" baseline="30000" noProof="0" dirty="0">
                    <a:solidFill>
                      <a:schemeClr val="tx1"/>
                    </a:solidFill>
                  </a:rPr>
                  <a:t>1</a:t>
                </a:r>
                <a:endParaRPr lang="es-ES_tradnl" sz="1400" noProof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5" name="Rectangle 67">
                <a:extLst>
                  <a:ext uri="{FF2B5EF4-FFF2-40B4-BE49-F238E27FC236}">
                    <a16:creationId xmlns:a16="http://schemas.microsoft.com/office/drawing/2014/main" id="{2A750394-D4FD-22C5-711F-78DC98F8D98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88" y="3833"/>
                <a:ext cx="221" cy="230"/>
              </a:xfrm>
              <a:prstGeom prst="rect">
                <a:avLst/>
              </a:prstGeom>
              <a:noFill/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/>
              <a:p>
                <a:pPr algn="l" defTabSz="762000"/>
                <a:r>
                  <a:rPr lang="es-ES_tradnl" sz="1400" noProof="0" dirty="0">
                    <a:solidFill>
                      <a:schemeClr val="tx1"/>
                    </a:solidFill>
                  </a:rPr>
                  <a:t>2</a:t>
                </a:r>
                <a:r>
                  <a:rPr lang="es-ES_tradnl" sz="1400" baseline="30000" noProof="0" dirty="0">
                    <a:solidFill>
                      <a:schemeClr val="tx1"/>
                    </a:solidFill>
                  </a:rPr>
                  <a:t>2</a:t>
                </a:r>
                <a:endParaRPr lang="es-ES_tradnl" sz="1400" noProof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6" name="Rectangle 68">
                <a:extLst>
                  <a:ext uri="{FF2B5EF4-FFF2-40B4-BE49-F238E27FC236}">
                    <a16:creationId xmlns:a16="http://schemas.microsoft.com/office/drawing/2014/main" id="{99DC2E82-EE05-01D8-CAFA-FFC75D6E77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46" y="3833"/>
                <a:ext cx="221" cy="230"/>
              </a:xfrm>
              <a:prstGeom prst="rect">
                <a:avLst/>
              </a:prstGeom>
              <a:noFill/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/>
              <a:p>
                <a:pPr algn="l" defTabSz="762000"/>
                <a:r>
                  <a:rPr lang="es-ES_tradnl" sz="1400" noProof="0" dirty="0">
                    <a:solidFill>
                      <a:schemeClr val="tx1"/>
                    </a:solidFill>
                  </a:rPr>
                  <a:t>2</a:t>
                </a:r>
                <a:r>
                  <a:rPr lang="es-ES_tradnl" sz="1400" baseline="30000" noProof="0" dirty="0">
                    <a:solidFill>
                      <a:schemeClr val="tx1"/>
                    </a:solidFill>
                  </a:rPr>
                  <a:t>3</a:t>
                </a:r>
                <a:endParaRPr lang="es-ES_tradnl" sz="1400" noProof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7" name="Rectangle 69">
                <a:extLst>
                  <a:ext uri="{FF2B5EF4-FFF2-40B4-BE49-F238E27FC236}">
                    <a16:creationId xmlns:a16="http://schemas.microsoft.com/office/drawing/2014/main" id="{556C9439-2F53-19C6-DA54-2A85879353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03" y="3833"/>
                <a:ext cx="221" cy="230"/>
              </a:xfrm>
              <a:prstGeom prst="rect">
                <a:avLst/>
              </a:prstGeom>
              <a:noFill/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/>
              <a:p>
                <a:pPr algn="l" defTabSz="762000"/>
                <a:r>
                  <a:rPr lang="es-ES_tradnl" sz="1400" noProof="0" dirty="0">
                    <a:solidFill>
                      <a:schemeClr val="tx1"/>
                    </a:solidFill>
                  </a:rPr>
                  <a:t>2</a:t>
                </a:r>
                <a:r>
                  <a:rPr lang="es-ES_tradnl" sz="1400" baseline="30000" noProof="0" dirty="0">
                    <a:solidFill>
                      <a:schemeClr val="tx1"/>
                    </a:solidFill>
                  </a:rPr>
                  <a:t>4</a:t>
                </a:r>
                <a:endParaRPr lang="es-ES_tradnl" sz="1400" noProof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8" name="Rectangle 70">
                <a:extLst>
                  <a:ext uri="{FF2B5EF4-FFF2-40B4-BE49-F238E27FC236}">
                    <a16:creationId xmlns:a16="http://schemas.microsoft.com/office/drawing/2014/main" id="{E5A709CE-4278-508F-8828-D3228EDE9B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61" y="3832"/>
                <a:ext cx="221" cy="230"/>
              </a:xfrm>
              <a:prstGeom prst="rect">
                <a:avLst/>
              </a:prstGeom>
              <a:noFill/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/>
              <a:p>
                <a:pPr algn="l" defTabSz="762000"/>
                <a:r>
                  <a:rPr lang="es-ES_tradnl" sz="1400" noProof="0" dirty="0">
                    <a:solidFill>
                      <a:schemeClr val="tx1"/>
                    </a:solidFill>
                  </a:rPr>
                  <a:t>2</a:t>
                </a:r>
                <a:r>
                  <a:rPr lang="es-ES_tradnl" sz="1400" baseline="30000" noProof="0" dirty="0">
                    <a:solidFill>
                      <a:schemeClr val="tx1"/>
                    </a:solidFill>
                  </a:rPr>
                  <a:t>5</a:t>
                </a:r>
                <a:endParaRPr lang="es-ES_tradnl" sz="1400" noProof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9" name="Rectangle 71">
                <a:extLst>
                  <a:ext uri="{FF2B5EF4-FFF2-40B4-BE49-F238E27FC236}">
                    <a16:creationId xmlns:a16="http://schemas.microsoft.com/office/drawing/2014/main" id="{0DAB848A-F7CE-73B9-A698-BB35F56CDF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19" y="3829"/>
                <a:ext cx="221" cy="230"/>
              </a:xfrm>
              <a:prstGeom prst="rect">
                <a:avLst/>
              </a:prstGeom>
              <a:noFill/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/>
              <a:p>
                <a:pPr algn="l" defTabSz="762000"/>
                <a:r>
                  <a:rPr lang="es-ES_tradnl" sz="1400" noProof="0" dirty="0">
                    <a:solidFill>
                      <a:schemeClr val="tx1"/>
                    </a:solidFill>
                  </a:rPr>
                  <a:t>2</a:t>
                </a:r>
                <a:r>
                  <a:rPr lang="es-ES_tradnl" sz="1400" baseline="30000" noProof="0" dirty="0">
                    <a:solidFill>
                      <a:schemeClr val="tx1"/>
                    </a:solidFill>
                  </a:rPr>
                  <a:t>6</a:t>
                </a:r>
                <a:endParaRPr lang="es-ES_tradnl" sz="1400" noProof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0" name="Rectangle 72">
                <a:extLst>
                  <a:ext uri="{FF2B5EF4-FFF2-40B4-BE49-F238E27FC236}">
                    <a16:creationId xmlns:a16="http://schemas.microsoft.com/office/drawing/2014/main" id="{53ECFEA9-DB26-E51C-5126-B3FC2539CD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76" y="3831"/>
                <a:ext cx="221" cy="230"/>
              </a:xfrm>
              <a:prstGeom prst="rect">
                <a:avLst/>
              </a:prstGeom>
              <a:noFill/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/>
              <a:p>
                <a:pPr algn="l" defTabSz="762000"/>
                <a:r>
                  <a:rPr lang="es-ES_tradnl" sz="1400" noProof="0" dirty="0">
                    <a:solidFill>
                      <a:schemeClr val="tx1"/>
                    </a:solidFill>
                  </a:rPr>
                  <a:t>2</a:t>
                </a:r>
                <a:r>
                  <a:rPr lang="es-ES_tradnl" sz="1400" baseline="30000" noProof="0" dirty="0">
                    <a:solidFill>
                      <a:schemeClr val="tx1"/>
                    </a:solidFill>
                  </a:rPr>
                  <a:t>7</a:t>
                </a:r>
                <a:endParaRPr lang="es-ES_tradnl" sz="1400" noProof="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9" name="Rectangle 73">
              <a:extLst>
                <a:ext uri="{FF2B5EF4-FFF2-40B4-BE49-F238E27FC236}">
                  <a16:creationId xmlns:a16="http://schemas.microsoft.com/office/drawing/2014/main" id="{77C7EFE4-1B4F-7AA3-B000-DF08D53DCD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39937" y="4770438"/>
              <a:ext cx="184731" cy="338554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pPr algn="l" defTabSz="762000"/>
              <a:endParaRPr lang="es-ES_tradnl" sz="1600" b="1" noProof="0" dirty="0">
                <a:solidFill>
                  <a:schemeClr val="tx1"/>
                </a:solidFill>
              </a:endParaRPr>
            </a:p>
          </p:txBody>
        </p:sp>
        <p:sp>
          <p:nvSpPr>
            <p:cNvPr id="20" name="Rectangle 74">
              <a:extLst>
                <a:ext uri="{FF2B5EF4-FFF2-40B4-BE49-F238E27FC236}">
                  <a16:creationId xmlns:a16="http://schemas.microsoft.com/office/drawing/2014/main" id="{E38886B2-F0B2-C8DF-FA76-D4A798C978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84337" y="4752975"/>
              <a:ext cx="184731" cy="338554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pPr algn="l" defTabSz="762000"/>
              <a:endParaRPr lang="es-ES_tradnl" sz="1600" b="1" noProof="0" dirty="0">
                <a:solidFill>
                  <a:schemeClr val="tx1"/>
                </a:solidFill>
              </a:endParaRPr>
            </a:p>
          </p:txBody>
        </p:sp>
        <p:sp>
          <p:nvSpPr>
            <p:cNvPr id="21" name="Text Box 75">
              <a:extLst>
                <a:ext uri="{FF2B5EF4-FFF2-40B4-BE49-F238E27FC236}">
                  <a16:creationId xmlns:a16="http://schemas.microsoft.com/office/drawing/2014/main" id="{48CD1367-505E-EF4A-E122-9A12E81CCF6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66937" y="3946525"/>
              <a:ext cx="285750" cy="369332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 algn="l" defTabSz="762000"/>
              <a:endParaRPr lang="es-ES_tradnl" sz="1800" b="1" noProof="0" dirty="0">
                <a:solidFill>
                  <a:schemeClr val="tx1"/>
                </a:solidFill>
              </a:endParaRPr>
            </a:p>
          </p:txBody>
        </p:sp>
        <p:grpSp>
          <p:nvGrpSpPr>
            <p:cNvPr id="22" name="Group 76">
              <a:extLst>
                <a:ext uri="{FF2B5EF4-FFF2-40B4-BE49-F238E27FC236}">
                  <a16:creationId xmlns:a16="http://schemas.microsoft.com/office/drawing/2014/main" id="{60140E86-68D8-18C9-817F-FECA39E726B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70062" y="3849693"/>
              <a:ext cx="1455738" cy="369888"/>
              <a:chOff x="2166" y="2404"/>
              <a:chExt cx="917" cy="233"/>
            </a:xfrm>
          </p:grpSpPr>
          <p:sp>
            <p:nvSpPr>
              <p:cNvPr id="39" name="Text Box 77">
                <a:extLst>
                  <a:ext uri="{FF2B5EF4-FFF2-40B4-BE49-F238E27FC236}">
                    <a16:creationId xmlns:a16="http://schemas.microsoft.com/office/drawing/2014/main" id="{42700B50-9C42-3FE6-948D-554C5D6CC7B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14" y="2404"/>
                <a:ext cx="197" cy="233"/>
              </a:xfrm>
              <a:prstGeom prst="rect">
                <a:avLst/>
              </a:prstGeom>
              <a:noFill/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/>
              <a:p>
                <a:pPr algn="l" defTabSz="762000"/>
                <a:r>
                  <a:rPr lang="es-ES_tradnl" sz="1800" noProof="0" dirty="0">
                    <a:solidFill>
                      <a:schemeClr val="tx1"/>
                    </a:solidFill>
                  </a:rPr>
                  <a:t>0</a:t>
                </a:r>
              </a:p>
            </p:txBody>
          </p:sp>
          <p:sp>
            <p:nvSpPr>
              <p:cNvPr id="40" name="Text Box 78">
                <a:extLst>
                  <a:ext uri="{FF2B5EF4-FFF2-40B4-BE49-F238E27FC236}">
                    <a16:creationId xmlns:a16="http://schemas.microsoft.com/office/drawing/2014/main" id="{1AA46F26-3FEA-20D6-E58A-1E5FE9EBA72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66" y="2404"/>
                <a:ext cx="197" cy="233"/>
              </a:xfrm>
              <a:prstGeom prst="rect">
                <a:avLst/>
              </a:prstGeom>
              <a:noFill/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/>
              <a:p>
                <a:pPr algn="l" defTabSz="762000"/>
                <a:r>
                  <a:rPr lang="es-ES_tradnl" sz="1800" noProof="0" dirty="0">
                    <a:solidFill>
                      <a:schemeClr val="tx1"/>
                    </a:solidFill>
                  </a:rPr>
                  <a:t>0</a:t>
                </a:r>
              </a:p>
            </p:txBody>
          </p:sp>
          <p:sp>
            <p:nvSpPr>
              <p:cNvPr id="41" name="Text Box 79">
                <a:extLst>
                  <a:ext uri="{FF2B5EF4-FFF2-40B4-BE49-F238E27FC236}">
                    <a16:creationId xmlns:a16="http://schemas.microsoft.com/office/drawing/2014/main" id="{E4A59CAC-C86A-8069-97E5-BDDC327ACC4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886" y="2404"/>
                <a:ext cx="197" cy="233"/>
              </a:xfrm>
              <a:prstGeom prst="rect">
                <a:avLst/>
              </a:prstGeom>
              <a:noFill/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/>
              <a:p>
                <a:pPr algn="l" defTabSz="762000"/>
                <a:r>
                  <a:rPr lang="es-ES_tradnl" sz="1800" noProof="0" dirty="0">
                    <a:solidFill>
                      <a:schemeClr val="tx1"/>
                    </a:solidFill>
                  </a:rPr>
                  <a:t>0</a:t>
                </a:r>
              </a:p>
            </p:txBody>
          </p:sp>
          <p:sp>
            <p:nvSpPr>
              <p:cNvPr id="42" name="Text Box 80">
                <a:extLst>
                  <a:ext uri="{FF2B5EF4-FFF2-40B4-BE49-F238E27FC236}">
                    <a16:creationId xmlns:a16="http://schemas.microsoft.com/office/drawing/2014/main" id="{2D892E34-07A2-A684-25AD-9C847C147C5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635" y="2404"/>
                <a:ext cx="197" cy="233"/>
              </a:xfrm>
              <a:prstGeom prst="rect">
                <a:avLst/>
              </a:prstGeom>
              <a:noFill/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/>
              <a:p>
                <a:pPr algn="l" defTabSz="762000"/>
                <a:r>
                  <a:rPr lang="es-ES_tradnl" sz="1800" noProof="0" dirty="0">
                    <a:solidFill>
                      <a:schemeClr val="tx1"/>
                    </a:solidFill>
                  </a:rPr>
                  <a:t>0</a:t>
                </a:r>
              </a:p>
            </p:txBody>
          </p:sp>
        </p:grpSp>
        <p:grpSp>
          <p:nvGrpSpPr>
            <p:cNvPr id="23" name="Group 7">
              <a:extLst>
                <a:ext uri="{FF2B5EF4-FFF2-40B4-BE49-F238E27FC236}">
                  <a16:creationId xmlns:a16="http://schemas.microsoft.com/office/drawing/2014/main" id="{FE562A30-6973-90D7-46B8-FB35F865003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93962" y="2133603"/>
              <a:ext cx="1493838" cy="369888"/>
              <a:chOff x="2622" y="1263"/>
              <a:chExt cx="941" cy="233"/>
            </a:xfrm>
          </p:grpSpPr>
          <p:sp>
            <p:nvSpPr>
              <p:cNvPr id="35" name="Text Box 8">
                <a:extLst>
                  <a:ext uri="{FF2B5EF4-FFF2-40B4-BE49-F238E27FC236}">
                    <a16:creationId xmlns:a16="http://schemas.microsoft.com/office/drawing/2014/main" id="{08B33D9C-F9C0-38CB-1159-786B5965664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622" y="1263"/>
                <a:ext cx="197" cy="233"/>
              </a:xfrm>
              <a:prstGeom prst="rect">
                <a:avLst/>
              </a:prstGeom>
              <a:noFill/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/>
              <a:p>
                <a:pPr algn="l" defTabSz="762000"/>
                <a:r>
                  <a:rPr lang="es-ES_tradnl" sz="1800" noProof="0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36" name="Text Box 9">
                <a:extLst>
                  <a:ext uri="{FF2B5EF4-FFF2-40B4-BE49-F238E27FC236}">
                    <a16:creationId xmlns:a16="http://schemas.microsoft.com/office/drawing/2014/main" id="{7B1F1858-C8C8-985D-0B24-C8DAEA7B207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870" y="1263"/>
                <a:ext cx="197" cy="233"/>
              </a:xfrm>
              <a:prstGeom prst="rect">
                <a:avLst/>
              </a:prstGeom>
              <a:noFill/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/>
              <a:p>
                <a:pPr algn="l" defTabSz="762000"/>
                <a:r>
                  <a:rPr lang="es-ES_tradnl" sz="1800" noProof="0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37" name="Text Box 10">
                <a:extLst>
                  <a:ext uri="{FF2B5EF4-FFF2-40B4-BE49-F238E27FC236}">
                    <a16:creationId xmlns:a16="http://schemas.microsoft.com/office/drawing/2014/main" id="{9FCC05C2-9824-49F0-7AC7-CC4CDA8608D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18" y="1263"/>
                <a:ext cx="197" cy="233"/>
              </a:xfrm>
              <a:prstGeom prst="rect">
                <a:avLst/>
              </a:prstGeom>
              <a:noFill/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/>
              <a:p>
                <a:pPr algn="l" defTabSz="762000"/>
                <a:r>
                  <a:rPr lang="es-ES_tradnl" sz="1800" noProof="0" dirty="0">
                    <a:solidFill>
                      <a:schemeClr val="tx1"/>
                    </a:solidFill>
                  </a:rPr>
                  <a:t>0</a:t>
                </a:r>
              </a:p>
            </p:txBody>
          </p:sp>
          <p:sp>
            <p:nvSpPr>
              <p:cNvPr id="38" name="Text Box 11">
                <a:extLst>
                  <a:ext uri="{FF2B5EF4-FFF2-40B4-BE49-F238E27FC236}">
                    <a16:creationId xmlns:a16="http://schemas.microsoft.com/office/drawing/2014/main" id="{A524DD44-1316-9CB7-0F40-B22B0D17D57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366" y="1263"/>
                <a:ext cx="197" cy="233"/>
              </a:xfrm>
              <a:prstGeom prst="rect">
                <a:avLst/>
              </a:prstGeom>
              <a:noFill/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/>
              <a:p>
                <a:pPr algn="l" defTabSz="762000"/>
                <a:r>
                  <a:rPr lang="es-ES_tradnl" sz="1800" noProof="0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</p:grpSp>
        <p:grpSp>
          <p:nvGrpSpPr>
            <p:cNvPr id="24" name="Group 14">
              <a:extLst>
                <a:ext uri="{FF2B5EF4-FFF2-40B4-BE49-F238E27FC236}">
                  <a16:creationId xmlns:a16="http://schemas.microsoft.com/office/drawing/2014/main" id="{6F20CF10-86AD-27F8-36FC-21CD69ECAED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532064" y="2620967"/>
              <a:ext cx="1455738" cy="369888"/>
              <a:chOff x="2646" y="1631"/>
              <a:chExt cx="917" cy="233"/>
            </a:xfrm>
          </p:grpSpPr>
          <p:sp>
            <p:nvSpPr>
              <p:cNvPr id="31" name="Text Box 15">
                <a:extLst>
                  <a:ext uri="{FF2B5EF4-FFF2-40B4-BE49-F238E27FC236}">
                    <a16:creationId xmlns:a16="http://schemas.microsoft.com/office/drawing/2014/main" id="{AFE9CEBE-1932-32A0-DD29-6D27B4811C8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646" y="1631"/>
                <a:ext cx="197" cy="233"/>
              </a:xfrm>
              <a:prstGeom prst="rect">
                <a:avLst/>
              </a:prstGeom>
              <a:noFill/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/>
              <a:p>
                <a:pPr algn="l" defTabSz="762000"/>
                <a:r>
                  <a:rPr lang="es-ES_tradnl" sz="1800" noProof="0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32" name="Text Box 16">
                <a:extLst>
                  <a:ext uri="{FF2B5EF4-FFF2-40B4-BE49-F238E27FC236}">
                    <a16:creationId xmlns:a16="http://schemas.microsoft.com/office/drawing/2014/main" id="{C43EF1B0-8DC0-F838-FCF5-41220A7787C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886" y="1631"/>
                <a:ext cx="197" cy="233"/>
              </a:xfrm>
              <a:prstGeom prst="rect">
                <a:avLst/>
              </a:prstGeom>
              <a:noFill/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/>
              <a:p>
                <a:pPr algn="l" defTabSz="762000"/>
                <a:r>
                  <a:rPr lang="es-ES_tradnl" sz="1800" noProof="0" dirty="0">
                    <a:solidFill>
                      <a:schemeClr val="tx1"/>
                    </a:solidFill>
                  </a:rPr>
                  <a:t>0</a:t>
                </a:r>
              </a:p>
            </p:txBody>
          </p:sp>
          <p:sp>
            <p:nvSpPr>
              <p:cNvPr id="33" name="Text Box 17">
                <a:extLst>
                  <a:ext uri="{FF2B5EF4-FFF2-40B4-BE49-F238E27FC236}">
                    <a16:creationId xmlns:a16="http://schemas.microsoft.com/office/drawing/2014/main" id="{052980DC-4B4B-CBB7-94FB-D525D4D2E5A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26" y="1631"/>
                <a:ext cx="197" cy="233"/>
              </a:xfrm>
              <a:prstGeom prst="rect">
                <a:avLst/>
              </a:prstGeom>
              <a:noFill/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/>
              <a:p>
                <a:pPr algn="l" defTabSz="762000"/>
                <a:r>
                  <a:rPr lang="es-ES_tradnl" sz="1800" noProof="0" dirty="0">
                    <a:solidFill>
                      <a:schemeClr val="tx1"/>
                    </a:solidFill>
                  </a:rPr>
                  <a:t>0</a:t>
                </a:r>
              </a:p>
            </p:txBody>
          </p:sp>
          <p:sp>
            <p:nvSpPr>
              <p:cNvPr id="34" name="Text Box 18">
                <a:extLst>
                  <a:ext uri="{FF2B5EF4-FFF2-40B4-BE49-F238E27FC236}">
                    <a16:creationId xmlns:a16="http://schemas.microsoft.com/office/drawing/2014/main" id="{7C3FF36C-6BE6-4D19-024C-98A69220A94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366" y="1631"/>
                <a:ext cx="197" cy="233"/>
              </a:xfrm>
              <a:prstGeom prst="rect">
                <a:avLst/>
              </a:prstGeom>
              <a:noFill/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/>
              <a:p>
                <a:pPr algn="l" defTabSz="762000"/>
                <a:r>
                  <a:rPr lang="es-ES_tradnl" sz="1800" noProof="0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</p:grpSp>
        <p:sp>
          <p:nvSpPr>
            <p:cNvPr id="25" name="Line 19">
              <a:extLst>
                <a:ext uri="{FF2B5EF4-FFF2-40B4-BE49-F238E27FC236}">
                  <a16:creationId xmlns:a16="http://schemas.microsoft.com/office/drawing/2014/main" id="{0597FE55-D018-2F13-9762-64A3B136CEB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838200" y="3089275"/>
              <a:ext cx="32258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s-ES_tradnl" sz="1600" noProof="0" dirty="0">
                <a:solidFill>
                  <a:schemeClr val="tx1"/>
                </a:solidFill>
              </a:endParaRPr>
            </a:p>
          </p:txBody>
        </p:sp>
        <p:sp>
          <p:nvSpPr>
            <p:cNvPr id="26" name="Rectangle 81">
              <a:extLst>
                <a:ext uri="{FF2B5EF4-FFF2-40B4-BE49-F238E27FC236}">
                  <a16:creationId xmlns:a16="http://schemas.microsoft.com/office/drawing/2014/main" id="{2B6B9754-F477-3234-3DB4-58306B1C30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54237" y="2662238"/>
              <a:ext cx="296876" cy="338554"/>
            </a:xfrm>
            <a:prstGeom prst="rect">
              <a:avLst/>
            </a:prstGeom>
            <a:noFill/>
            <a:ln w="317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/>
              <a:r>
                <a:rPr lang="es-ES_tradnl" sz="1600" b="1" noProof="0" dirty="0">
                  <a:solidFill>
                    <a:schemeClr val="tx1"/>
                  </a:solidFill>
                  <a:sym typeface="Symbol" pitchFamily="18" charset="2"/>
                </a:rPr>
                <a:t></a:t>
              </a:r>
            </a:p>
          </p:txBody>
        </p:sp>
        <p:grpSp>
          <p:nvGrpSpPr>
            <p:cNvPr id="27" name="Group 89">
              <a:extLst>
                <a:ext uri="{FF2B5EF4-FFF2-40B4-BE49-F238E27FC236}">
                  <a16:creationId xmlns:a16="http://schemas.microsoft.com/office/drawing/2014/main" id="{B9F6D9CE-25C3-3926-FCF7-E8A905ADBCA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62262" y="3484565"/>
              <a:ext cx="1157288" cy="1131888"/>
              <a:chOff x="1974" y="2436"/>
              <a:chExt cx="729" cy="713"/>
            </a:xfrm>
          </p:grpSpPr>
          <p:sp>
            <p:nvSpPr>
              <p:cNvPr id="28" name="Rectangle 90">
                <a:extLst>
                  <a:ext uri="{FF2B5EF4-FFF2-40B4-BE49-F238E27FC236}">
                    <a16:creationId xmlns:a16="http://schemas.microsoft.com/office/drawing/2014/main" id="{2503E976-4DE5-261C-3EF7-EBFF1E929F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06" y="2436"/>
                <a:ext cx="197" cy="233"/>
              </a:xfrm>
              <a:prstGeom prst="rect">
                <a:avLst/>
              </a:prstGeom>
              <a:noFill/>
              <a:ln w="317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l"/>
                <a:r>
                  <a:rPr lang="es-ES_tradnl" sz="1800" noProof="0" dirty="0">
                    <a:solidFill>
                      <a:schemeClr val="tx1"/>
                    </a:solidFill>
                  </a:rPr>
                  <a:t>0</a:t>
                </a:r>
              </a:p>
            </p:txBody>
          </p:sp>
          <p:sp>
            <p:nvSpPr>
              <p:cNvPr id="29" name="Rectangle 91">
                <a:extLst>
                  <a:ext uri="{FF2B5EF4-FFF2-40B4-BE49-F238E27FC236}">
                    <a16:creationId xmlns:a16="http://schemas.microsoft.com/office/drawing/2014/main" id="{84FDD972-DF2A-645A-4757-1955FA6B71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40" y="2681"/>
                <a:ext cx="399" cy="233"/>
              </a:xfrm>
              <a:prstGeom prst="rect">
                <a:avLst/>
              </a:prstGeom>
              <a:noFill/>
              <a:ln w="317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l"/>
                <a:r>
                  <a:rPr lang="es-ES_tradnl" sz="1800" noProof="0" dirty="0">
                    <a:solidFill>
                      <a:schemeClr val="tx1"/>
                    </a:solidFill>
                  </a:rPr>
                  <a:t>0   0</a:t>
                </a:r>
              </a:p>
            </p:txBody>
          </p:sp>
          <p:sp>
            <p:nvSpPr>
              <p:cNvPr id="30" name="Rectangle 92">
                <a:extLst>
                  <a:ext uri="{FF2B5EF4-FFF2-40B4-BE49-F238E27FC236}">
                    <a16:creationId xmlns:a16="http://schemas.microsoft.com/office/drawing/2014/main" id="{19AB2412-8A2B-59C4-1255-F91EE0E8CB6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74" y="2916"/>
                <a:ext cx="601" cy="233"/>
              </a:xfrm>
              <a:prstGeom prst="rect">
                <a:avLst/>
              </a:prstGeom>
              <a:noFill/>
              <a:ln w="317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l"/>
                <a:r>
                  <a:rPr lang="es-ES_tradnl" sz="1800" noProof="0" dirty="0">
                    <a:solidFill>
                      <a:schemeClr val="tx1"/>
                    </a:solidFill>
                  </a:rPr>
                  <a:t>0   0   0</a:t>
                </a:r>
              </a:p>
            </p:txBody>
          </p:sp>
        </p:grpSp>
      </p:grpSp>
      <p:sp>
        <p:nvSpPr>
          <p:cNvPr id="86" name="Rectángulo 85">
            <a:extLst>
              <a:ext uri="{FF2B5EF4-FFF2-40B4-BE49-F238E27FC236}">
                <a16:creationId xmlns:a16="http://schemas.microsoft.com/office/drawing/2014/main" id="{CD9D75A8-5A33-8030-330F-8C771EA04EB1}"/>
              </a:ext>
            </a:extLst>
          </p:cNvPr>
          <p:cNvSpPr/>
          <p:nvPr/>
        </p:nvSpPr>
        <p:spPr>
          <a:xfrm>
            <a:off x="5105400" y="2837797"/>
            <a:ext cx="403860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>
              <a:tabLst>
                <a:tab pos="3810000" algn="l"/>
              </a:tabLst>
            </a:pPr>
            <a:r>
              <a:rPr lang="es-ES_tradnl" sz="1600" noProof="0" dirty="0">
                <a:solidFill>
                  <a:schemeClr val="tx1"/>
                </a:solidFill>
              </a:rPr>
              <a:t>Notación</a:t>
            </a:r>
          </a:p>
          <a:p>
            <a:pPr marL="0" lvl="1">
              <a:tabLst>
                <a:tab pos="3810000" algn="l"/>
              </a:tabLst>
            </a:pPr>
            <a:r>
              <a:rPr lang="es-ES_tradnl" sz="1600" noProof="0" dirty="0">
                <a:solidFill>
                  <a:schemeClr val="tx1"/>
                </a:solidFill>
              </a:rPr>
              <a:t>M = Multiplicando; m</a:t>
            </a:r>
            <a:r>
              <a:rPr lang="es-ES_tradnl" sz="1600" baseline="-25000" noProof="0" dirty="0">
                <a:solidFill>
                  <a:schemeClr val="tx1"/>
                </a:solidFill>
              </a:rPr>
              <a:t>i</a:t>
            </a:r>
            <a:r>
              <a:rPr lang="es-ES_tradnl" sz="1600" noProof="0" dirty="0">
                <a:solidFill>
                  <a:schemeClr val="tx1"/>
                </a:solidFill>
              </a:rPr>
              <a:t> = bit i-</a:t>
            </a:r>
            <a:r>
              <a:rPr lang="es-ES_tradnl" sz="1600" noProof="0" dirty="0" err="1">
                <a:solidFill>
                  <a:schemeClr val="tx1"/>
                </a:solidFill>
              </a:rPr>
              <a:t>ésimo</a:t>
            </a:r>
            <a:endParaRPr lang="es-ES_tradnl" sz="1600" noProof="0" dirty="0">
              <a:solidFill>
                <a:schemeClr val="tx1"/>
              </a:solidFill>
            </a:endParaRPr>
          </a:p>
          <a:p>
            <a:pPr marL="0" lvl="1">
              <a:tabLst>
                <a:tab pos="3810000" algn="l"/>
              </a:tabLst>
            </a:pPr>
            <a:r>
              <a:rPr lang="es-ES_tradnl" sz="1600" noProof="0" dirty="0">
                <a:solidFill>
                  <a:schemeClr val="tx1"/>
                </a:solidFill>
              </a:rPr>
              <a:t>Q = Multiplicador; </a:t>
            </a:r>
            <a:r>
              <a:rPr lang="es-ES_tradnl" sz="1600" noProof="0" dirty="0" err="1">
                <a:solidFill>
                  <a:schemeClr val="tx1"/>
                </a:solidFill>
              </a:rPr>
              <a:t>q</a:t>
            </a:r>
            <a:r>
              <a:rPr lang="es-ES_tradnl" sz="1600" baseline="-25000" noProof="0" dirty="0" err="1">
                <a:solidFill>
                  <a:schemeClr val="tx1"/>
                </a:solidFill>
              </a:rPr>
              <a:t>i</a:t>
            </a:r>
            <a:r>
              <a:rPr lang="es-ES_tradnl" sz="1600" noProof="0" dirty="0">
                <a:solidFill>
                  <a:schemeClr val="tx1"/>
                </a:solidFill>
              </a:rPr>
              <a:t> = bit i-</a:t>
            </a:r>
            <a:r>
              <a:rPr lang="es-ES_tradnl" sz="1600" noProof="0" dirty="0" err="1">
                <a:solidFill>
                  <a:schemeClr val="tx1"/>
                </a:solidFill>
              </a:rPr>
              <a:t>ésimo</a:t>
            </a:r>
            <a:endParaRPr lang="es-ES_tradnl" sz="1600" noProof="0" dirty="0">
              <a:solidFill>
                <a:schemeClr val="tx1"/>
              </a:solidFill>
            </a:endParaRPr>
          </a:p>
          <a:p>
            <a:pPr marL="0" lvl="1">
              <a:tabLst>
                <a:tab pos="3810000" algn="l"/>
              </a:tabLst>
            </a:pPr>
            <a:r>
              <a:rPr lang="es-ES_tradnl" sz="1600" noProof="0" dirty="0">
                <a:solidFill>
                  <a:schemeClr val="tx1"/>
                </a:solidFill>
              </a:rPr>
              <a:t>P = Producto; p</a:t>
            </a:r>
            <a:r>
              <a:rPr lang="es-ES_tradnl" sz="1600" baseline="-25000" noProof="0" dirty="0">
                <a:solidFill>
                  <a:schemeClr val="tx1"/>
                </a:solidFill>
              </a:rPr>
              <a:t>i</a:t>
            </a:r>
            <a:r>
              <a:rPr lang="es-ES_tradnl" sz="1600" noProof="0" dirty="0">
                <a:solidFill>
                  <a:schemeClr val="tx1"/>
                </a:solidFill>
              </a:rPr>
              <a:t> = bit i-</a:t>
            </a:r>
            <a:r>
              <a:rPr lang="es-ES_tradnl" sz="1600" noProof="0" dirty="0" err="1">
                <a:solidFill>
                  <a:schemeClr val="tx1"/>
                </a:solidFill>
              </a:rPr>
              <a:t>ésimo</a:t>
            </a:r>
            <a:endParaRPr lang="es-ES_tradnl" sz="1600" noProof="0" dirty="0">
              <a:solidFill>
                <a:schemeClr val="tx1"/>
              </a:solidFill>
            </a:endParaRPr>
          </a:p>
        </p:txBody>
      </p:sp>
      <p:sp>
        <p:nvSpPr>
          <p:cNvPr id="87" name="Marcador de número de diapositiva 3">
            <a:extLst>
              <a:ext uri="{FF2B5EF4-FFF2-40B4-BE49-F238E27FC236}">
                <a16:creationId xmlns:a16="http://schemas.microsoft.com/office/drawing/2014/main" id="{6E6F2022-A270-B26E-5F68-4711E2EB98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86800" y="6529388"/>
            <a:ext cx="457200" cy="328612"/>
          </a:xfrm>
        </p:spPr>
        <p:txBody>
          <a:bodyPr/>
          <a:lstStyle/>
          <a:p>
            <a:fld id="{165D9AA3-C110-4682-A7ED-0B7E64F42347}" type="slidenum">
              <a:rPr lang="es-ES_tradnl" noProof="0" smtClean="0"/>
              <a:pPr/>
              <a:t>41</a:t>
            </a:fld>
            <a:endParaRPr lang="es-ES_tradnl" noProof="0" dirty="0"/>
          </a:p>
        </p:txBody>
      </p:sp>
    </p:spTree>
    <p:extLst>
      <p:ext uri="{BB962C8B-B14F-4D97-AF65-F5344CB8AC3E}">
        <p14:creationId xmlns:p14="http://schemas.microsoft.com/office/powerpoint/2010/main" val="12625108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utoUpdateAnimBg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026DDC-73B3-1C40-3808-A8186B605C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0B26A230-71B5-8649-FA88-A004FC9E7D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Fundamentos</a:t>
            </a:r>
            <a:endParaRPr lang="en-US" dirty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BD0A96B-31E5-7BFD-3B9B-024FB1F793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_tradnl" dirty="0"/>
              <a:t>Problemática de la multiplicación con signo</a:t>
            </a:r>
          </a:p>
          <a:p>
            <a:pPr lvl="1"/>
            <a:r>
              <a:rPr lang="es-ES_tradnl" dirty="0"/>
              <a:t>Hay que extender el signo del multiplicando</a:t>
            </a:r>
          </a:p>
          <a:p>
            <a:pPr lvl="1"/>
            <a:r>
              <a:rPr lang="es-ES_tradnl" dirty="0"/>
              <a:t>El peso del bit de signo del multiplicador es de –2</a:t>
            </a:r>
            <a:r>
              <a:rPr lang="es-ES_tradnl" b="1" baseline="30000" dirty="0"/>
              <a:t>n–1</a:t>
            </a:r>
            <a:r>
              <a:rPr lang="es-ES_tradnl" dirty="0"/>
              <a:t> (y no 2</a:t>
            </a:r>
            <a:r>
              <a:rPr lang="es-ES_tradnl" b="1" baseline="30000" dirty="0"/>
              <a:t>n–1</a:t>
            </a:r>
            <a:r>
              <a:rPr lang="es-ES_tradnl" dirty="0"/>
              <a:t>)</a:t>
            </a:r>
          </a:p>
          <a:p>
            <a:pPr lvl="2"/>
            <a:r>
              <a:rPr lang="es-ES_tradnl" dirty="0"/>
              <a:t>Conviene buscar codificaciones alternativas</a:t>
            </a:r>
          </a:p>
        </p:txBody>
      </p:sp>
      <p:sp>
        <p:nvSpPr>
          <p:cNvPr id="2" name="Marcador de número de diapositiva 3">
            <a:extLst>
              <a:ext uri="{FF2B5EF4-FFF2-40B4-BE49-F238E27FC236}">
                <a16:creationId xmlns:a16="http://schemas.microsoft.com/office/drawing/2014/main" id="{3DB60C5F-7B34-7B86-2E5B-B08EB3F57E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86800" y="6529388"/>
            <a:ext cx="457200" cy="328612"/>
          </a:xfrm>
        </p:spPr>
        <p:txBody>
          <a:bodyPr/>
          <a:lstStyle/>
          <a:p>
            <a:fld id="{165D9AA3-C110-4682-A7ED-0B7E64F42347}" type="slidenum">
              <a:rPr lang="es-ES_tradnl" noProof="0" smtClean="0"/>
              <a:pPr/>
              <a:t>42</a:t>
            </a:fld>
            <a:endParaRPr lang="es-ES_tradnl" noProof="0" dirty="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11D3CD39-0D93-14B2-E424-9AD96707A45F}"/>
              </a:ext>
            </a:extLst>
          </p:cNvPr>
          <p:cNvSpPr/>
          <p:nvPr/>
        </p:nvSpPr>
        <p:spPr bwMode="grayWhite">
          <a:xfrm>
            <a:off x="685800" y="5161335"/>
            <a:ext cx="65" cy="246221"/>
          </a:xfrm>
          <a:prstGeom prst="rect">
            <a:avLst/>
          </a:prstGeom>
          <a:solidFill>
            <a:schemeClr val="tx1">
              <a:lumMod val="25000"/>
            </a:scheme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_tradnl" sz="1600" b="0" i="0" u="none" strike="noStrike" cap="none" normalizeH="0" baseline="0" noProof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E5573D75-BA58-E0F1-2668-D6F7DDC011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29050" y="2996957"/>
            <a:ext cx="702115" cy="3391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pPr algn="l" defTabSz="762000"/>
            <a:r>
              <a:rPr lang="es-ES_tradnl" sz="1600" noProof="0" dirty="0">
                <a:solidFill>
                  <a:schemeClr val="tx1"/>
                </a:solidFill>
              </a:rPr>
              <a:t>(–3</a:t>
            </a:r>
            <a:r>
              <a:rPr lang="es-ES_tradnl" sz="1600" baseline="-25000" noProof="0" dirty="0">
                <a:solidFill>
                  <a:schemeClr val="tx1"/>
                </a:solidFill>
              </a:rPr>
              <a:t>10</a:t>
            </a:r>
            <a:r>
              <a:rPr lang="es-ES_tradnl" sz="1600" noProof="0" dirty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D5F95774-F933-392F-C05C-344B80E207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0" y="3484320"/>
            <a:ext cx="766235" cy="3699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pPr algn="l" defTabSz="762000"/>
            <a:r>
              <a:rPr lang="es-ES_tradnl" sz="1800" noProof="0" dirty="0">
                <a:solidFill>
                  <a:schemeClr val="tx1"/>
                </a:solidFill>
              </a:rPr>
              <a:t> </a:t>
            </a:r>
            <a:r>
              <a:rPr lang="es-ES_tradnl" sz="1600" noProof="0" dirty="0">
                <a:solidFill>
                  <a:schemeClr val="tx1"/>
                </a:solidFill>
              </a:rPr>
              <a:t>(–7</a:t>
            </a:r>
            <a:r>
              <a:rPr lang="es-ES_tradnl" sz="1600" baseline="-25000" noProof="0" dirty="0">
                <a:solidFill>
                  <a:schemeClr val="tx1"/>
                </a:solidFill>
              </a:rPr>
              <a:t>10</a:t>
            </a:r>
            <a:r>
              <a:rPr lang="es-ES_tradnl" sz="1600" noProof="0" dirty="0">
                <a:solidFill>
                  <a:schemeClr val="tx1"/>
                </a:solidFill>
              </a:rPr>
              <a:t>)</a:t>
            </a:r>
          </a:p>
        </p:txBody>
      </p:sp>
      <p:graphicFrame>
        <p:nvGraphicFramePr>
          <p:cNvPr id="8" name="Object 85">
            <a:extLst>
              <a:ext uri="{FF2B5EF4-FFF2-40B4-BE49-F238E27FC236}">
                <a16:creationId xmlns:a16="http://schemas.microsoft.com/office/drawing/2014/main" id="{6C1013D2-C0C4-6AA6-CE0C-A66331386E4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32406596"/>
              </p:ext>
            </p:extLst>
          </p:nvPr>
        </p:nvGraphicFramePr>
        <p:xfrm>
          <a:off x="3929058" y="4187585"/>
          <a:ext cx="4803017" cy="10604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3" imgW="3695700" imgH="812800" progId="Equation.3">
                  <p:embed/>
                </p:oleObj>
              </mc:Choice>
              <mc:Fallback>
                <p:oleObj name="Ecuación" r:id="rId3" imgW="3695700" imgH="812800" progId="Equation.3">
                  <p:embed/>
                  <p:pic>
                    <p:nvPicPr>
                      <p:cNvPr id="326741" name="Object 8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29058" y="4187585"/>
                        <a:ext cx="4803017" cy="1060460"/>
                      </a:xfrm>
                      <a:prstGeom prst="rect">
                        <a:avLst/>
                      </a:prstGeom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ln w="9525"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 Box 88">
            <a:extLst>
              <a:ext uri="{FF2B5EF4-FFF2-40B4-BE49-F238E27FC236}">
                <a16:creationId xmlns:a16="http://schemas.microsoft.com/office/drawing/2014/main" id="{D655D700-4211-D022-A60C-E2A38A54E4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0" y="5568647"/>
            <a:ext cx="5334000" cy="338554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pPr defTabSz="762000"/>
            <a:r>
              <a:rPr lang="es-ES_tradnl" sz="1600" noProof="0" dirty="0">
                <a:solidFill>
                  <a:schemeClr val="tx1"/>
                </a:solidFill>
              </a:rPr>
              <a:t>(+21</a:t>
            </a:r>
            <a:r>
              <a:rPr lang="es-ES_tradnl" sz="1600" baseline="-25000" noProof="0" dirty="0">
                <a:solidFill>
                  <a:schemeClr val="tx1"/>
                </a:solidFill>
              </a:rPr>
              <a:t>10</a:t>
            </a:r>
            <a:r>
              <a:rPr lang="es-ES_tradnl" sz="1600" noProof="0" dirty="0">
                <a:solidFill>
                  <a:schemeClr val="tx1"/>
                </a:solidFill>
              </a:rPr>
              <a:t>)</a:t>
            </a:r>
            <a:r>
              <a:rPr lang="es-ES_tradnl" sz="1400" noProof="0" dirty="0">
                <a:solidFill>
                  <a:schemeClr val="tx1"/>
                </a:solidFill>
              </a:rPr>
              <a:t> = 11111101</a:t>
            </a:r>
            <a:r>
              <a:rPr lang="es-ES_tradnl" sz="1400" baseline="-25000" noProof="0" dirty="0">
                <a:solidFill>
                  <a:schemeClr val="tx1"/>
                </a:solidFill>
              </a:rPr>
              <a:t>2 </a:t>
            </a:r>
            <a:r>
              <a:rPr lang="es-ES_tradnl" sz="1400" b="1" noProof="0" dirty="0">
                <a:solidFill>
                  <a:schemeClr val="tx1"/>
                </a:solidFill>
                <a:sym typeface="Symbol" pitchFamily="18" charset="2"/>
              </a:rPr>
              <a:t></a:t>
            </a:r>
            <a:r>
              <a:rPr lang="es-ES_tradnl" sz="1400" noProof="0" dirty="0">
                <a:solidFill>
                  <a:schemeClr val="tx1"/>
                </a:solidFill>
              </a:rPr>
              <a:t>(–1</a:t>
            </a:r>
            <a:r>
              <a:rPr lang="es-ES_tradnl" sz="1400" b="1" noProof="0" dirty="0">
                <a:solidFill>
                  <a:schemeClr val="tx1"/>
                </a:solidFill>
                <a:sym typeface="Symbol" pitchFamily="18" charset="2"/>
              </a:rPr>
              <a:t></a:t>
            </a:r>
            <a:r>
              <a:rPr lang="es-ES_tradnl" sz="1400" noProof="0" dirty="0">
                <a:solidFill>
                  <a:schemeClr val="tx1"/>
                </a:solidFill>
              </a:rPr>
              <a:t>2</a:t>
            </a:r>
            <a:r>
              <a:rPr lang="es-ES_tradnl" sz="1400" baseline="30000" noProof="0" dirty="0">
                <a:solidFill>
                  <a:schemeClr val="tx1"/>
                </a:solidFill>
              </a:rPr>
              <a:t>3 </a:t>
            </a:r>
            <a:r>
              <a:rPr lang="es-ES_tradnl" sz="1400" noProof="0" dirty="0">
                <a:solidFill>
                  <a:schemeClr val="tx1"/>
                </a:solidFill>
              </a:rPr>
              <a:t>+ 0</a:t>
            </a:r>
            <a:r>
              <a:rPr lang="es-ES_tradnl" sz="1400" b="1" noProof="0" dirty="0">
                <a:solidFill>
                  <a:schemeClr val="tx1"/>
                </a:solidFill>
                <a:sym typeface="Symbol" pitchFamily="18" charset="2"/>
              </a:rPr>
              <a:t></a:t>
            </a:r>
            <a:r>
              <a:rPr lang="es-ES_tradnl" sz="1400" noProof="0" dirty="0">
                <a:solidFill>
                  <a:schemeClr val="tx1"/>
                </a:solidFill>
              </a:rPr>
              <a:t>2</a:t>
            </a:r>
            <a:r>
              <a:rPr lang="es-ES_tradnl" sz="1400" baseline="30000" noProof="0" dirty="0">
                <a:solidFill>
                  <a:schemeClr val="tx1"/>
                </a:solidFill>
              </a:rPr>
              <a:t>2</a:t>
            </a:r>
            <a:r>
              <a:rPr lang="es-ES_tradnl" sz="1400" noProof="0" dirty="0">
                <a:solidFill>
                  <a:schemeClr val="tx1"/>
                </a:solidFill>
              </a:rPr>
              <a:t>+ 0</a:t>
            </a:r>
            <a:r>
              <a:rPr lang="es-ES_tradnl" sz="1400" b="1" noProof="0" dirty="0">
                <a:solidFill>
                  <a:schemeClr val="tx1"/>
                </a:solidFill>
                <a:sym typeface="Symbol" pitchFamily="18" charset="2"/>
              </a:rPr>
              <a:t></a:t>
            </a:r>
            <a:r>
              <a:rPr lang="es-ES_tradnl" sz="1400" noProof="0" dirty="0">
                <a:solidFill>
                  <a:schemeClr val="tx1"/>
                </a:solidFill>
              </a:rPr>
              <a:t>2</a:t>
            </a:r>
            <a:r>
              <a:rPr lang="es-ES_tradnl" sz="1400" baseline="30000" noProof="0" dirty="0">
                <a:solidFill>
                  <a:schemeClr val="tx1"/>
                </a:solidFill>
              </a:rPr>
              <a:t>1</a:t>
            </a:r>
            <a:r>
              <a:rPr lang="es-ES_tradnl" sz="1400" noProof="0" dirty="0">
                <a:solidFill>
                  <a:schemeClr val="tx1"/>
                </a:solidFill>
              </a:rPr>
              <a:t>+ 1</a:t>
            </a:r>
            <a:r>
              <a:rPr lang="es-ES_tradnl" sz="1400" b="1" noProof="0" dirty="0">
                <a:solidFill>
                  <a:schemeClr val="tx1"/>
                </a:solidFill>
                <a:sym typeface="Symbol" pitchFamily="18" charset="2"/>
              </a:rPr>
              <a:t></a:t>
            </a:r>
            <a:r>
              <a:rPr lang="es-ES_tradnl" sz="1400" noProof="0" dirty="0">
                <a:solidFill>
                  <a:schemeClr val="tx1"/>
                </a:solidFill>
              </a:rPr>
              <a:t>2</a:t>
            </a:r>
            <a:r>
              <a:rPr lang="es-ES_tradnl" sz="1400" baseline="30000" noProof="0" dirty="0">
                <a:solidFill>
                  <a:schemeClr val="tx1"/>
                </a:solidFill>
              </a:rPr>
              <a:t>0</a:t>
            </a:r>
            <a:r>
              <a:rPr lang="es-ES_tradnl" sz="1400" noProof="0" dirty="0">
                <a:solidFill>
                  <a:schemeClr val="tx1"/>
                </a:solidFill>
              </a:rPr>
              <a:t>)</a:t>
            </a:r>
          </a:p>
        </p:txBody>
      </p:sp>
      <p:grpSp>
        <p:nvGrpSpPr>
          <p:cNvPr id="10" name="Group 20">
            <a:extLst>
              <a:ext uri="{FF2B5EF4-FFF2-40B4-BE49-F238E27FC236}">
                <a16:creationId xmlns:a16="http://schemas.microsoft.com/office/drawing/2014/main" id="{E61EB72B-5579-2A9F-1D26-B8BC06F92C36}"/>
              </a:ext>
            </a:extLst>
          </p:cNvPr>
          <p:cNvGrpSpPr>
            <a:grpSpLocks/>
          </p:cNvGrpSpPr>
          <p:nvPr/>
        </p:nvGrpSpPr>
        <p:grpSpPr bwMode="auto">
          <a:xfrm>
            <a:off x="1803400" y="4363906"/>
            <a:ext cx="1430338" cy="369888"/>
            <a:chOff x="2406" y="2159"/>
            <a:chExt cx="901" cy="233"/>
          </a:xfrm>
        </p:grpSpPr>
        <p:sp>
          <p:nvSpPr>
            <p:cNvPr id="11" name="Text Box 21">
              <a:extLst>
                <a:ext uri="{FF2B5EF4-FFF2-40B4-BE49-F238E27FC236}">
                  <a16:creationId xmlns:a16="http://schemas.microsoft.com/office/drawing/2014/main" id="{D433721C-422C-18C5-0ACC-8B1460E2E4D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06" y="2159"/>
              <a:ext cx="197" cy="233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pPr algn="l" defTabSz="762000"/>
              <a:r>
                <a:rPr lang="es-ES_tradnl" sz="1800" noProof="0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12" name="Text Box 22">
              <a:extLst>
                <a:ext uri="{FF2B5EF4-FFF2-40B4-BE49-F238E27FC236}">
                  <a16:creationId xmlns:a16="http://schemas.microsoft.com/office/drawing/2014/main" id="{587E7B1A-7D8E-077E-1F67-BA7669C01CE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40" y="2159"/>
              <a:ext cx="197" cy="233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pPr algn="l" defTabSz="762000"/>
              <a:r>
                <a:rPr lang="es-ES_tradnl" sz="1800" noProof="0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13" name="Text Box 23">
              <a:extLst>
                <a:ext uri="{FF2B5EF4-FFF2-40B4-BE49-F238E27FC236}">
                  <a16:creationId xmlns:a16="http://schemas.microsoft.com/office/drawing/2014/main" id="{A5C69627-5212-357C-A7A3-E67410E7A58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75" y="2159"/>
              <a:ext cx="197" cy="233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pPr algn="l" defTabSz="762000"/>
              <a:r>
                <a:rPr lang="es-ES_tradnl" sz="1800" noProof="0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14" name="Text Box 24">
              <a:extLst>
                <a:ext uri="{FF2B5EF4-FFF2-40B4-BE49-F238E27FC236}">
                  <a16:creationId xmlns:a16="http://schemas.microsoft.com/office/drawing/2014/main" id="{5180ED6C-3AB6-1FD2-6523-FC9A1C3A29C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10" y="2159"/>
              <a:ext cx="197" cy="233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pPr algn="l" defTabSz="762000"/>
              <a:r>
                <a:rPr lang="es-ES_tradnl" sz="1800" noProof="0" dirty="0">
                  <a:solidFill>
                    <a:schemeClr val="tx1"/>
                  </a:solidFill>
                </a:rPr>
                <a:t>0</a:t>
              </a:r>
            </a:p>
          </p:txBody>
        </p:sp>
      </p:grpSp>
      <p:sp>
        <p:nvSpPr>
          <p:cNvPr id="15" name="Text Box 25">
            <a:extLst>
              <a:ext uri="{FF2B5EF4-FFF2-40B4-BE49-F238E27FC236}">
                <a16:creationId xmlns:a16="http://schemas.microsoft.com/office/drawing/2014/main" id="{984CF744-BFF6-CA31-82D6-80161DFCD9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97100" y="4816339"/>
            <a:ext cx="184731" cy="36933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algn="l" defTabSz="762000"/>
            <a:endParaRPr lang="es-ES_tradnl" sz="1800" noProof="0" dirty="0">
              <a:solidFill>
                <a:schemeClr val="tx1"/>
              </a:solidFill>
            </a:endParaRPr>
          </a:p>
        </p:txBody>
      </p:sp>
      <p:sp>
        <p:nvSpPr>
          <p:cNvPr id="16" name="Text Box 31">
            <a:extLst>
              <a:ext uri="{FF2B5EF4-FFF2-40B4-BE49-F238E27FC236}">
                <a16:creationId xmlns:a16="http://schemas.microsoft.com/office/drawing/2014/main" id="{9AA0030E-97FE-8F0F-FBC7-68E21C4508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38275" y="5235439"/>
            <a:ext cx="285750" cy="36933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algn="l" defTabSz="762000"/>
            <a:endParaRPr lang="es-ES_tradnl" sz="1800" b="1" noProof="0" dirty="0">
              <a:solidFill>
                <a:schemeClr val="tx1"/>
              </a:solidFill>
            </a:endParaRPr>
          </a:p>
        </p:txBody>
      </p:sp>
      <p:grpSp>
        <p:nvGrpSpPr>
          <p:cNvPr id="17" name="Group 32">
            <a:extLst>
              <a:ext uri="{FF2B5EF4-FFF2-40B4-BE49-F238E27FC236}">
                <a16:creationId xmlns:a16="http://schemas.microsoft.com/office/drawing/2014/main" id="{1A591D15-067E-0D9D-BB05-C257EA21EF98}"/>
              </a:ext>
            </a:extLst>
          </p:cNvPr>
          <p:cNvGrpSpPr>
            <a:grpSpLocks/>
          </p:cNvGrpSpPr>
          <p:nvPr/>
        </p:nvGrpSpPr>
        <p:grpSpPr bwMode="auto">
          <a:xfrm>
            <a:off x="2184400" y="4000367"/>
            <a:ext cx="1417638" cy="371475"/>
            <a:chOff x="2646" y="1878"/>
            <a:chExt cx="893" cy="234"/>
          </a:xfrm>
        </p:grpSpPr>
        <p:sp>
          <p:nvSpPr>
            <p:cNvPr id="18" name="Text Box 33">
              <a:extLst>
                <a:ext uri="{FF2B5EF4-FFF2-40B4-BE49-F238E27FC236}">
                  <a16:creationId xmlns:a16="http://schemas.microsoft.com/office/drawing/2014/main" id="{82844020-8041-2FAC-7CA2-C3258895D1D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78" y="1878"/>
              <a:ext cx="197" cy="233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pPr algn="l" defTabSz="762000"/>
              <a:r>
                <a:rPr lang="es-ES_tradnl" sz="1800" noProof="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19" name="Text Box 34">
              <a:extLst>
                <a:ext uri="{FF2B5EF4-FFF2-40B4-BE49-F238E27FC236}">
                  <a16:creationId xmlns:a16="http://schemas.microsoft.com/office/drawing/2014/main" id="{B60F8030-3BF8-BCBB-467B-EADE2E129FB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10" y="1878"/>
              <a:ext cx="197" cy="233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pPr algn="l" defTabSz="762000"/>
              <a:r>
                <a:rPr lang="es-ES_tradnl" sz="1800" noProof="0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20" name="Text Box 35">
              <a:extLst>
                <a:ext uri="{FF2B5EF4-FFF2-40B4-BE49-F238E27FC236}">
                  <a16:creationId xmlns:a16="http://schemas.microsoft.com/office/drawing/2014/main" id="{C42DFD22-57A0-59E7-3979-A040D9ED324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46" y="1879"/>
              <a:ext cx="212" cy="233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 algn="l" defTabSz="762000"/>
              <a:r>
                <a:rPr lang="es-ES_tradnl" sz="1800" noProof="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21" name="Text Box 36">
              <a:extLst>
                <a:ext uri="{FF2B5EF4-FFF2-40B4-BE49-F238E27FC236}">
                  <a16:creationId xmlns:a16="http://schemas.microsoft.com/office/drawing/2014/main" id="{F663BEAB-2494-43F1-0E1E-E4C1186635E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42" y="1878"/>
              <a:ext cx="197" cy="233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pPr algn="l" defTabSz="762000"/>
              <a:r>
                <a:rPr lang="es-ES_tradnl" sz="1800" noProof="0" dirty="0">
                  <a:solidFill>
                    <a:schemeClr val="tx1"/>
                  </a:solidFill>
                </a:rPr>
                <a:t>1</a:t>
              </a:r>
            </a:p>
          </p:txBody>
        </p:sp>
      </p:grpSp>
      <p:sp>
        <p:nvSpPr>
          <p:cNvPr id="22" name="Text Box 37">
            <a:extLst>
              <a:ext uri="{FF2B5EF4-FFF2-40B4-BE49-F238E27FC236}">
                <a16:creationId xmlns:a16="http://schemas.microsoft.com/office/drawing/2014/main" id="{34C6E7D3-3A7F-D412-7123-DA965F5C5D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86038" y="3989251"/>
            <a:ext cx="285750" cy="36933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algn="l" defTabSz="762000"/>
            <a:endParaRPr lang="es-ES_tradnl" sz="1800" b="1" noProof="0" dirty="0">
              <a:solidFill>
                <a:schemeClr val="tx1"/>
              </a:solidFill>
            </a:endParaRPr>
          </a:p>
        </p:txBody>
      </p:sp>
      <p:grpSp>
        <p:nvGrpSpPr>
          <p:cNvPr id="23" name="Group 38">
            <a:extLst>
              <a:ext uri="{FF2B5EF4-FFF2-40B4-BE49-F238E27FC236}">
                <a16:creationId xmlns:a16="http://schemas.microsoft.com/office/drawing/2014/main" id="{C58EBE4E-0CD3-CC5A-635D-4FB681396903}"/>
              </a:ext>
            </a:extLst>
          </p:cNvPr>
          <p:cNvGrpSpPr>
            <a:grpSpLocks/>
          </p:cNvGrpSpPr>
          <p:nvPr/>
        </p:nvGrpSpPr>
        <p:grpSpPr bwMode="auto">
          <a:xfrm>
            <a:off x="673100" y="5537069"/>
            <a:ext cx="2979738" cy="381000"/>
            <a:chOff x="1718" y="2952"/>
            <a:chExt cx="1877" cy="240"/>
          </a:xfrm>
        </p:grpSpPr>
        <p:grpSp>
          <p:nvGrpSpPr>
            <p:cNvPr id="24" name="Group 39">
              <a:extLst>
                <a:ext uri="{FF2B5EF4-FFF2-40B4-BE49-F238E27FC236}">
                  <a16:creationId xmlns:a16="http://schemas.microsoft.com/office/drawing/2014/main" id="{994CE61C-284A-D90A-C96E-A74AEA00870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18" y="2959"/>
              <a:ext cx="1877" cy="233"/>
              <a:chOff x="1686" y="2951"/>
              <a:chExt cx="1877" cy="233"/>
            </a:xfrm>
          </p:grpSpPr>
          <p:sp>
            <p:nvSpPr>
              <p:cNvPr id="26" name="Text Box 40">
                <a:extLst>
                  <a:ext uri="{FF2B5EF4-FFF2-40B4-BE49-F238E27FC236}">
                    <a16:creationId xmlns:a16="http://schemas.microsoft.com/office/drawing/2014/main" id="{32E44CFF-8481-F654-B974-99BBB0E7877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86" y="2951"/>
                <a:ext cx="197" cy="233"/>
              </a:xfrm>
              <a:prstGeom prst="rect">
                <a:avLst/>
              </a:prstGeom>
              <a:noFill/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/>
              <a:p>
                <a:pPr algn="l" defTabSz="762000"/>
                <a:r>
                  <a:rPr lang="es-ES_tradnl" sz="1800" b="1" noProof="0" dirty="0">
                    <a:solidFill>
                      <a:schemeClr val="tx1"/>
                    </a:solidFill>
                  </a:rPr>
                  <a:t>0</a:t>
                </a:r>
              </a:p>
            </p:txBody>
          </p:sp>
          <p:sp>
            <p:nvSpPr>
              <p:cNvPr id="27" name="Text Box 41">
                <a:extLst>
                  <a:ext uri="{FF2B5EF4-FFF2-40B4-BE49-F238E27FC236}">
                    <a16:creationId xmlns:a16="http://schemas.microsoft.com/office/drawing/2014/main" id="{742B9CF2-5955-546B-A573-EE4B183B492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26" y="2951"/>
                <a:ext cx="197" cy="233"/>
              </a:xfrm>
              <a:prstGeom prst="rect">
                <a:avLst/>
              </a:prstGeom>
              <a:noFill/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/>
              <a:p>
                <a:pPr algn="l" defTabSz="762000"/>
                <a:r>
                  <a:rPr lang="es-ES_tradnl" sz="1800" b="1" noProof="0" dirty="0">
                    <a:solidFill>
                      <a:schemeClr val="tx1"/>
                    </a:solidFill>
                  </a:rPr>
                  <a:t>0</a:t>
                </a:r>
              </a:p>
            </p:txBody>
          </p:sp>
          <p:sp>
            <p:nvSpPr>
              <p:cNvPr id="28" name="Text Box 42">
                <a:extLst>
                  <a:ext uri="{FF2B5EF4-FFF2-40B4-BE49-F238E27FC236}">
                    <a16:creationId xmlns:a16="http://schemas.microsoft.com/office/drawing/2014/main" id="{E88F98E7-9F50-63F9-D9BB-B99EC7D575A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66" y="2951"/>
                <a:ext cx="197" cy="233"/>
              </a:xfrm>
              <a:prstGeom prst="rect">
                <a:avLst/>
              </a:prstGeom>
              <a:noFill/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/>
              <a:p>
                <a:pPr algn="l" defTabSz="762000"/>
                <a:r>
                  <a:rPr lang="es-ES_tradnl" sz="1800" b="1" noProof="0" dirty="0">
                    <a:solidFill>
                      <a:schemeClr val="tx1"/>
                    </a:solidFill>
                  </a:rPr>
                  <a:t>0</a:t>
                </a:r>
              </a:p>
            </p:txBody>
          </p:sp>
          <p:sp>
            <p:nvSpPr>
              <p:cNvPr id="29" name="Text Box 43">
                <a:extLst>
                  <a:ext uri="{FF2B5EF4-FFF2-40B4-BE49-F238E27FC236}">
                    <a16:creationId xmlns:a16="http://schemas.microsoft.com/office/drawing/2014/main" id="{1C86C5CD-3970-3DA5-AA80-51F641B81AE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06" y="2951"/>
                <a:ext cx="197" cy="233"/>
              </a:xfrm>
              <a:prstGeom prst="rect">
                <a:avLst/>
              </a:prstGeom>
              <a:noFill/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/>
              <a:p>
                <a:pPr algn="l" defTabSz="762000"/>
                <a:r>
                  <a:rPr lang="es-ES_tradnl" sz="1800" b="1" noProof="0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30" name="Text Box 44">
                <a:extLst>
                  <a:ext uri="{FF2B5EF4-FFF2-40B4-BE49-F238E27FC236}">
                    <a16:creationId xmlns:a16="http://schemas.microsoft.com/office/drawing/2014/main" id="{4191E374-0E0D-CE5B-B773-0DEE114EE88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646" y="2951"/>
                <a:ext cx="197" cy="233"/>
              </a:xfrm>
              <a:prstGeom prst="rect">
                <a:avLst/>
              </a:prstGeom>
              <a:noFill/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/>
              <a:p>
                <a:pPr algn="l" defTabSz="762000"/>
                <a:r>
                  <a:rPr lang="es-ES_tradnl" sz="1800" b="1" noProof="0" dirty="0">
                    <a:solidFill>
                      <a:schemeClr val="tx1"/>
                    </a:solidFill>
                  </a:rPr>
                  <a:t>0</a:t>
                </a:r>
              </a:p>
            </p:txBody>
          </p:sp>
          <p:sp>
            <p:nvSpPr>
              <p:cNvPr id="31" name="Text Box 45">
                <a:extLst>
                  <a:ext uri="{FF2B5EF4-FFF2-40B4-BE49-F238E27FC236}">
                    <a16:creationId xmlns:a16="http://schemas.microsoft.com/office/drawing/2014/main" id="{16ED7D24-DEA8-92EF-1073-20C62F87F11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886" y="2951"/>
                <a:ext cx="197" cy="233"/>
              </a:xfrm>
              <a:prstGeom prst="rect">
                <a:avLst/>
              </a:prstGeom>
              <a:noFill/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/>
              <a:p>
                <a:pPr algn="l" defTabSz="762000"/>
                <a:r>
                  <a:rPr lang="es-ES_tradnl" sz="1800" b="1" noProof="0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32" name="Text Box 46">
                <a:extLst>
                  <a:ext uri="{FF2B5EF4-FFF2-40B4-BE49-F238E27FC236}">
                    <a16:creationId xmlns:a16="http://schemas.microsoft.com/office/drawing/2014/main" id="{DCB22B0D-F445-23F8-D42E-7ED6901DF36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26" y="2951"/>
                <a:ext cx="197" cy="233"/>
              </a:xfrm>
              <a:prstGeom prst="rect">
                <a:avLst/>
              </a:prstGeom>
              <a:noFill/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/>
              <a:p>
                <a:pPr algn="l" defTabSz="762000"/>
                <a:r>
                  <a:rPr lang="es-ES_tradnl" sz="1800" b="1" noProof="0" dirty="0">
                    <a:solidFill>
                      <a:schemeClr val="tx1"/>
                    </a:solidFill>
                  </a:rPr>
                  <a:t>0</a:t>
                </a:r>
              </a:p>
            </p:txBody>
          </p:sp>
          <p:sp>
            <p:nvSpPr>
              <p:cNvPr id="33" name="Text Box 47">
                <a:extLst>
                  <a:ext uri="{FF2B5EF4-FFF2-40B4-BE49-F238E27FC236}">
                    <a16:creationId xmlns:a16="http://schemas.microsoft.com/office/drawing/2014/main" id="{D76F1C0B-1142-E81B-3A08-5E1E0EAEFE7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366" y="2951"/>
                <a:ext cx="197" cy="233"/>
              </a:xfrm>
              <a:prstGeom prst="rect">
                <a:avLst/>
              </a:prstGeom>
              <a:noFill/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/>
              <a:p>
                <a:pPr algn="l" defTabSz="762000"/>
                <a:r>
                  <a:rPr lang="es-ES_tradnl" sz="1800" b="1" noProof="0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</p:grpSp>
        <p:sp>
          <p:nvSpPr>
            <p:cNvPr id="25" name="Text Box 48">
              <a:extLst>
                <a:ext uri="{FF2B5EF4-FFF2-40B4-BE49-F238E27FC236}">
                  <a16:creationId xmlns:a16="http://schemas.microsoft.com/office/drawing/2014/main" id="{8DE66B54-EA1A-E37C-68F7-C40435763BE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90" y="2952"/>
              <a:ext cx="180" cy="233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 algn="l" defTabSz="762000"/>
              <a:endParaRPr lang="es-ES_tradnl" sz="1800" b="1" noProof="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34" name="Group 83">
            <a:extLst>
              <a:ext uri="{FF2B5EF4-FFF2-40B4-BE49-F238E27FC236}">
                <a16:creationId xmlns:a16="http://schemas.microsoft.com/office/drawing/2014/main" id="{57A0AE4D-5A65-33FA-A984-758F250544AB}"/>
              </a:ext>
            </a:extLst>
          </p:cNvPr>
          <p:cNvGrpSpPr>
            <a:grpSpLocks/>
          </p:cNvGrpSpPr>
          <p:nvPr/>
        </p:nvGrpSpPr>
        <p:grpSpPr bwMode="auto">
          <a:xfrm>
            <a:off x="473075" y="5090976"/>
            <a:ext cx="3225800" cy="468313"/>
            <a:chOff x="646" y="2995"/>
            <a:chExt cx="2032" cy="295"/>
          </a:xfrm>
        </p:grpSpPr>
        <p:grpSp>
          <p:nvGrpSpPr>
            <p:cNvPr id="35" name="Group 26">
              <a:extLst>
                <a:ext uri="{FF2B5EF4-FFF2-40B4-BE49-F238E27FC236}">
                  <a16:creationId xmlns:a16="http://schemas.microsoft.com/office/drawing/2014/main" id="{8E9510CF-3A1A-F634-4F55-B181CFC38AE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04" y="2995"/>
              <a:ext cx="917" cy="233"/>
              <a:chOff x="1926" y="2663"/>
              <a:chExt cx="917" cy="233"/>
            </a:xfrm>
          </p:grpSpPr>
          <p:sp>
            <p:nvSpPr>
              <p:cNvPr id="37" name="Text Box 27">
                <a:extLst>
                  <a:ext uri="{FF2B5EF4-FFF2-40B4-BE49-F238E27FC236}">
                    <a16:creationId xmlns:a16="http://schemas.microsoft.com/office/drawing/2014/main" id="{6E33B551-65FC-9259-0C6C-F0BD28CC179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66" y="2663"/>
                <a:ext cx="197" cy="233"/>
              </a:xfrm>
              <a:prstGeom prst="rect">
                <a:avLst/>
              </a:prstGeom>
              <a:noFill/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/>
              <a:p>
                <a:pPr algn="l" defTabSz="762000"/>
                <a:r>
                  <a:rPr lang="es-ES_tradnl" sz="1800" noProof="0" dirty="0">
                    <a:solidFill>
                      <a:schemeClr val="tx1"/>
                    </a:solidFill>
                  </a:rPr>
                  <a:t>0</a:t>
                </a:r>
              </a:p>
            </p:txBody>
          </p:sp>
          <p:sp>
            <p:nvSpPr>
              <p:cNvPr id="38" name="Text Box 28">
                <a:extLst>
                  <a:ext uri="{FF2B5EF4-FFF2-40B4-BE49-F238E27FC236}">
                    <a16:creationId xmlns:a16="http://schemas.microsoft.com/office/drawing/2014/main" id="{2A145DA9-5E8F-F722-8E44-BD00B25CDB3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06" y="2663"/>
                <a:ext cx="197" cy="233"/>
              </a:xfrm>
              <a:prstGeom prst="rect">
                <a:avLst/>
              </a:prstGeom>
              <a:noFill/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/>
              <a:p>
                <a:pPr algn="l" defTabSz="762000"/>
                <a:r>
                  <a:rPr lang="es-ES_tradnl" sz="1800" noProof="0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39" name="Text Box 29">
                <a:extLst>
                  <a:ext uri="{FF2B5EF4-FFF2-40B4-BE49-F238E27FC236}">
                    <a16:creationId xmlns:a16="http://schemas.microsoft.com/office/drawing/2014/main" id="{ACB967AF-AB1F-2EBD-C194-A4362E43393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646" y="2663"/>
                <a:ext cx="197" cy="233"/>
              </a:xfrm>
              <a:prstGeom prst="rect">
                <a:avLst/>
              </a:prstGeom>
              <a:noFill/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/>
              <a:p>
                <a:pPr algn="l" defTabSz="762000"/>
                <a:r>
                  <a:rPr lang="es-ES_tradnl" sz="1800" noProof="0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40" name="Text Box 30">
                <a:extLst>
                  <a:ext uri="{FF2B5EF4-FFF2-40B4-BE49-F238E27FC236}">
                    <a16:creationId xmlns:a16="http://schemas.microsoft.com/office/drawing/2014/main" id="{4CC99C82-2185-0882-937F-DD7DABA37ED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26" y="2663"/>
                <a:ext cx="197" cy="233"/>
              </a:xfrm>
              <a:prstGeom prst="rect">
                <a:avLst/>
              </a:prstGeom>
              <a:noFill/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/>
              <a:p>
                <a:pPr algn="l" defTabSz="762000"/>
                <a:r>
                  <a:rPr lang="es-ES_tradnl" sz="1800" noProof="0" dirty="0">
                    <a:solidFill>
                      <a:schemeClr val="tx1"/>
                    </a:solidFill>
                  </a:rPr>
                  <a:t>0</a:t>
                </a:r>
              </a:p>
            </p:txBody>
          </p:sp>
        </p:grpSp>
        <p:sp>
          <p:nvSpPr>
            <p:cNvPr id="36" name="Line 49">
              <a:extLst>
                <a:ext uri="{FF2B5EF4-FFF2-40B4-BE49-F238E27FC236}">
                  <a16:creationId xmlns:a16="http://schemas.microsoft.com/office/drawing/2014/main" id="{4BE4C5F3-ADE1-C854-2295-F76A4C59053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646" y="3290"/>
              <a:ext cx="203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s-ES_tradnl" sz="1600" noProof="0" dirty="0">
                <a:solidFill>
                  <a:schemeClr val="tx1"/>
                </a:solidFill>
              </a:endParaRPr>
            </a:p>
          </p:txBody>
        </p:sp>
      </p:grpSp>
      <p:sp>
        <p:nvSpPr>
          <p:cNvPr id="41" name="Text Box 51">
            <a:extLst>
              <a:ext uri="{FF2B5EF4-FFF2-40B4-BE49-F238E27FC236}">
                <a16:creationId xmlns:a16="http://schemas.microsoft.com/office/drawing/2014/main" id="{0858C9EA-5EAB-CB8D-77AC-1BDE680A49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28788" y="6440351"/>
            <a:ext cx="683200" cy="30777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algn="l" defTabSz="762000"/>
            <a:r>
              <a:rPr lang="es-ES_tradnl" sz="1400" noProof="0" dirty="0">
                <a:solidFill>
                  <a:schemeClr val="tx1"/>
                </a:solidFill>
              </a:rPr>
              <a:t>Pesos</a:t>
            </a:r>
          </a:p>
        </p:txBody>
      </p:sp>
      <p:grpSp>
        <p:nvGrpSpPr>
          <p:cNvPr id="42" name="Group 52">
            <a:extLst>
              <a:ext uri="{FF2B5EF4-FFF2-40B4-BE49-F238E27FC236}">
                <a16:creationId xmlns:a16="http://schemas.microsoft.com/office/drawing/2014/main" id="{39B877F3-3FCD-4AD6-22A5-9F1688F774EC}"/>
              </a:ext>
            </a:extLst>
          </p:cNvPr>
          <p:cNvGrpSpPr>
            <a:grpSpLocks/>
          </p:cNvGrpSpPr>
          <p:nvPr/>
        </p:nvGrpSpPr>
        <p:grpSpPr bwMode="auto">
          <a:xfrm>
            <a:off x="457200" y="3087552"/>
            <a:ext cx="3251200" cy="3352800"/>
            <a:chOff x="1552" y="1352"/>
            <a:chExt cx="2048" cy="2688"/>
          </a:xfrm>
        </p:grpSpPr>
        <p:grpSp>
          <p:nvGrpSpPr>
            <p:cNvPr id="43" name="Group 53">
              <a:extLst>
                <a:ext uri="{FF2B5EF4-FFF2-40B4-BE49-F238E27FC236}">
                  <a16:creationId xmlns:a16="http://schemas.microsoft.com/office/drawing/2014/main" id="{F711A6A3-0617-0EA8-FE19-11F76E3C7D1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64" y="1352"/>
              <a:ext cx="1928" cy="2688"/>
              <a:chOff x="1664" y="1352"/>
              <a:chExt cx="1928" cy="2688"/>
            </a:xfrm>
          </p:grpSpPr>
          <p:sp>
            <p:nvSpPr>
              <p:cNvPr id="45" name="Line 54">
                <a:extLst>
                  <a:ext uri="{FF2B5EF4-FFF2-40B4-BE49-F238E27FC236}">
                    <a16:creationId xmlns:a16="http://schemas.microsoft.com/office/drawing/2014/main" id="{9876A4C6-C149-2996-59E7-2E60AA019B1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64" y="1352"/>
                <a:ext cx="0" cy="2688"/>
              </a:xfrm>
              <a:prstGeom prst="line">
                <a:avLst/>
              </a:prstGeom>
              <a:noFill/>
              <a:ln w="3175" cap="rnd">
                <a:solidFill>
                  <a:schemeClr val="tx1"/>
                </a:solidFill>
                <a:prstDash val="sysDot"/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s-ES_tradnl" sz="1600" noProof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6" name="Line 55">
                <a:extLst>
                  <a:ext uri="{FF2B5EF4-FFF2-40B4-BE49-F238E27FC236}">
                    <a16:creationId xmlns:a16="http://schemas.microsoft.com/office/drawing/2014/main" id="{49057E46-090F-5273-A57A-D6C106274B3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05" y="1352"/>
                <a:ext cx="0" cy="2688"/>
              </a:xfrm>
              <a:prstGeom prst="line">
                <a:avLst/>
              </a:prstGeom>
              <a:noFill/>
              <a:ln w="3175" cap="rnd">
                <a:solidFill>
                  <a:schemeClr val="tx1"/>
                </a:solidFill>
                <a:prstDash val="sysDot"/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s-ES_tradnl" sz="1600" noProof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7" name="Line 56">
                <a:extLst>
                  <a:ext uri="{FF2B5EF4-FFF2-40B4-BE49-F238E27FC236}">
                    <a16:creationId xmlns:a16="http://schemas.microsoft.com/office/drawing/2014/main" id="{185D4E30-AC36-A1FB-2CFB-EF6A27CA804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46" y="1352"/>
                <a:ext cx="0" cy="2688"/>
              </a:xfrm>
              <a:prstGeom prst="line">
                <a:avLst/>
              </a:prstGeom>
              <a:noFill/>
              <a:ln w="3175" cap="rnd">
                <a:solidFill>
                  <a:schemeClr val="tx1"/>
                </a:solidFill>
                <a:prstDash val="sysDot"/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s-ES_tradnl" sz="1600" noProof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8" name="Line 57">
                <a:extLst>
                  <a:ext uri="{FF2B5EF4-FFF2-40B4-BE49-F238E27FC236}">
                    <a16:creationId xmlns:a16="http://schemas.microsoft.com/office/drawing/2014/main" id="{5BA62CC1-9792-724F-37EA-45E0AA90D9B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69" y="1352"/>
                <a:ext cx="0" cy="2688"/>
              </a:xfrm>
              <a:prstGeom prst="line">
                <a:avLst/>
              </a:prstGeom>
              <a:noFill/>
              <a:ln w="3175" cap="rnd">
                <a:solidFill>
                  <a:schemeClr val="tx1"/>
                </a:solidFill>
                <a:prstDash val="sysDot"/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s-ES_tradnl" sz="1600" noProof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9" name="Line 58">
                <a:extLst>
                  <a:ext uri="{FF2B5EF4-FFF2-40B4-BE49-F238E27FC236}">
                    <a16:creationId xmlns:a16="http://schemas.microsoft.com/office/drawing/2014/main" id="{0D383480-7704-F964-740A-366186420CC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628" y="1352"/>
                <a:ext cx="0" cy="2688"/>
              </a:xfrm>
              <a:prstGeom prst="line">
                <a:avLst/>
              </a:prstGeom>
              <a:noFill/>
              <a:ln w="3175" cap="rnd">
                <a:solidFill>
                  <a:schemeClr val="tx1"/>
                </a:solidFill>
                <a:prstDash val="sysDot"/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s-ES_tradnl" sz="1600" noProof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0" name="Line 59">
                <a:extLst>
                  <a:ext uri="{FF2B5EF4-FFF2-40B4-BE49-F238E27FC236}">
                    <a16:creationId xmlns:a16="http://schemas.microsoft.com/office/drawing/2014/main" id="{D27226F8-DF45-C4CA-2900-D53CE4B1EE5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87" y="1352"/>
                <a:ext cx="0" cy="2688"/>
              </a:xfrm>
              <a:prstGeom prst="line">
                <a:avLst/>
              </a:prstGeom>
              <a:noFill/>
              <a:ln w="3175" cap="rnd">
                <a:solidFill>
                  <a:schemeClr val="tx1"/>
                </a:solidFill>
                <a:prstDash val="sysDot"/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s-ES_tradnl" sz="1600" noProof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1" name="Line 60">
                <a:extLst>
                  <a:ext uri="{FF2B5EF4-FFF2-40B4-BE49-F238E27FC236}">
                    <a16:creationId xmlns:a16="http://schemas.microsoft.com/office/drawing/2014/main" id="{6C84C6DF-8A3E-F563-CEEC-8D4934D1F18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10" y="1352"/>
                <a:ext cx="0" cy="2688"/>
              </a:xfrm>
              <a:prstGeom prst="line">
                <a:avLst/>
              </a:prstGeom>
              <a:noFill/>
              <a:ln w="3175" cap="rnd">
                <a:solidFill>
                  <a:schemeClr val="tx1"/>
                </a:solidFill>
                <a:prstDash val="sysDot"/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s-ES_tradnl" sz="1600" noProof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2" name="Line 61">
                <a:extLst>
                  <a:ext uri="{FF2B5EF4-FFF2-40B4-BE49-F238E27FC236}">
                    <a16:creationId xmlns:a16="http://schemas.microsoft.com/office/drawing/2014/main" id="{1CBBDAF2-A756-0CC4-E179-28B0C595FB7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51" y="1352"/>
                <a:ext cx="0" cy="2688"/>
              </a:xfrm>
              <a:prstGeom prst="line">
                <a:avLst/>
              </a:prstGeom>
              <a:noFill/>
              <a:ln w="3175" cap="rnd">
                <a:solidFill>
                  <a:schemeClr val="tx1"/>
                </a:solidFill>
                <a:prstDash val="sysDot"/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s-ES_tradnl" sz="1600" noProof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3" name="Line 62">
                <a:extLst>
                  <a:ext uri="{FF2B5EF4-FFF2-40B4-BE49-F238E27FC236}">
                    <a16:creationId xmlns:a16="http://schemas.microsoft.com/office/drawing/2014/main" id="{0EA11DB8-C0BF-8809-FEC8-E30B9CA2C9E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92" y="1352"/>
                <a:ext cx="0" cy="2688"/>
              </a:xfrm>
              <a:prstGeom prst="line">
                <a:avLst/>
              </a:prstGeom>
              <a:noFill/>
              <a:ln w="3175" cap="rnd">
                <a:solidFill>
                  <a:schemeClr val="tx1"/>
                </a:solidFill>
                <a:prstDash val="sysDot"/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s-ES_tradnl" sz="1600" noProof="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44" name="Line 63">
              <a:extLst>
                <a:ext uri="{FF2B5EF4-FFF2-40B4-BE49-F238E27FC236}">
                  <a16:creationId xmlns:a16="http://schemas.microsoft.com/office/drawing/2014/main" id="{97EF2180-9FC6-CC0B-F1B3-2E05E619F77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52" y="3735"/>
              <a:ext cx="2048" cy="0"/>
            </a:xfrm>
            <a:prstGeom prst="line">
              <a:avLst/>
            </a:prstGeom>
            <a:noFill/>
            <a:ln w="12700" cap="rnd">
              <a:solidFill>
                <a:schemeClr val="tx1"/>
              </a:solidFill>
              <a:prstDash val="sysDot"/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s-ES_tradnl" sz="1600" noProof="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54" name="Group 64">
            <a:extLst>
              <a:ext uri="{FF2B5EF4-FFF2-40B4-BE49-F238E27FC236}">
                <a16:creationId xmlns:a16="http://schemas.microsoft.com/office/drawing/2014/main" id="{6B4B5320-FB82-528F-7927-72125398679B}"/>
              </a:ext>
            </a:extLst>
          </p:cNvPr>
          <p:cNvGrpSpPr>
            <a:grpSpLocks/>
          </p:cNvGrpSpPr>
          <p:nvPr/>
        </p:nvGrpSpPr>
        <p:grpSpPr bwMode="auto">
          <a:xfrm>
            <a:off x="654050" y="6068379"/>
            <a:ext cx="3043238" cy="313086"/>
            <a:chOff x="1676" y="3829"/>
            <a:chExt cx="1917" cy="234"/>
          </a:xfrm>
        </p:grpSpPr>
        <p:sp>
          <p:nvSpPr>
            <p:cNvPr id="55" name="Rectangle 65">
              <a:extLst>
                <a:ext uri="{FF2B5EF4-FFF2-40B4-BE49-F238E27FC236}">
                  <a16:creationId xmlns:a16="http://schemas.microsoft.com/office/drawing/2014/main" id="{1C34DBD0-BC7C-D29C-D84B-126113F1C1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72" y="3833"/>
              <a:ext cx="221" cy="230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pPr algn="l" defTabSz="762000"/>
              <a:r>
                <a:rPr lang="es-ES_tradnl" sz="1400" noProof="0" dirty="0">
                  <a:solidFill>
                    <a:schemeClr val="tx1"/>
                  </a:solidFill>
                </a:rPr>
                <a:t>2</a:t>
              </a:r>
              <a:r>
                <a:rPr lang="es-ES_tradnl" sz="1400" baseline="30000" noProof="0" dirty="0">
                  <a:solidFill>
                    <a:schemeClr val="tx1"/>
                  </a:solidFill>
                </a:rPr>
                <a:t>0</a:t>
              </a:r>
              <a:endParaRPr lang="es-ES_tradnl" sz="1400" noProof="0" dirty="0">
                <a:solidFill>
                  <a:schemeClr val="tx1"/>
                </a:solidFill>
              </a:endParaRPr>
            </a:p>
          </p:txBody>
        </p:sp>
        <p:sp>
          <p:nvSpPr>
            <p:cNvPr id="56" name="Rectangle 66">
              <a:extLst>
                <a:ext uri="{FF2B5EF4-FFF2-40B4-BE49-F238E27FC236}">
                  <a16:creationId xmlns:a16="http://schemas.microsoft.com/office/drawing/2014/main" id="{60616951-837C-2F50-B8EB-283E2EB2FB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30" y="3833"/>
              <a:ext cx="221" cy="230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pPr algn="l" defTabSz="762000"/>
              <a:r>
                <a:rPr lang="es-ES_tradnl" sz="1400" noProof="0" dirty="0">
                  <a:solidFill>
                    <a:schemeClr val="tx1"/>
                  </a:solidFill>
                </a:rPr>
                <a:t>2</a:t>
              </a:r>
              <a:r>
                <a:rPr lang="es-ES_tradnl" sz="1400" baseline="30000" noProof="0" dirty="0">
                  <a:solidFill>
                    <a:schemeClr val="tx1"/>
                  </a:solidFill>
                </a:rPr>
                <a:t>1</a:t>
              </a:r>
              <a:endParaRPr lang="es-ES_tradnl" sz="1400" noProof="0" dirty="0">
                <a:solidFill>
                  <a:schemeClr val="tx1"/>
                </a:solidFill>
              </a:endParaRPr>
            </a:p>
          </p:txBody>
        </p:sp>
        <p:sp>
          <p:nvSpPr>
            <p:cNvPr id="57" name="Rectangle 67">
              <a:extLst>
                <a:ext uri="{FF2B5EF4-FFF2-40B4-BE49-F238E27FC236}">
                  <a16:creationId xmlns:a16="http://schemas.microsoft.com/office/drawing/2014/main" id="{6705AD57-FFB1-0360-50ED-A689AEC3DD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8" y="3833"/>
              <a:ext cx="221" cy="230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pPr algn="l" defTabSz="762000"/>
              <a:r>
                <a:rPr lang="es-ES_tradnl" sz="1400" noProof="0" dirty="0">
                  <a:solidFill>
                    <a:schemeClr val="tx1"/>
                  </a:solidFill>
                </a:rPr>
                <a:t>2</a:t>
              </a:r>
              <a:r>
                <a:rPr lang="es-ES_tradnl" sz="1400" baseline="30000" noProof="0" dirty="0">
                  <a:solidFill>
                    <a:schemeClr val="tx1"/>
                  </a:solidFill>
                </a:rPr>
                <a:t>2</a:t>
              </a:r>
              <a:endParaRPr lang="es-ES_tradnl" sz="1400" noProof="0" dirty="0">
                <a:solidFill>
                  <a:schemeClr val="tx1"/>
                </a:solidFill>
              </a:endParaRPr>
            </a:p>
          </p:txBody>
        </p:sp>
        <p:sp>
          <p:nvSpPr>
            <p:cNvPr id="58" name="Rectangle 68">
              <a:extLst>
                <a:ext uri="{FF2B5EF4-FFF2-40B4-BE49-F238E27FC236}">
                  <a16:creationId xmlns:a16="http://schemas.microsoft.com/office/drawing/2014/main" id="{69CD22CA-8F42-B767-F030-E0D41B79F3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46" y="3833"/>
              <a:ext cx="221" cy="230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pPr algn="l" defTabSz="762000"/>
              <a:r>
                <a:rPr lang="es-ES_tradnl" sz="1400" noProof="0" dirty="0">
                  <a:solidFill>
                    <a:schemeClr val="tx1"/>
                  </a:solidFill>
                </a:rPr>
                <a:t>2</a:t>
              </a:r>
              <a:r>
                <a:rPr lang="es-ES_tradnl" sz="1400" baseline="30000" noProof="0" dirty="0">
                  <a:solidFill>
                    <a:schemeClr val="tx1"/>
                  </a:solidFill>
                </a:rPr>
                <a:t>3</a:t>
              </a:r>
              <a:endParaRPr lang="es-ES_tradnl" sz="1400" noProof="0" dirty="0">
                <a:solidFill>
                  <a:schemeClr val="tx1"/>
                </a:solidFill>
              </a:endParaRPr>
            </a:p>
          </p:txBody>
        </p:sp>
        <p:sp>
          <p:nvSpPr>
            <p:cNvPr id="59" name="Rectangle 69">
              <a:extLst>
                <a:ext uri="{FF2B5EF4-FFF2-40B4-BE49-F238E27FC236}">
                  <a16:creationId xmlns:a16="http://schemas.microsoft.com/office/drawing/2014/main" id="{9863DF42-C74C-C35B-5238-2CEDC014B6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03" y="3833"/>
              <a:ext cx="221" cy="230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pPr algn="l" defTabSz="762000"/>
              <a:r>
                <a:rPr lang="es-ES_tradnl" sz="1400" noProof="0" dirty="0">
                  <a:solidFill>
                    <a:schemeClr val="tx1"/>
                  </a:solidFill>
                </a:rPr>
                <a:t>2</a:t>
              </a:r>
              <a:r>
                <a:rPr lang="es-ES_tradnl" sz="1400" baseline="30000" noProof="0" dirty="0">
                  <a:solidFill>
                    <a:schemeClr val="tx1"/>
                  </a:solidFill>
                </a:rPr>
                <a:t>4</a:t>
              </a:r>
              <a:endParaRPr lang="es-ES_tradnl" sz="1400" noProof="0" dirty="0">
                <a:solidFill>
                  <a:schemeClr val="tx1"/>
                </a:solidFill>
              </a:endParaRPr>
            </a:p>
          </p:txBody>
        </p:sp>
        <p:sp>
          <p:nvSpPr>
            <p:cNvPr id="60" name="Rectangle 70">
              <a:extLst>
                <a:ext uri="{FF2B5EF4-FFF2-40B4-BE49-F238E27FC236}">
                  <a16:creationId xmlns:a16="http://schemas.microsoft.com/office/drawing/2014/main" id="{D4137D0C-914A-8C3C-8B24-E79011C38C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1" y="3832"/>
              <a:ext cx="221" cy="230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pPr algn="l" defTabSz="762000"/>
              <a:r>
                <a:rPr lang="es-ES_tradnl" sz="1400" noProof="0" dirty="0">
                  <a:solidFill>
                    <a:schemeClr val="tx1"/>
                  </a:solidFill>
                </a:rPr>
                <a:t>2</a:t>
              </a:r>
              <a:r>
                <a:rPr lang="es-ES_tradnl" sz="1400" baseline="30000" noProof="0" dirty="0">
                  <a:solidFill>
                    <a:schemeClr val="tx1"/>
                  </a:solidFill>
                </a:rPr>
                <a:t>5</a:t>
              </a:r>
              <a:endParaRPr lang="es-ES_tradnl" sz="1400" noProof="0" dirty="0">
                <a:solidFill>
                  <a:schemeClr val="tx1"/>
                </a:solidFill>
              </a:endParaRPr>
            </a:p>
          </p:txBody>
        </p:sp>
        <p:sp>
          <p:nvSpPr>
            <p:cNvPr id="61" name="Rectangle 71">
              <a:extLst>
                <a:ext uri="{FF2B5EF4-FFF2-40B4-BE49-F238E27FC236}">
                  <a16:creationId xmlns:a16="http://schemas.microsoft.com/office/drawing/2014/main" id="{8E862AEF-7E36-9512-1198-09E25DA373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19" y="3829"/>
              <a:ext cx="221" cy="230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pPr algn="l" defTabSz="762000"/>
              <a:r>
                <a:rPr lang="es-ES_tradnl" sz="1400" noProof="0" dirty="0">
                  <a:solidFill>
                    <a:schemeClr val="tx1"/>
                  </a:solidFill>
                </a:rPr>
                <a:t>2</a:t>
              </a:r>
              <a:r>
                <a:rPr lang="es-ES_tradnl" sz="1400" baseline="30000" noProof="0" dirty="0">
                  <a:solidFill>
                    <a:schemeClr val="tx1"/>
                  </a:solidFill>
                </a:rPr>
                <a:t>6</a:t>
              </a:r>
              <a:endParaRPr lang="es-ES_tradnl" sz="1400" noProof="0" dirty="0">
                <a:solidFill>
                  <a:schemeClr val="tx1"/>
                </a:solidFill>
              </a:endParaRPr>
            </a:p>
          </p:txBody>
        </p:sp>
        <p:sp>
          <p:nvSpPr>
            <p:cNvPr id="62" name="Rectangle 72">
              <a:extLst>
                <a:ext uri="{FF2B5EF4-FFF2-40B4-BE49-F238E27FC236}">
                  <a16:creationId xmlns:a16="http://schemas.microsoft.com/office/drawing/2014/main" id="{9B0C8170-FCE2-1A9E-3622-F636EA28EB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76" y="3831"/>
              <a:ext cx="221" cy="230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pPr algn="l" defTabSz="762000"/>
              <a:r>
                <a:rPr lang="es-ES_tradnl" sz="1400" noProof="0" dirty="0">
                  <a:solidFill>
                    <a:schemeClr val="tx1"/>
                  </a:solidFill>
                </a:rPr>
                <a:t>2</a:t>
              </a:r>
              <a:r>
                <a:rPr lang="es-ES_tradnl" sz="1400" baseline="30000" noProof="0" dirty="0">
                  <a:solidFill>
                    <a:schemeClr val="tx1"/>
                  </a:solidFill>
                </a:rPr>
                <a:t>7</a:t>
              </a:r>
              <a:endParaRPr lang="es-ES_tradnl" sz="1400" noProof="0" dirty="0">
                <a:solidFill>
                  <a:schemeClr val="tx1"/>
                </a:solidFill>
              </a:endParaRPr>
            </a:p>
          </p:txBody>
        </p:sp>
      </p:grpSp>
      <p:sp>
        <p:nvSpPr>
          <p:cNvPr id="63" name="Rectangle 73">
            <a:extLst>
              <a:ext uri="{FF2B5EF4-FFF2-40B4-BE49-F238E27FC236}">
                <a16:creationId xmlns:a16="http://schemas.microsoft.com/office/drawing/2014/main" id="{51A24B7A-B079-B1F9-251D-C3565B0E49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2275" y="5648189"/>
            <a:ext cx="184731" cy="338554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algn="l" defTabSz="762000"/>
            <a:endParaRPr lang="es-ES_tradnl" sz="1600" b="1" noProof="0" dirty="0">
              <a:solidFill>
                <a:schemeClr val="tx1"/>
              </a:solidFill>
            </a:endParaRPr>
          </a:p>
        </p:txBody>
      </p:sp>
      <p:sp>
        <p:nvSpPr>
          <p:cNvPr id="64" name="Rectangle 74">
            <a:extLst>
              <a:ext uri="{FF2B5EF4-FFF2-40B4-BE49-F238E27FC236}">
                <a16:creationId xmlns:a16="http://schemas.microsoft.com/office/drawing/2014/main" id="{7613C552-D8A1-3C42-D300-A30049F8AA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6675" y="5630726"/>
            <a:ext cx="184731" cy="338554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algn="l" defTabSz="762000"/>
            <a:endParaRPr lang="es-ES_tradnl" sz="1600" b="1" noProof="0" dirty="0">
              <a:solidFill>
                <a:schemeClr val="tx1"/>
              </a:solidFill>
            </a:endParaRPr>
          </a:p>
        </p:txBody>
      </p:sp>
      <p:sp>
        <p:nvSpPr>
          <p:cNvPr id="65" name="Text Box 75">
            <a:extLst>
              <a:ext uri="{FF2B5EF4-FFF2-40B4-BE49-F238E27FC236}">
                <a16:creationId xmlns:a16="http://schemas.microsoft.com/office/drawing/2014/main" id="{757F164F-77D3-8E44-86DC-999E7F357E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19275" y="4824276"/>
            <a:ext cx="285750" cy="36933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algn="l" defTabSz="762000"/>
            <a:endParaRPr lang="es-ES_tradnl" sz="1800" b="1" noProof="0" dirty="0">
              <a:solidFill>
                <a:schemeClr val="tx1"/>
              </a:solidFill>
            </a:endParaRPr>
          </a:p>
        </p:txBody>
      </p:sp>
      <p:grpSp>
        <p:nvGrpSpPr>
          <p:cNvPr id="66" name="Group 76">
            <a:extLst>
              <a:ext uri="{FF2B5EF4-FFF2-40B4-BE49-F238E27FC236}">
                <a16:creationId xmlns:a16="http://schemas.microsoft.com/office/drawing/2014/main" id="{844EA1FF-4A61-46ED-7D43-3C063E48192C}"/>
              </a:ext>
            </a:extLst>
          </p:cNvPr>
          <p:cNvGrpSpPr>
            <a:grpSpLocks/>
          </p:cNvGrpSpPr>
          <p:nvPr/>
        </p:nvGrpSpPr>
        <p:grpSpPr bwMode="auto">
          <a:xfrm>
            <a:off x="1422400" y="4727444"/>
            <a:ext cx="1455738" cy="369888"/>
            <a:chOff x="2166" y="2404"/>
            <a:chExt cx="917" cy="233"/>
          </a:xfrm>
        </p:grpSpPr>
        <p:sp>
          <p:nvSpPr>
            <p:cNvPr id="67" name="Text Box 77">
              <a:extLst>
                <a:ext uri="{FF2B5EF4-FFF2-40B4-BE49-F238E27FC236}">
                  <a16:creationId xmlns:a16="http://schemas.microsoft.com/office/drawing/2014/main" id="{2B94C190-B13F-B72F-FB74-59062017848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14" y="2404"/>
              <a:ext cx="197" cy="233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pPr algn="l" defTabSz="762000"/>
              <a:r>
                <a:rPr lang="es-ES_tradnl" sz="1800" noProof="0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68" name="Text Box 78">
              <a:extLst>
                <a:ext uri="{FF2B5EF4-FFF2-40B4-BE49-F238E27FC236}">
                  <a16:creationId xmlns:a16="http://schemas.microsoft.com/office/drawing/2014/main" id="{6F27344A-0C1D-9854-7C4B-973691DBB31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66" y="2404"/>
              <a:ext cx="197" cy="233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pPr algn="l" defTabSz="762000"/>
              <a:r>
                <a:rPr lang="es-ES_tradnl" sz="1800" noProof="0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69" name="Text Box 79">
              <a:extLst>
                <a:ext uri="{FF2B5EF4-FFF2-40B4-BE49-F238E27FC236}">
                  <a16:creationId xmlns:a16="http://schemas.microsoft.com/office/drawing/2014/main" id="{66B43C9B-892E-D4C0-8417-49137FD6B13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86" y="2404"/>
              <a:ext cx="197" cy="233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pPr algn="l" defTabSz="762000"/>
              <a:r>
                <a:rPr lang="es-ES_tradnl" sz="1800" noProof="0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70" name="Text Box 80">
              <a:extLst>
                <a:ext uri="{FF2B5EF4-FFF2-40B4-BE49-F238E27FC236}">
                  <a16:creationId xmlns:a16="http://schemas.microsoft.com/office/drawing/2014/main" id="{F8A84845-4893-9ECC-C8CC-97E052E29D6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35" y="2404"/>
              <a:ext cx="197" cy="233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pPr algn="l" defTabSz="762000"/>
              <a:r>
                <a:rPr lang="es-ES_tradnl" sz="1800" noProof="0" dirty="0">
                  <a:solidFill>
                    <a:schemeClr val="tx1"/>
                  </a:solidFill>
                </a:rPr>
                <a:t>0</a:t>
              </a:r>
            </a:p>
          </p:txBody>
        </p:sp>
      </p:grpSp>
      <p:grpSp>
        <p:nvGrpSpPr>
          <p:cNvPr id="71" name="Group 7">
            <a:extLst>
              <a:ext uri="{FF2B5EF4-FFF2-40B4-BE49-F238E27FC236}">
                <a16:creationId xmlns:a16="http://schemas.microsoft.com/office/drawing/2014/main" id="{2A54C31B-F99B-0DBF-3688-39E2607F1871}"/>
              </a:ext>
            </a:extLst>
          </p:cNvPr>
          <p:cNvGrpSpPr>
            <a:grpSpLocks/>
          </p:cNvGrpSpPr>
          <p:nvPr/>
        </p:nvGrpSpPr>
        <p:grpSpPr bwMode="auto">
          <a:xfrm>
            <a:off x="2146300" y="3011354"/>
            <a:ext cx="1493838" cy="369888"/>
            <a:chOff x="2622" y="1263"/>
            <a:chExt cx="941" cy="233"/>
          </a:xfrm>
        </p:grpSpPr>
        <p:sp>
          <p:nvSpPr>
            <p:cNvPr id="72" name="Text Box 8">
              <a:extLst>
                <a:ext uri="{FF2B5EF4-FFF2-40B4-BE49-F238E27FC236}">
                  <a16:creationId xmlns:a16="http://schemas.microsoft.com/office/drawing/2014/main" id="{ADA684AA-4CD4-839E-FA60-C4827D85DC2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22" y="1263"/>
              <a:ext cx="197" cy="233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pPr algn="l" defTabSz="762000"/>
              <a:r>
                <a:rPr lang="es-ES_tradnl" sz="1800" noProof="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73" name="Text Box 9">
              <a:extLst>
                <a:ext uri="{FF2B5EF4-FFF2-40B4-BE49-F238E27FC236}">
                  <a16:creationId xmlns:a16="http://schemas.microsoft.com/office/drawing/2014/main" id="{F5D878BB-5B7E-7198-B777-5A822AA11AC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70" y="1263"/>
              <a:ext cx="197" cy="233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pPr algn="l" defTabSz="762000"/>
              <a:r>
                <a:rPr lang="es-ES_tradnl" sz="1800" noProof="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74" name="Text Box 10">
              <a:extLst>
                <a:ext uri="{FF2B5EF4-FFF2-40B4-BE49-F238E27FC236}">
                  <a16:creationId xmlns:a16="http://schemas.microsoft.com/office/drawing/2014/main" id="{334B7EBC-9A8D-2ABC-B046-22026B6FAD2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18" y="1263"/>
              <a:ext cx="197" cy="233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pPr algn="l" defTabSz="762000"/>
              <a:r>
                <a:rPr lang="es-ES_tradnl" sz="1800" noProof="0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75" name="Text Box 11">
              <a:extLst>
                <a:ext uri="{FF2B5EF4-FFF2-40B4-BE49-F238E27FC236}">
                  <a16:creationId xmlns:a16="http://schemas.microsoft.com/office/drawing/2014/main" id="{1B78C562-1ED5-E8F2-D9F3-882114483F8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66" y="1263"/>
              <a:ext cx="197" cy="233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pPr algn="l" defTabSz="762000"/>
              <a:r>
                <a:rPr lang="es-ES_tradnl" sz="1800" noProof="0" dirty="0">
                  <a:solidFill>
                    <a:schemeClr val="tx1"/>
                  </a:solidFill>
                </a:rPr>
                <a:t>1</a:t>
              </a:r>
            </a:p>
          </p:txBody>
        </p:sp>
      </p:grpSp>
      <p:grpSp>
        <p:nvGrpSpPr>
          <p:cNvPr id="76" name="Group 14">
            <a:extLst>
              <a:ext uri="{FF2B5EF4-FFF2-40B4-BE49-F238E27FC236}">
                <a16:creationId xmlns:a16="http://schemas.microsoft.com/office/drawing/2014/main" id="{3DAB8FA9-1466-1A07-D5CF-D81D16F34869}"/>
              </a:ext>
            </a:extLst>
          </p:cNvPr>
          <p:cNvGrpSpPr>
            <a:grpSpLocks/>
          </p:cNvGrpSpPr>
          <p:nvPr/>
        </p:nvGrpSpPr>
        <p:grpSpPr bwMode="auto">
          <a:xfrm>
            <a:off x="2184402" y="3498718"/>
            <a:ext cx="1455738" cy="369888"/>
            <a:chOff x="2646" y="1631"/>
            <a:chExt cx="917" cy="233"/>
          </a:xfrm>
        </p:grpSpPr>
        <p:sp>
          <p:nvSpPr>
            <p:cNvPr id="77" name="Text Box 15">
              <a:extLst>
                <a:ext uri="{FF2B5EF4-FFF2-40B4-BE49-F238E27FC236}">
                  <a16:creationId xmlns:a16="http://schemas.microsoft.com/office/drawing/2014/main" id="{29462499-A81A-F13F-52AE-0AF49D64A34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46" y="1631"/>
              <a:ext cx="197" cy="233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pPr algn="l" defTabSz="762000"/>
              <a:r>
                <a:rPr lang="es-ES_tradnl" sz="1800" noProof="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78" name="Text Box 16">
              <a:extLst>
                <a:ext uri="{FF2B5EF4-FFF2-40B4-BE49-F238E27FC236}">
                  <a16:creationId xmlns:a16="http://schemas.microsoft.com/office/drawing/2014/main" id="{E284BE7E-F14E-E6D7-6818-2D2E3CB70F4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86" y="1631"/>
              <a:ext cx="197" cy="233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pPr algn="l" defTabSz="762000"/>
              <a:r>
                <a:rPr lang="es-ES_tradnl" sz="1800" noProof="0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79" name="Text Box 17">
              <a:extLst>
                <a:ext uri="{FF2B5EF4-FFF2-40B4-BE49-F238E27FC236}">
                  <a16:creationId xmlns:a16="http://schemas.microsoft.com/office/drawing/2014/main" id="{D12BCC7A-0581-5203-95A6-292C7009C65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26" y="1631"/>
              <a:ext cx="197" cy="233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pPr algn="l" defTabSz="762000"/>
              <a:r>
                <a:rPr lang="es-ES_tradnl" sz="1800" noProof="0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80" name="Text Box 18">
              <a:extLst>
                <a:ext uri="{FF2B5EF4-FFF2-40B4-BE49-F238E27FC236}">
                  <a16:creationId xmlns:a16="http://schemas.microsoft.com/office/drawing/2014/main" id="{EB3697B5-17B2-3871-C43B-8C46280C68B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66" y="1631"/>
              <a:ext cx="197" cy="233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pPr algn="l" defTabSz="762000"/>
              <a:r>
                <a:rPr lang="es-ES_tradnl" sz="1800" noProof="0" dirty="0">
                  <a:solidFill>
                    <a:schemeClr val="tx1"/>
                  </a:solidFill>
                </a:rPr>
                <a:t>1</a:t>
              </a:r>
            </a:p>
          </p:txBody>
        </p:sp>
      </p:grpSp>
      <p:sp>
        <p:nvSpPr>
          <p:cNvPr id="81" name="Line 19">
            <a:extLst>
              <a:ext uri="{FF2B5EF4-FFF2-40B4-BE49-F238E27FC236}">
                <a16:creationId xmlns:a16="http://schemas.microsoft.com/office/drawing/2014/main" id="{8335BE65-7BC2-F6E3-2840-B871DD05A8A0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90538" y="3967026"/>
            <a:ext cx="3225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s-ES_tradnl" sz="1600" noProof="0" dirty="0">
              <a:solidFill>
                <a:schemeClr val="tx1"/>
              </a:solidFill>
            </a:endParaRP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6EBFEB0A-E6F4-28A3-44FB-2EE8BF74F3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06575" y="3539989"/>
            <a:ext cx="296876" cy="338554"/>
          </a:xfrm>
          <a:prstGeom prst="rect">
            <a:avLst/>
          </a:prstGeom>
          <a:noFill/>
          <a:ln w="317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/>
            <a:r>
              <a:rPr lang="es-ES_tradnl" sz="1600" b="1" noProof="0" dirty="0">
                <a:solidFill>
                  <a:schemeClr val="tx1"/>
                </a:solidFill>
                <a:sym typeface="Symbol" pitchFamily="18" charset="2"/>
              </a:rPr>
              <a:t></a:t>
            </a:r>
          </a:p>
        </p:txBody>
      </p:sp>
      <p:grpSp>
        <p:nvGrpSpPr>
          <p:cNvPr id="83" name="Group 89">
            <a:extLst>
              <a:ext uri="{FF2B5EF4-FFF2-40B4-BE49-F238E27FC236}">
                <a16:creationId xmlns:a16="http://schemas.microsoft.com/office/drawing/2014/main" id="{4F982144-589E-A49D-55D9-6278FD439EE1}"/>
              </a:ext>
            </a:extLst>
          </p:cNvPr>
          <p:cNvGrpSpPr>
            <a:grpSpLocks/>
          </p:cNvGrpSpPr>
          <p:nvPr/>
        </p:nvGrpSpPr>
        <p:grpSpPr bwMode="auto">
          <a:xfrm>
            <a:off x="2514600" y="4362316"/>
            <a:ext cx="1157288" cy="1131888"/>
            <a:chOff x="1974" y="2436"/>
            <a:chExt cx="729" cy="713"/>
          </a:xfrm>
        </p:grpSpPr>
        <p:sp>
          <p:nvSpPr>
            <p:cNvPr id="84" name="Rectangle 90">
              <a:extLst>
                <a:ext uri="{FF2B5EF4-FFF2-40B4-BE49-F238E27FC236}">
                  <a16:creationId xmlns:a16="http://schemas.microsoft.com/office/drawing/2014/main" id="{D8BA3726-52D7-907F-EFE3-7CD5831009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06" y="2436"/>
              <a:ext cx="197" cy="233"/>
            </a:xfrm>
            <a:prstGeom prst="rect">
              <a:avLst/>
            </a:prstGeom>
            <a:noFill/>
            <a:ln w="317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/>
              <a:r>
                <a:rPr lang="es-ES_tradnl" sz="1800" noProof="0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85" name="Rectangle 91">
              <a:extLst>
                <a:ext uri="{FF2B5EF4-FFF2-40B4-BE49-F238E27FC236}">
                  <a16:creationId xmlns:a16="http://schemas.microsoft.com/office/drawing/2014/main" id="{591838DF-783E-F59E-05BA-F7153D987E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40" y="2681"/>
              <a:ext cx="399" cy="233"/>
            </a:xfrm>
            <a:prstGeom prst="rect">
              <a:avLst/>
            </a:prstGeom>
            <a:noFill/>
            <a:ln w="317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/>
              <a:r>
                <a:rPr lang="es-ES_tradnl" sz="1800" noProof="0" dirty="0">
                  <a:solidFill>
                    <a:schemeClr val="tx1"/>
                  </a:solidFill>
                </a:rPr>
                <a:t>0   0</a:t>
              </a:r>
            </a:p>
          </p:txBody>
        </p:sp>
        <p:sp>
          <p:nvSpPr>
            <p:cNvPr id="86" name="Rectangle 92">
              <a:extLst>
                <a:ext uri="{FF2B5EF4-FFF2-40B4-BE49-F238E27FC236}">
                  <a16:creationId xmlns:a16="http://schemas.microsoft.com/office/drawing/2014/main" id="{A5517F73-66D6-7768-5C74-3D0D956C90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74" y="2916"/>
              <a:ext cx="601" cy="233"/>
            </a:xfrm>
            <a:prstGeom prst="rect">
              <a:avLst/>
            </a:prstGeom>
            <a:noFill/>
            <a:ln w="317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/>
              <a:r>
                <a:rPr lang="es-ES_tradnl" sz="1800" noProof="0" dirty="0">
                  <a:solidFill>
                    <a:schemeClr val="tx1"/>
                  </a:solidFill>
                </a:rPr>
                <a:t>0   0   0</a:t>
              </a:r>
            </a:p>
          </p:txBody>
        </p:sp>
      </p:grpSp>
      <p:grpSp>
        <p:nvGrpSpPr>
          <p:cNvPr id="87" name="Group 32">
            <a:extLst>
              <a:ext uri="{FF2B5EF4-FFF2-40B4-BE49-F238E27FC236}">
                <a16:creationId xmlns:a16="http://schemas.microsoft.com/office/drawing/2014/main" id="{726D87A9-C0AF-B0D1-D02D-F6AFCBC1DDC5}"/>
              </a:ext>
            </a:extLst>
          </p:cNvPr>
          <p:cNvGrpSpPr>
            <a:grpSpLocks/>
          </p:cNvGrpSpPr>
          <p:nvPr/>
        </p:nvGrpSpPr>
        <p:grpSpPr bwMode="auto">
          <a:xfrm>
            <a:off x="609600" y="3987552"/>
            <a:ext cx="1600200" cy="369947"/>
            <a:chOff x="2646" y="1878"/>
            <a:chExt cx="919" cy="424"/>
          </a:xfrm>
        </p:grpSpPr>
        <p:sp>
          <p:nvSpPr>
            <p:cNvPr id="88" name="Text Box 33">
              <a:extLst>
                <a:ext uri="{FF2B5EF4-FFF2-40B4-BE49-F238E27FC236}">
                  <a16:creationId xmlns:a16="http://schemas.microsoft.com/office/drawing/2014/main" id="{1A00DBF0-983F-09FF-EA6B-109EC6AD054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78" y="1878"/>
              <a:ext cx="223" cy="423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square">
              <a:spAutoFit/>
            </a:bodyPr>
            <a:lstStyle/>
            <a:p>
              <a:pPr algn="l" defTabSz="762000"/>
              <a:r>
                <a:rPr lang="es-ES_tradnl" sz="1800" noProof="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89" name="Text Box 34">
              <a:extLst>
                <a:ext uri="{FF2B5EF4-FFF2-40B4-BE49-F238E27FC236}">
                  <a16:creationId xmlns:a16="http://schemas.microsoft.com/office/drawing/2014/main" id="{922BAE19-DC28-C55B-5D1A-D126F2DA269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10" y="1878"/>
              <a:ext cx="223" cy="423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square">
              <a:spAutoFit/>
            </a:bodyPr>
            <a:lstStyle/>
            <a:p>
              <a:pPr algn="l" defTabSz="762000"/>
              <a:r>
                <a:rPr lang="es-ES_tradnl" sz="1800" noProof="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90" name="Text Box 35">
              <a:extLst>
                <a:ext uri="{FF2B5EF4-FFF2-40B4-BE49-F238E27FC236}">
                  <a16:creationId xmlns:a16="http://schemas.microsoft.com/office/drawing/2014/main" id="{2E204AC0-5DF9-C884-7EE2-D912CA344E5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46" y="1879"/>
              <a:ext cx="212" cy="423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square">
              <a:spAutoFit/>
            </a:bodyPr>
            <a:lstStyle/>
            <a:p>
              <a:pPr algn="l" defTabSz="762000"/>
              <a:r>
                <a:rPr lang="es-ES_tradnl" sz="1800" noProof="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91" name="Text Box 36">
              <a:extLst>
                <a:ext uri="{FF2B5EF4-FFF2-40B4-BE49-F238E27FC236}">
                  <a16:creationId xmlns:a16="http://schemas.microsoft.com/office/drawing/2014/main" id="{A526ABA2-F2B8-24F1-6F36-DEAB7B89039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42" y="1878"/>
              <a:ext cx="223" cy="423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square">
              <a:spAutoFit/>
            </a:bodyPr>
            <a:lstStyle/>
            <a:p>
              <a:pPr algn="l" defTabSz="762000"/>
              <a:r>
                <a:rPr lang="es-ES_tradnl" sz="1800" noProof="0" dirty="0">
                  <a:solidFill>
                    <a:schemeClr val="tx1"/>
                  </a:solidFill>
                </a:rPr>
                <a:t>1</a:t>
              </a:r>
            </a:p>
          </p:txBody>
        </p:sp>
      </p:grpSp>
      <p:grpSp>
        <p:nvGrpSpPr>
          <p:cNvPr id="92" name="Group 32">
            <a:extLst>
              <a:ext uri="{FF2B5EF4-FFF2-40B4-BE49-F238E27FC236}">
                <a16:creationId xmlns:a16="http://schemas.microsoft.com/office/drawing/2014/main" id="{8E46D9D9-ED87-DF3A-10C3-40C7601F6821}"/>
              </a:ext>
            </a:extLst>
          </p:cNvPr>
          <p:cNvGrpSpPr>
            <a:grpSpLocks/>
          </p:cNvGrpSpPr>
          <p:nvPr/>
        </p:nvGrpSpPr>
        <p:grpSpPr bwMode="auto">
          <a:xfrm>
            <a:off x="609600" y="2996952"/>
            <a:ext cx="1600200" cy="369947"/>
            <a:chOff x="2646" y="1878"/>
            <a:chExt cx="919" cy="424"/>
          </a:xfrm>
        </p:grpSpPr>
        <p:sp>
          <p:nvSpPr>
            <p:cNvPr id="93" name="Text Box 33">
              <a:extLst>
                <a:ext uri="{FF2B5EF4-FFF2-40B4-BE49-F238E27FC236}">
                  <a16:creationId xmlns:a16="http://schemas.microsoft.com/office/drawing/2014/main" id="{04AAE49D-9250-86FF-1F65-4FA17E1E75A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78" y="1878"/>
              <a:ext cx="223" cy="423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square">
              <a:spAutoFit/>
            </a:bodyPr>
            <a:lstStyle/>
            <a:p>
              <a:pPr algn="l" defTabSz="762000"/>
              <a:r>
                <a:rPr lang="es-ES_tradnl" sz="1800" noProof="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94" name="Text Box 34">
              <a:extLst>
                <a:ext uri="{FF2B5EF4-FFF2-40B4-BE49-F238E27FC236}">
                  <a16:creationId xmlns:a16="http://schemas.microsoft.com/office/drawing/2014/main" id="{9F797152-5A14-D761-3602-6AEF8600A75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10" y="1878"/>
              <a:ext cx="223" cy="423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square">
              <a:spAutoFit/>
            </a:bodyPr>
            <a:lstStyle/>
            <a:p>
              <a:pPr algn="l" defTabSz="762000"/>
              <a:r>
                <a:rPr lang="es-ES_tradnl" sz="1800" noProof="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95" name="Text Box 35">
              <a:extLst>
                <a:ext uri="{FF2B5EF4-FFF2-40B4-BE49-F238E27FC236}">
                  <a16:creationId xmlns:a16="http://schemas.microsoft.com/office/drawing/2014/main" id="{7ED119FE-B348-11D7-62F0-9C4CEE57EBC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46" y="1879"/>
              <a:ext cx="212" cy="423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square">
              <a:spAutoFit/>
            </a:bodyPr>
            <a:lstStyle/>
            <a:p>
              <a:pPr algn="l" defTabSz="762000"/>
              <a:r>
                <a:rPr lang="es-ES_tradnl" sz="1800" noProof="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96" name="Text Box 36">
              <a:extLst>
                <a:ext uri="{FF2B5EF4-FFF2-40B4-BE49-F238E27FC236}">
                  <a16:creationId xmlns:a16="http://schemas.microsoft.com/office/drawing/2014/main" id="{9847B464-4080-1D00-6FCD-D64218D17A0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42" y="1878"/>
              <a:ext cx="223" cy="423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square">
              <a:spAutoFit/>
            </a:bodyPr>
            <a:lstStyle/>
            <a:p>
              <a:pPr algn="l" defTabSz="762000"/>
              <a:r>
                <a:rPr lang="es-ES_tradnl" sz="1800" noProof="0" dirty="0">
                  <a:solidFill>
                    <a:schemeClr val="tx1"/>
                  </a:solidFill>
                </a:rPr>
                <a:t>1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438870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utoUpdateAnimBg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0B80B2-9E87-71A7-9A84-90AB95FC48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F2486DAD-0A43-704B-5945-23A3F4D247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Fundamentos</a:t>
            </a:r>
            <a:endParaRPr lang="en-US" dirty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0B0F411-DB65-2FA4-7B9F-EA48442DDF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Clr>
                <a:schemeClr val="accent2">
                  <a:lumMod val="75000"/>
                </a:schemeClr>
              </a:buClr>
            </a:pPr>
            <a:r>
              <a:rPr lang="es-ES_tradnl" dirty="0">
                <a:solidFill>
                  <a:srgbClr val="FF0000"/>
                </a:solidFill>
              </a:rPr>
              <a:t>División</a:t>
            </a:r>
          </a:p>
          <a:p>
            <a:pPr lvl="1"/>
            <a:r>
              <a:rPr lang="es-ES_tradnl" dirty="0"/>
              <a:t>Dados un dividendo y un divisor, produce dos resultados: El cociente y el resto (o módulo)</a:t>
            </a:r>
          </a:p>
          <a:p>
            <a:pPr lvl="1"/>
            <a:r>
              <a:rPr lang="es-ES_tradnl" dirty="0"/>
              <a:t>Ejemplo sin signo:  Algoritmo humano de restas y desplazamientos</a:t>
            </a:r>
          </a:p>
          <a:p>
            <a:pPr lvl="2"/>
            <a:r>
              <a:rPr lang="es-ES_tradnl" dirty="0"/>
              <a:t>Si no cabe (</a:t>
            </a:r>
            <a:r>
              <a:rPr lang="es-ES_tradnl" dirty="0">
                <a:solidFill>
                  <a:srgbClr val="FF0000"/>
                </a:solidFill>
                <a:latin typeface="Zapf Dingbats"/>
                <a:ea typeface="Zapf Dingbats"/>
                <a:cs typeface="Zapf Dingbats"/>
              </a:rPr>
              <a:t>✗</a:t>
            </a:r>
            <a:r>
              <a:rPr lang="es-ES_tradnl" dirty="0"/>
              <a:t>): 0 al cociente</a:t>
            </a:r>
          </a:p>
          <a:p>
            <a:pPr lvl="2"/>
            <a:r>
              <a:rPr lang="es-ES_tradnl" dirty="0"/>
              <a:t>Si cabe (</a:t>
            </a:r>
            <a:r>
              <a:rPr lang="es-ES_tradnl" dirty="0">
                <a:solidFill>
                  <a:srgbClr val="FF0000"/>
                </a:solidFill>
                <a:latin typeface="Zapf Dingbats"/>
                <a:ea typeface="Zapf Dingbats"/>
                <a:cs typeface="Zapf Dingbats"/>
              </a:rPr>
              <a:t>✓</a:t>
            </a:r>
            <a:r>
              <a:rPr lang="es-ES_tradnl" dirty="0">
                <a:ea typeface="Zapf Dingbats"/>
                <a:cs typeface="Zapf Dingbats"/>
              </a:rPr>
              <a:t>): restar y 1 al cociente</a:t>
            </a:r>
          </a:p>
          <a:p>
            <a:pPr lvl="1"/>
            <a:endParaRPr lang="es-ES_tradnl" dirty="0"/>
          </a:p>
          <a:p>
            <a:pPr lvl="1"/>
            <a:endParaRPr lang="es-ES_tradnl" dirty="0"/>
          </a:p>
          <a:p>
            <a:pPr lvl="1"/>
            <a:endParaRPr lang="es-ES_tradnl" dirty="0"/>
          </a:p>
          <a:p>
            <a:pPr lvl="1"/>
            <a:endParaRPr lang="es-ES_tradnl" dirty="0"/>
          </a:p>
          <a:p>
            <a:pPr lvl="1"/>
            <a:endParaRPr lang="es-ES_tradnl" dirty="0"/>
          </a:p>
          <a:p>
            <a:pPr lvl="1"/>
            <a:r>
              <a:rPr lang="es-ES_tradnl" dirty="0"/>
              <a:t>Con signo: por convención, el resto tiene el mismo signo que el dividendo</a:t>
            </a:r>
          </a:p>
          <a:p>
            <a:pPr lvl="1"/>
            <a:endParaRPr lang="en-US" dirty="0"/>
          </a:p>
        </p:txBody>
      </p:sp>
      <p:sp>
        <p:nvSpPr>
          <p:cNvPr id="2" name="Marcador de número de diapositiva 3">
            <a:extLst>
              <a:ext uri="{FF2B5EF4-FFF2-40B4-BE49-F238E27FC236}">
                <a16:creationId xmlns:a16="http://schemas.microsoft.com/office/drawing/2014/main" id="{56B3F834-F263-BD0F-4F2C-3B533839FA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86800" y="6529388"/>
            <a:ext cx="457200" cy="328612"/>
          </a:xfrm>
        </p:spPr>
        <p:txBody>
          <a:bodyPr/>
          <a:lstStyle/>
          <a:p>
            <a:fld id="{165D9AA3-C110-4682-A7ED-0B7E64F42347}" type="slidenum">
              <a:rPr lang="es-ES_tradnl" noProof="0" smtClean="0"/>
              <a:pPr/>
              <a:t>43</a:t>
            </a:fld>
            <a:endParaRPr lang="es-ES_tradnl" noProof="0" dirty="0"/>
          </a:p>
        </p:txBody>
      </p:sp>
      <p:grpSp>
        <p:nvGrpSpPr>
          <p:cNvPr id="5" name="Agrupar 25">
            <a:extLst>
              <a:ext uri="{FF2B5EF4-FFF2-40B4-BE49-F238E27FC236}">
                <a16:creationId xmlns:a16="http://schemas.microsoft.com/office/drawing/2014/main" id="{A532D816-1EE9-C73A-57D7-C6B085C0E28D}"/>
              </a:ext>
            </a:extLst>
          </p:cNvPr>
          <p:cNvGrpSpPr/>
          <p:nvPr/>
        </p:nvGrpSpPr>
        <p:grpSpPr>
          <a:xfrm>
            <a:off x="1857356" y="3670454"/>
            <a:ext cx="4314844" cy="1990794"/>
            <a:chOff x="1857356" y="3124200"/>
            <a:chExt cx="4314844" cy="1990794"/>
          </a:xfrm>
        </p:grpSpPr>
        <p:sp>
          <p:nvSpPr>
            <p:cNvPr id="6" name="CuadroTexto 5">
              <a:extLst>
                <a:ext uri="{FF2B5EF4-FFF2-40B4-BE49-F238E27FC236}">
                  <a16:creationId xmlns:a16="http://schemas.microsoft.com/office/drawing/2014/main" id="{44095A7C-B7D1-6DE7-DBF8-7FE5D9A5C3CF}"/>
                </a:ext>
              </a:extLst>
            </p:cNvPr>
            <p:cNvSpPr txBox="1"/>
            <p:nvPr/>
          </p:nvSpPr>
          <p:spPr>
            <a:xfrm>
              <a:off x="2428860" y="3143248"/>
              <a:ext cx="126205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_tradnl" b="1" noProof="0" dirty="0">
                  <a:solidFill>
                    <a:schemeClr val="tx1"/>
                  </a:solidFill>
                  <a:latin typeface="Courier New"/>
                  <a:cs typeface="Courier New"/>
                </a:rPr>
                <a:t>1 1 0 1</a:t>
              </a:r>
            </a:p>
          </p:txBody>
        </p:sp>
        <p:sp>
          <p:nvSpPr>
            <p:cNvPr id="7" name="CuadroTexto 6">
              <a:extLst>
                <a:ext uri="{FF2B5EF4-FFF2-40B4-BE49-F238E27FC236}">
                  <a16:creationId xmlns:a16="http://schemas.microsoft.com/office/drawing/2014/main" id="{7443B6FD-2B16-1704-3BAA-EA4A6A66B5B3}"/>
                </a:ext>
              </a:extLst>
            </p:cNvPr>
            <p:cNvSpPr txBox="1"/>
            <p:nvPr/>
          </p:nvSpPr>
          <p:spPr>
            <a:xfrm>
              <a:off x="4898390" y="3124200"/>
              <a:ext cx="126205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_tradnl" b="1" noProof="0" dirty="0">
                  <a:solidFill>
                    <a:schemeClr val="tx1"/>
                  </a:solidFill>
                  <a:latin typeface="Courier New"/>
                  <a:cs typeface="Courier New"/>
                </a:rPr>
                <a:t>0 1 0 1</a:t>
              </a:r>
            </a:p>
          </p:txBody>
        </p:sp>
        <p:sp>
          <p:nvSpPr>
            <p:cNvPr id="8" name="Forma libre 7">
              <a:extLst>
                <a:ext uri="{FF2B5EF4-FFF2-40B4-BE49-F238E27FC236}">
                  <a16:creationId xmlns:a16="http://schemas.microsoft.com/office/drawing/2014/main" id="{07261991-8A31-67CA-9419-AB811AD18D42}"/>
                </a:ext>
              </a:extLst>
            </p:cNvPr>
            <p:cNvSpPr/>
            <p:nvPr/>
          </p:nvSpPr>
          <p:spPr bwMode="auto">
            <a:xfrm>
              <a:off x="4800601" y="3124200"/>
              <a:ext cx="1371599" cy="307777"/>
            </a:xfrm>
            <a:custGeom>
              <a:avLst/>
              <a:gdLst>
                <a:gd name="connsiteX0" fmla="*/ 0 w 3315385"/>
                <a:gd name="connsiteY0" fmla="*/ 0 h 2685886"/>
                <a:gd name="connsiteX1" fmla="*/ 11239 w 3315385"/>
                <a:gd name="connsiteY1" fmla="*/ 2685886 h 2685886"/>
                <a:gd name="connsiteX2" fmla="*/ 3315385 w 3315385"/>
                <a:gd name="connsiteY2" fmla="*/ 2685886 h 26858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15385" h="2685886">
                  <a:moveTo>
                    <a:pt x="0" y="0"/>
                  </a:moveTo>
                  <a:cubicBezTo>
                    <a:pt x="3746" y="895295"/>
                    <a:pt x="11239" y="2685886"/>
                    <a:pt x="11239" y="2685886"/>
                  </a:cubicBezTo>
                  <a:lnTo>
                    <a:pt x="3315385" y="2685886"/>
                  </a:lnTo>
                </a:path>
              </a:pathLst>
            </a:cu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_tradnl" sz="2000" b="0" i="0" u="none" strike="noStrike" cap="none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9" name="CuadroTexto 8">
              <a:extLst>
                <a:ext uri="{FF2B5EF4-FFF2-40B4-BE49-F238E27FC236}">
                  <a16:creationId xmlns:a16="http://schemas.microsoft.com/office/drawing/2014/main" id="{87D33F45-7436-1679-D7B2-463029E1F619}"/>
                </a:ext>
              </a:extLst>
            </p:cNvPr>
            <p:cNvSpPr txBox="1"/>
            <p:nvPr/>
          </p:nvSpPr>
          <p:spPr>
            <a:xfrm>
              <a:off x="2143108" y="3429000"/>
              <a:ext cx="126188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_tradnl" b="1" noProof="0" dirty="0">
                  <a:solidFill>
                    <a:schemeClr val="tx1"/>
                  </a:solidFill>
                  <a:latin typeface="Courier New"/>
                  <a:cs typeface="Courier New"/>
                </a:rPr>
                <a:t>– 1 0 1</a:t>
              </a:r>
            </a:p>
          </p:txBody>
        </p:sp>
        <p:cxnSp>
          <p:nvCxnSpPr>
            <p:cNvPr id="10" name="Conector recto 9">
              <a:extLst>
                <a:ext uri="{FF2B5EF4-FFF2-40B4-BE49-F238E27FC236}">
                  <a16:creationId xmlns:a16="http://schemas.microsoft.com/office/drawing/2014/main" id="{0057F981-225C-C69A-C5E0-DFC4516E0CF3}"/>
                </a:ext>
              </a:extLst>
            </p:cNvPr>
            <p:cNvCxnSpPr/>
            <p:nvPr/>
          </p:nvCxnSpPr>
          <p:spPr bwMode="auto">
            <a:xfrm>
              <a:off x="2357422" y="3857628"/>
              <a:ext cx="1066800" cy="1588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1" name="CuadroTexto 10">
              <a:extLst>
                <a:ext uri="{FF2B5EF4-FFF2-40B4-BE49-F238E27FC236}">
                  <a16:creationId xmlns:a16="http://schemas.microsoft.com/office/drawing/2014/main" id="{CDB94B5B-27CD-B2C4-9DFB-9705EB231D05}"/>
                </a:ext>
              </a:extLst>
            </p:cNvPr>
            <p:cNvSpPr txBox="1"/>
            <p:nvPr/>
          </p:nvSpPr>
          <p:spPr>
            <a:xfrm>
              <a:off x="2428860" y="3929066"/>
              <a:ext cx="126205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_tradnl" b="1" noProof="0" dirty="0">
                  <a:solidFill>
                    <a:schemeClr val="tx1"/>
                  </a:solidFill>
                  <a:latin typeface="Courier New"/>
                  <a:cs typeface="Courier New"/>
                </a:rPr>
                <a:t>0 0 1 1</a:t>
              </a:r>
            </a:p>
          </p:txBody>
        </p:sp>
        <p:sp>
          <p:nvSpPr>
            <p:cNvPr id="12" name="Rectángulo 11">
              <a:extLst>
                <a:ext uri="{FF2B5EF4-FFF2-40B4-BE49-F238E27FC236}">
                  <a16:creationId xmlns:a16="http://schemas.microsoft.com/office/drawing/2014/main" id="{33FEF607-BED8-01A4-C04C-FCF9909402A6}"/>
                </a:ext>
              </a:extLst>
            </p:cNvPr>
            <p:cNvSpPr/>
            <p:nvPr/>
          </p:nvSpPr>
          <p:spPr>
            <a:xfrm>
              <a:off x="2071670" y="3857628"/>
              <a:ext cx="441146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s-ES_tradnl" noProof="0" dirty="0">
                  <a:solidFill>
                    <a:schemeClr val="tx1"/>
                  </a:solidFill>
                  <a:latin typeface="Zapf Dingbats"/>
                  <a:ea typeface="Zapf Dingbats"/>
                  <a:cs typeface="Zapf Dingbats"/>
                </a:rPr>
                <a:t>✓</a:t>
              </a:r>
              <a:endParaRPr lang="es-ES_tradnl" noProof="0" dirty="0">
                <a:solidFill>
                  <a:schemeClr val="tx1"/>
                </a:solidFill>
              </a:endParaRPr>
            </a:p>
          </p:txBody>
        </p:sp>
        <p:sp>
          <p:nvSpPr>
            <p:cNvPr id="13" name="CuadroTexto 12">
              <a:extLst>
                <a:ext uri="{FF2B5EF4-FFF2-40B4-BE49-F238E27FC236}">
                  <a16:creationId xmlns:a16="http://schemas.microsoft.com/office/drawing/2014/main" id="{2C1B0D96-5B21-27B9-9C79-D250B0CAE553}"/>
                </a:ext>
              </a:extLst>
            </p:cNvPr>
            <p:cNvSpPr txBox="1"/>
            <p:nvPr/>
          </p:nvSpPr>
          <p:spPr>
            <a:xfrm>
              <a:off x="2143108" y="4286256"/>
              <a:ext cx="156988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_tradnl" b="1" noProof="0" dirty="0">
                  <a:solidFill>
                    <a:schemeClr val="tx1"/>
                  </a:solidFill>
                  <a:latin typeface="Courier New"/>
                  <a:cs typeface="Courier New"/>
                </a:rPr>
                <a:t>– 0 1 0 1</a:t>
              </a:r>
            </a:p>
          </p:txBody>
        </p:sp>
        <p:sp>
          <p:nvSpPr>
            <p:cNvPr id="14" name="Rectángulo 13">
              <a:extLst>
                <a:ext uri="{FF2B5EF4-FFF2-40B4-BE49-F238E27FC236}">
                  <a16:creationId xmlns:a16="http://schemas.microsoft.com/office/drawing/2014/main" id="{ABE62CFC-CA7F-EAC3-1ACC-D656E331A994}"/>
                </a:ext>
              </a:extLst>
            </p:cNvPr>
            <p:cNvSpPr/>
            <p:nvPr/>
          </p:nvSpPr>
          <p:spPr>
            <a:xfrm>
              <a:off x="1857356" y="4357694"/>
              <a:ext cx="338554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s-ES_tradnl" noProof="0" dirty="0">
                  <a:solidFill>
                    <a:schemeClr val="tx1"/>
                  </a:solidFill>
                  <a:latin typeface="Zapf Dingbats"/>
                  <a:ea typeface="Zapf Dingbats"/>
                  <a:cs typeface="Zapf Dingbats"/>
                </a:rPr>
                <a:t>✗</a:t>
              </a:r>
              <a:endParaRPr lang="es-ES_tradnl" noProof="0" dirty="0">
                <a:solidFill>
                  <a:schemeClr val="tx1"/>
                </a:solidFill>
              </a:endParaRPr>
            </a:p>
          </p:txBody>
        </p:sp>
        <p:sp>
          <p:nvSpPr>
            <p:cNvPr id="15" name="CuadroTexto 14">
              <a:extLst>
                <a:ext uri="{FF2B5EF4-FFF2-40B4-BE49-F238E27FC236}">
                  <a16:creationId xmlns:a16="http://schemas.microsoft.com/office/drawing/2014/main" id="{29892F3B-5590-D791-50AB-263902A33633}"/>
                </a:ext>
              </a:extLst>
            </p:cNvPr>
            <p:cNvSpPr txBox="1"/>
            <p:nvPr/>
          </p:nvSpPr>
          <p:spPr>
            <a:xfrm>
              <a:off x="4910141" y="3505200"/>
              <a:ext cx="64633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_tradnl" b="1" noProof="0" dirty="0">
                  <a:solidFill>
                    <a:schemeClr val="tx1"/>
                  </a:solidFill>
                  <a:latin typeface="Courier New"/>
                  <a:cs typeface="Courier New"/>
                </a:rPr>
                <a:t>1 0</a:t>
              </a:r>
            </a:p>
          </p:txBody>
        </p:sp>
        <p:sp>
          <p:nvSpPr>
            <p:cNvPr id="16" name="CuadroTexto 15">
              <a:extLst>
                <a:ext uri="{FF2B5EF4-FFF2-40B4-BE49-F238E27FC236}">
                  <a16:creationId xmlns:a16="http://schemas.microsoft.com/office/drawing/2014/main" id="{BC52775C-17FB-458A-BD43-CDB0043936C6}"/>
                </a:ext>
              </a:extLst>
            </p:cNvPr>
            <p:cNvSpPr txBox="1"/>
            <p:nvPr/>
          </p:nvSpPr>
          <p:spPr>
            <a:xfrm>
              <a:off x="2500298" y="4714884"/>
              <a:ext cx="126205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_tradnl" b="1" noProof="0" dirty="0">
                  <a:solidFill>
                    <a:schemeClr val="tx1"/>
                  </a:solidFill>
                  <a:latin typeface="Courier New"/>
                  <a:cs typeface="Courier New"/>
                </a:rPr>
                <a:t>0 0 1 1</a:t>
              </a:r>
            </a:p>
          </p:txBody>
        </p:sp>
        <p:sp>
          <p:nvSpPr>
            <p:cNvPr id="17" name="CuadroTexto 16">
              <a:extLst>
                <a:ext uri="{FF2B5EF4-FFF2-40B4-BE49-F238E27FC236}">
                  <a16:creationId xmlns:a16="http://schemas.microsoft.com/office/drawing/2014/main" id="{46C33226-88C0-9A5B-5683-6F0D3F108A79}"/>
                </a:ext>
              </a:extLst>
            </p:cNvPr>
            <p:cNvSpPr txBox="1"/>
            <p:nvPr/>
          </p:nvSpPr>
          <p:spPr>
            <a:xfrm>
              <a:off x="3714744" y="4714884"/>
              <a:ext cx="139643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_tradnl" noProof="0" dirty="0">
                  <a:solidFill>
                    <a:schemeClr val="tx1"/>
                  </a:solidFill>
                </a:rPr>
                <a:t>Resto final</a:t>
              </a:r>
            </a:p>
          </p:txBody>
        </p:sp>
      </p:grpSp>
      <p:cxnSp>
        <p:nvCxnSpPr>
          <p:cNvPr id="18" name="Conector recto 10">
            <a:extLst>
              <a:ext uri="{FF2B5EF4-FFF2-40B4-BE49-F238E27FC236}">
                <a16:creationId xmlns:a16="http://schemas.microsoft.com/office/drawing/2014/main" id="{BEF660EB-6714-B005-094D-61BB0D8057FF}"/>
              </a:ext>
            </a:extLst>
          </p:cNvPr>
          <p:cNvCxnSpPr/>
          <p:nvPr/>
        </p:nvCxnSpPr>
        <p:spPr bwMode="auto">
          <a:xfrm>
            <a:off x="2428860" y="5189700"/>
            <a:ext cx="1066800" cy="1588"/>
          </a:xfrm>
          <a:prstGeom prst="line">
            <a:avLst/>
          </a:prstGeom>
          <a:noFill/>
          <a:ln w="1270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322091765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1B39CE-9DC7-B88B-8FA8-1731C8A287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7DABABBC-2FB4-7E03-12B0-CB20A1A5F6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Multiplicación y división en RISC-V</a:t>
            </a:r>
            <a:endParaRPr lang="en-US" dirty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10062F4-7CE7-360B-6925-DA8941DA75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_tradnl" dirty="0"/>
              <a:t>Instrucciones de desplazamiento</a:t>
            </a:r>
          </a:p>
          <a:p>
            <a:pPr lvl="1"/>
            <a:r>
              <a:rPr lang="es-ES_tradnl" dirty="0"/>
              <a:t>Son de la forma “</a:t>
            </a:r>
            <a:r>
              <a:rPr lang="es-ES_tradnl" b="1" dirty="0">
                <a:latin typeface="Courier New" panose="02070309020205020404" pitchFamily="49" charset="0"/>
                <a:cs typeface="Courier New" panose="02070309020205020404" pitchFamily="49" charset="0"/>
              </a:rPr>
              <a:t>operación </a:t>
            </a:r>
            <a:r>
              <a:rPr lang="es-ES_tradnl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rd</a:t>
            </a:r>
            <a:r>
              <a:rPr lang="es-ES_tradnl" b="1" dirty="0">
                <a:latin typeface="Courier New" panose="02070309020205020404" pitchFamily="49" charset="0"/>
                <a:cs typeface="Courier New" panose="02070309020205020404" pitchFamily="49" charset="0"/>
              </a:rPr>
              <a:t>, rs1, </a:t>
            </a:r>
            <a:r>
              <a:rPr lang="es-ES_tradnl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despl</a:t>
            </a:r>
            <a:r>
              <a:rPr lang="es-ES_tradnl" b="1" dirty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s-ES_tradnl" dirty="0"/>
              <a:t>”, donde </a:t>
            </a:r>
            <a:r>
              <a:rPr lang="es-ES_tradnl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despl</a:t>
            </a:r>
            <a:r>
              <a:rPr lang="es-ES_tradnl" b="1" dirty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s-ES_tradnl" dirty="0"/>
              <a:t> puede ser un registro o una constante (dato inmediato)</a:t>
            </a:r>
          </a:p>
          <a:p>
            <a:pPr lvl="1"/>
            <a:r>
              <a:rPr lang="es-ES_tradnl" dirty="0"/>
              <a:t>El desplazamiento máximo es de 31 posiciones. Sólo cuentan los 5 bits de menor peso del registro/inmediato que proporciona el valor</a:t>
            </a:r>
          </a:p>
        </p:txBody>
      </p:sp>
      <p:sp>
        <p:nvSpPr>
          <p:cNvPr id="2" name="Marcador de número de diapositiva 3">
            <a:extLst>
              <a:ext uri="{FF2B5EF4-FFF2-40B4-BE49-F238E27FC236}">
                <a16:creationId xmlns:a16="http://schemas.microsoft.com/office/drawing/2014/main" id="{1DE4861C-3526-B347-DF34-82C6F2FCA7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86800" y="6529388"/>
            <a:ext cx="457200" cy="328612"/>
          </a:xfrm>
        </p:spPr>
        <p:txBody>
          <a:bodyPr/>
          <a:lstStyle/>
          <a:p>
            <a:fld id="{165D9AA3-C110-4682-A7ED-0B7E64F42347}" type="slidenum">
              <a:rPr lang="es-ES_tradnl" noProof="0" smtClean="0"/>
              <a:pPr/>
              <a:t>44</a:t>
            </a:fld>
            <a:endParaRPr lang="es-ES_tradnl" noProof="0" dirty="0"/>
          </a:p>
        </p:txBody>
      </p:sp>
      <p:grpSp>
        <p:nvGrpSpPr>
          <p:cNvPr id="5" name="Agrupar 8">
            <a:extLst>
              <a:ext uri="{FF2B5EF4-FFF2-40B4-BE49-F238E27FC236}">
                <a16:creationId xmlns:a16="http://schemas.microsoft.com/office/drawing/2014/main" id="{D67A2559-08BB-7895-6934-2FEB6D4D7826}"/>
              </a:ext>
            </a:extLst>
          </p:cNvPr>
          <p:cNvGrpSpPr/>
          <p:nvPr/>
        </p:nvGrpSpPr>
        <p:grpSpPr>
          <a:xfrm>
            <a:off x="857224" y="3617729"/>
            <a:ext cx="8179272" cy="1323439"/>
            <a:chOff x="1295400" y="3886200"/>
            <a:chExt cx="7086600" cy="1323439"/>
          </a:xfrm>
        </p:grpSpPr>
        <p:sp>
          <p:nvSpPr>
            <p:cNvPr id="6" name="CuadroTexto 5">
              <a:extLst>
                <a:ext uri="{FF2B5EF4-FFF2-40B4-BE49-F238E27FC236}">
                  <a16:creationId xmlns:a16="http://schemas.microsoft.com/office/drawing/2014/main" id="{C2C4D60B-31C4-90F2-08CD-97B8E090E7F2}"/>
                </a:ext>
              </a:extLst>
            </p:cNvPr>
            <p:cNvSpPr txBox="1"/>
            <p:nvPr/>
          </p:nvSpPr>
          <p:spPr>
            <a:xfrm>
              <a:off x="1295400" y="3886200"/>
              <a:ext cx="7071492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tabLst>
                  <a:tab pos="2600325" algn="l"/>
                  <a:tab pos="5019675" algn="l"/>
                </a:tabLst>
              </a:pPr>
              <a:r>
                <a:rPr lang="es-ES_tradnl" noProof="0" dirty="0">
                  <a:solidFill>
                    <a:schemeClr val="tx1"/>
                  </a:solidFill>
                  <a:latin typeface="+mj-lt"/>
                </a:rPr>
                <a:t>tipo	       formato R                      </a:t>
              </a:r>
              <a:r>
                <a:rPr lang="es-ES_tradnl" noProof="0" dirty="0" err="1">
                  <a:solidFill>
                    <a:schemeClr val="tx1"/>
                  </a:solidFill>
                  <a:latin typeface="+mj-lt"/>
                </a:rPr>
                <a:t>format</a:t>
              </a:r>
              <a:r>
                <a:rPr lang="es-ES_tradnl" dirty="0">
                  <a:solidFill>
                    <a:schemeClr val="tx1"/>
                  </a:solidFill>
                  <a:latin typeface="+mj-lt"/>
                </a:rPr>
                <a:t>o I</a:t>
              </a:r>
              <a:endParaRPr lang="es-ES_tradnl" noProof="0" dirty="0">
                <a:solidFill>
                  <a:schemeClr val="tx1"/>
                </a:solidFill>
                <a:latin typeface="+mj-lt"/>
              </a:endParaRPr>
            </a:p>
            <a:p>
              <a:pPr>
                <a:tabLst>
                  <a:tab pos="2600325" algn="l"/>
                  <a:tab pos="5019675" algn="l"/>
                </a:tabLst>
              </a:pPr>
              <a:r>
                <a:rPr lang="es-ES_tradnl" noProof="0" dirty="0">
                  <a:solidFill>
                    <a:schemeClr val="tx1"/>
                  </a:solidFill>
                  <a:latin typeface="+mj-lt"/>
                </a:rPr>
                <a:t>izquierda	</a:t>
              </a:r>
              <a:r>
                <a:rPr lang="es-ES_tradnl" sz="1600" b="1" noProof="0" dirty="0" err="1">
                  <a:solidFill>
                    <a:schemeClr val="tx1"/>
                  </a:solidFill>
                  <a:latin typeface="Courier New" pitchFamily="49" charset="0"/>
                </a:rPr>
                <a:t>sll</a:t>
              </a:r>
              <a:r>
                <a:rPr lang="es-ES_tradnl" sz="1600" b="1" noProof="0" dirty="0">
                  <a:solidFill>
                    <a:schemeClr val="tx1"/>
                  </a:solidFill>
                  <a:latin typeface="Courier New" pitchFamily="49" charset="0"/>
                </a:rPr>
                <a:t> </a:t>
              </a:r>
              <a:r>
                <a:rPr lang="es-ES_tradnl" sz="1600" b="1" noProof="0" dirty="0" err="1">
                  <a:solidFill>
                    <a:schemeClr val="tx1"/>
                  </a:solidFill>
                  <a:latin typeface="Courier New" pitchFamily="49" charset="0"/>
                </a:rPr>
                <a:t>rd</a:t>
              </a:r>
              <a:r>
                <a:rPr lang="es-ES_tradnl" sz="1600" b="1" noProof="0" dirty="0">
                  <a:solidFill>
                    <a:schemeClr val="tx1"/>
                  </a:solidFill>
                  <a:latin typeface="Courier New" pitchFamily="49" charset="0"/>
                </a:rPr>
                <a:t>, rs1, rs2</a:t>
              </a:r>
              <a:r>
                <a:rPr lang="es-ES_tradnl" sz="1600" noProof="0" dirty="0">
                  <a:solidFill>
                    <a:schemeClr val="tx1"/>
                  </a:solidFill>
                </a:rPr>
                <a:t>	  </a:t>
              </a:r>
              <a:r>
                <a:rPr lang="es-ES_tradnl" sz="1600" b="1" noProof="0" dirty="0" err="1">
                  <a:solidFill>
                    <a:schemeClr val="tx1"/>
                  </a:solidFill>
                  <a:latin typeface="Courier New" pitchFamily="49" charset="0"/>
                </a:rPr>
                <a:t>slli</a:t>
              </a:r>
              <a:r>
                <a:rPr lang="es-ES_tradnl" sz="1600" b="1" noProof="0" dirty="0">
                  <a:solidFill>
                    <a:schemeClr val="tx1"/>
                  </a:solidFill>
                  <a:latin typeface="Courier New" pitchFamily="49" charset="0"/>
                </a:rPr>
                <a:t> </a:t>
              </a:r>
              <a:r>
                <a:rPr lang="es-ES_tradnl" sz="1600" b="1" noProof="0" dirty="0" err="1">
                  <a:solidFill>
                    <a:schemeClr val="tx1"/>
                  </a:solidFill>
                  <a:latin typeface="Courier New" pitchFamily="49" charset="0"/>
                </a:rPr>
                <a:t>rd</a:t>
              </a:r>
              <a:r>
                <a:rPr lang="es-ES_tradnl" sz="1600" b="1" noProof="0" dirty="0">
                  <a:solidFill>
                    <a:schemeClr val="tx1"/>
                  </a:solidFill>
                  <a:latin typeface="Courier New" pitchFamily="49" charset="0"/>
                </a:rPr>
                <a:t>, rs1, </a:t>
              </a:r>
              <a:r>
                <a:rPr lang="es-ES_tradnl" sz="1600" b="1" noProof="0" dirty="0" err="1">
                  <a:solidFill>
                    <a:schemeClr val="tx1"/>
                  </a:solidFill>
                  <a:latin typeface="Courier New" pitchFamily="49" charset="0"/>
                </a:rPr>
                <a:t>shamt</a:t>
              </a:r>
              <a:endParaRPr lang="es-ES_tradnl" b="1" noProof="0" dirty="0">
                <a:solidFill>
                  <a:schemeClr val="tx1"/>
                </a:solidFill>
                <a:latin typeface="Courier New" pitchFamily="49" charset="0"/>
              </a:endParaRPr>
            </a:p>
            <a:p>
              <a:pPr>
                <a:tabLst>
                  <a:tab pos="2600325" algn="l"/>
                  <a:tab pos="5019675" algn="l"/>
                </a:tabLst>
              </a:pPr>
              <a:r>
                <a:rPr lang="es-ES_tradnl" noProof="0" dirty="0">
                  <a:solidFill>
                    <a:schemeClr val="tx1"/>
                  </a:solidFill>
                  <a:latin typeface="+mn-lt"/>
                </a:rPr>
                <a:t>derecha (lógico)	</a:t>
              </a:r>
              <a:r>
                <a:rPr lang="es-ES_tradnl" sz="1600" b="1" noProof="0" dirty="0" err="1">
                  <a:solidFill>
                    <a:schemeClr val="tx1"/>
                  </a:solidFill>
                  <a:latin typeface="Courier New" pitchFamily="49" charset="0"/>
                </a:rPr>
                <a:t>srl</a:t>
              </a:r>
              <a:r>
                <a:rPr lang="es-ES_tradnl" sz="1600" b="1" noProof="0" dirty="0">
                  <a:solidFill>
                    <a:schemeClr val="tx1"/>
                  </a:solidFill>
                  <a:latin typeface="Courier New" pitchFamily="49" charset="0"/>
                </a:rPr>
                <a:t> </a:t>
              </a:r>
              <a:r>
                <a:rPr lang="es-ES_tradnl" sz="1600" b="1" noProof="0" dirty="0" err="1">
                  <a:solidFill>
                    <a:schemeClr val="tx1"/>
                  </a:solidFill>
                  <a:latin typeface="Courier New" pitchFamily="49" charset="0"/>
                </a:rPr>
                <a:t>rd</a:t>
              </a:r>
              <a:r>
                <a:rPr lang="es-ES_tradnl" sz="1600" b="1" noProof="0" dirty="0">
                  <a:solidFill>
                    <a:schemeClr val="tx1"/>
                  </a:solidFill>
                  <a:latin typeface="Courier New" pitchFamily="49" charset="0"/>
                </a:rPr>
                <a:t>, rs1, rs2</a:t>
              </a:r>
              <a:r>
                <a:rPr lang="es-ES_tradnl" sz="1600" noProof="0" dirty="0">
                  <a:solidFill>
                    <a:schemeClr val="tx1"/>
                  </a:solidFill>
                </a:rPr>
                <a:t>	  </a:t>
              </a:r>
              <a:r>
                <a:rPr lang="es-ES_tradnl" sz="1600" b="1" noProof="0" dirty="0" err="1">
                  <a:solidFill>
                    <a:schemeClr val="tx1"/>
                  </a:solidFill>
                  <a:latin typeface="Courier New" pitchFamily="49" charset="0"/>
                </a:rPr>
                <a:t>srli</a:t>
              </a:r>
              <a:r>
                <a:rPr lang="es-ES_tradnl" sz="1600" b="1" noProof="0" dirty="0">
                  <a:solidFill>
                    <a:schemeClr val="tx1"/>
                  </a:solidFill>
                  <a:latin typeface="Courier New" pitchFamily="49" charset="0"/>
                </a:rPr>
                <a:t> </a:t>
              </a:r>
              <a:r>
                <a:rPr lang="es-ES_tradnl" sz="1600" b="1" noProof="0" dirty="0" err="1">
                  <a:solidFill>
                    <a:schemeClr val="tx1"/>
                  </a:solidFill>
                  <a:latin typeface="Courier New" pitchFamily="49" charset="0"/>
                </a:rPr>
                <a:t>rd</a:t>
              </a:r>
              <a:r>
                <a:rPr lang="es-ES_tradnl" sz="1600" b="1" noProof="0" dirty="0">
                  <a:solidFill>
                    <a:schemeClr val="tx1"/>
                  </a:solidFill>
                  <a:latin typeface="Courier New" pitchFamily="49" charset="0"/>
                </a:rPr>
                <a:t>, rs1, </a:t>
              </a:r>
              <a:r>
                <a:rPr lang="es-ES_tradnl" sz="1600" b="1" noProof="0" dirty="0" err="1">
                  <a:solidFill>
                    <a:schemeClr val="tx1"/>
                  </a:solidFill>
                  <a:latin typeface="Courier New" pitchFamily="49" charset="0"/>
                </a:rPr>
                <a:t>shamt</a:t>
              </a:r>
              <a:endParaRPr lang="es-ES_tradnl" b="1" noProof="0" dirty="0">
                <a:solidFill>
                  <a:schemeClr val="tx1"/>
                </a:solidFill>
                <a:latin typeface="Courier New" pitchFamily="49" charset="0"/>
              </a:endParaRPr>
            </a:p>
            <a:p>
              <a:pPr marL="0" lvl="1">
                <a:tabLst>
                  <a:tab pos="2600325" algn="l"/>
                  <a:tab pos="5019675" algn="l"/>
                </a:tabLst>
              </a:pPr>
              <a:r>
                <a:rPr lang="es-ES_tradnl" noProof="0" dirty="0">
                  <a:solidFill>
                    <a:schemeClr val="tx1"/>
                  </a:solidFill>
                  <a:latin typeface="+mn-lt"/>
                </a:rPr>
                <a:t>derecha (aritmético)	</a:t>
              </a:r>
              <a:r>
                <a:rPr lang="es-ES_tradnl" sz="1600" b="1" noProof="0" dirty="0" err="1">
                  <a:solidFill>
                    <a:schemeClr val="tx1"/>
                  </a:solidFill>
                  <a:latin typeface="Courier New" pitchFamily="49" charset="0"/>
                </a:rPr>
                <a:t>sra</a:t>
              </a:r>
              <a:r>
                <a:rPr lang="es-ES_tradnl" sz="1600" b="1" noProof="0" dirty="0">
                  <a:solidFill>
                    <a:schemeClr val="tx1"/>
                  </a:solidFill>
                  <a:latin typeface="Courier New" pitchFamily="49" charset="0"/>
                </a:rPr>
                <a:t> </a:t>
              </a:r>
              <a:r>
                <a:rPr lang="es-ES_tradnl" sz="1600" b="1" noProof="0" dirty="0" err="1">
                  <a:solidFill>
                    <a:schemeClr val="tx1"/>
                  </a:solidFill>
                  <a:latin typeface="Courier New" pitchFamily="49" charset="0"/>
                </a:rPr>
                <a:t>rd</a:t>
              </a:r>
              <a:r>
                <a:rPr lang="es-ES_tradnl" sz="1600" b="1" noProof="0" dirty="0">
                  <a:solidFill>
                    <a:schemeClr val="tx1"/>
                  </a:solidFill>
                  <a:latin typeface="Courier New" pitchFamily="49" charset="0"/>
                </a:rPr>
                <a:t>, rt1, rs2</a:t>
              </a:r>
              <a:r>
                <a:rPr lang="es-ES_tradnl" sz="1600" noProof="0" dirty="0">
                  <a:solidFill>
                    <a:schemeClr val="tx1"/>
                  </a:solidFill>
                </a:rPr>
                <a:t>	  </a:t>
              </a:r>
              <a:r>
                <a:rPr lang="es-ES_tradnl" sz="1600" b="1" noProof="0" dirty="0" err="1">
                  <a:solidFill>
                    <a:schemeClr val="tx1"/>
                  </a:solidFill>
                  <a:latin typeface="Courier New" pitchFamily="49" charset="0"/>
                </a:rPr>
                <a:t>srai</a:t>
              </a:r>
              <a:r>
                <a:rPr lang="es-ES_tradnl" sz="1600" b="1" noProof="0" dirty="0">
                  <a:solidFill>
                    <a:schemeClr val="tx1"/>
                  </a:solidFill>
                  <a:latin typeface="Courier New" pitchFamily="49" charset="0"/>
                </a:rPr>
                <a:t> </a:t>
              </a:r>
              <a:r>
                <a:rPr lang="es-ES_tradnl" sz="1600" b="1" noProof="0" dirty="0" err="1">
                  <a:solidFill>
                    <a:schemeClr val="tx1"/>
                  </a:solidFill>
                  <a:latin typeface="Courier New" pitchFamily="49" charset="0"/>
                </a:rPr>
                <a:t>rd</a:t>
              </a:r>
              <a:r>
                <a:rPr lang="es-ES_tradnl" sz="1600" b="1" noProof="0" dirty="0">
                  <a:solidFill>
                    <a:schemeClr val="tx1"/>
                  </a:solidFill>
                  <a:latin typeface="Courier New" pitchFamily="49" charset="0"/>
                </a:rPr>
                <a:t>, rs1, </a:t>
              </a:r>
              <a:r>
                <a:rPr lang="es-ES_tradnl" sz="1600" b="1" noProof="0" dirty="0" err="1">
                  <a:solidFill>
                    <a:schemeClr val="tx1"/>
                  </a:solidFill>
                  <a:latin typeface="Courier New" pitchFamily="49" charset="0"/>
                </a:rPr>
                <a:t>shamt</a:t>
              </a:r>
              <a:endParaRPr lang="es-ES_tradnl" b="1" noProof="0" dirty="0">
                <a:solidFill>
                  <a:schemeClr val="tx1"/>
                </a:solidFill>
                <a:latin typeface="Courier New" pitchFamily="49" charset="0"/>
              </a:endParaRPr>
            </a:p>
          </p:txBody>
        </p:sp>
        <p:cxnSp>
          <p:nvCxnSpPr>
            <p:cNvPr id="7" name="Conector recto 6">
              <a:extLst>
                <a:ext uri="{FF2B5EF4-FFF2-40B4-BE49-F238E27FC236}">
                  <a16:creationId xmlns:a16="http://schemas.microsoft.com/office/drawing/2014/main" id="{34D2BD25-F842-8D5C-B27C-33A9868A6D98}"/>
                </a:ext>
              </a:extLst>
            </p:cNvPr>
            <p:cNvCxnSpPr/>
            <p:nvPr/>
          </p:nvCxnSpPr>
          <p:spPr bwMode="auto">
            <a:xfrm>
              <a:off x="1371600" y="4267200"/>
              <a:ext cx="7010400" cy="1588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8" name="CuadroTexto 5">
            <a:extLst>
              <a:ext uri="{FF2B5EF4-FFF2-40B4-BE49-F238E27FC236}">
                <a16:creationId xmlns:a16="http://schemas.microsoft.com/office/drawing/2014/main" id="{98245DAB-270C-E887-7BF8-980FFEAC4281}"/>
              </a:ext>
            </a:extLst>
          </p:cNvPr>
          <p:cNvSpPr txBox="1"/>
          <p:nvPr/>
        </p:nvSpPr>
        <p:spPr>
          <a:xfrm>
            <a:off x="790000" y="5595799"/>
            <a:ext cx="781317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tabLst>
                <a:tab pos="2600325" algn="l"/>
                <a:tab pos="5019675" algn="l"/>
              </a:tabLst>
            </a:pPr>
            <a:r>
              <a:rPr lang="es-ES_tradnl" b="1" dirty="0">
                <a:solidFill>
                  <a:schemeClr val="tx1"/>
                </a:solidFill>
                <a:latin typeface="Courier New" pitchFamily="49" charset="0"/>
              </a:rPr>
              <a:t>s</a:t>
            </a:r>
            <a:r>
              <a:rPr lang="es-ES_tradnl" b="1" noProof="0" dirty="0" err="1">
                <a:solidFill>
                  <a:schemeClr val="tx1"/>
                </a:solidFill>
                <a:latin typeface="Courier New" pitchFamily="49" charset="0"/>
              </a:rPr>
              <a:t>hamt</a:t>
            </a:r>
            <a:r>
              <a:rPr lang="es-ES_tradnl" b="1" noProof="0" dirty="0">
                <a:solidFill>
                  <a:schemeClr val="tx1"/>
                </a:solidFill>
                <a:latin typeface="Courier New" pitchFamily="49" charset="0"/>
              </a:rPr>
              <a:t>: shift </a:t>
            </a:r>
            <a:r>
              <a:rPr lang="es-ES_tradnl" b="1" noProof="0" dirty="0" err="1">
                <a:solidFill>
                  <a:schemeClr val="tx1"/>
                </a:solidFill>
                <a:latin typeface="Courier New" pitchFamily="49" charset="0"/>
              </a:rPr>
              <a:t>amount</a:t>
            </a:r>
            <a:r>
              <a:rPr lang="es-ES_tradnl" noProof="0" dirty="0">
                <a:solidFill>
                  <a:schemeClr val="tx1"/>
                </a:solidFill>
                <a:latin typeface="+mj-lt"/>
              </a:rPr>
              <a:t>  (dato inmediato)</a:t>
            </a:r>
          </a:p>
          <a:p>
            <a:pPr>
              <a:tabLst>
                <a:tab pos="2600325" algn="l"/>
                <a:tab pos="5019675" algn="l"/>
              </a:tabLst>
            </a:pPr>
            <a:r>
              <a:rPr lang="es-ES_tradnl" dirty="0">
                <a:solidFill>
                  <a:schemeClr val="tx1"/>
                </a:solidFill>
                <a:latin typeface="+mj-lt"/>
              </a:rPr>
              <a:t>El desplazamiento lógico a derecha introduce 0s por la izquierda</a:t>
            </a:r>
          </a:p>
          <a:p>
            <a:pPr>
              <a:tabLst>
                <a:tab pos="2600325" algn="l"/>
                <a:tab pos="5019675" algn="l"/>
              </a:tabLst>
            </a:pPr>
            <a:r>
              <a:rPr lang="es-ES_tradnl" noProof="0" dirty="0">
                <a:solidFill>
                  <a:schemeClr val="tx1"/>
                </a:solidFill>
                <a:latin typeface="+mj-lt"/>
              </a:rPr>
              <a:t>El desplazamiento aritmético (a derecha) replica el bit de signo</a:t>
            </a:r>
            <a:r>
              <a:rPr lang="es-ES_tradnl" noProof="0" dirty="0"/>
              <a:t>	</a:t>
            </a:r>
            <a:endParaRPr lang="es-ES_tradnl" b="1" noProof="0" dirty="0">
              <a:latin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625740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EB97B1-44A4-64B4-CEBE-F2BFD916DB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CFC55FE0-89D3-9325-09CF-C98CE004BB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Multiplicación y división en RISC-V</a:t>
            </a:r>
            <a:endParaRPr lang="en-US" dirty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632B3F4-2758-B9F4-883E-AF0B4FAD8C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_tradnl" dirty="0"/>
              <a:t>Instrucciones de multiplicación y división generales</a:t>
            </a:r>
          </a:p>
          <a:p>
            <a:pPr lvl="1"/>
            <a:r>
              <a:rPr lang="es-ES_tradnl" dirty="0"/>
              <a:t>Operaciones para números con signo:</a:t>
            </a:r>
          </a:p>
          <a:p>
            <a:pPr lvl="2">
              <a:buNone/>
              <a:tabLst>
                <a:tab pos="3048000" algn="l"/>
              </a:tabLst>
            </a:pPr>
            <a:r>
              <a:rPr lang="es-ES_tradnl" b="1" dirty="0" err="1">
                <a:latin typeface="Courier New" pitchFamily="49" charset="0"/>
              </a:rPr>
              <a:t>mul</a:t>
            </a:r>
            <a:r>
              <a:rPr lang="es-ES_tradnl" b="1" dirty="0">
                <a:latin typeface="Courier New" pitchFamily="49" charset="0"/>
              </a:rPr>
              <a:t>   </a:t>
            </a:r>
            <a:r>
              <a:rPr lang="es-ES_tradnl" b="1" dirty="0" err="1">
                <a:latin typeface="Courier New" pitchFamily="49" charset="0"/>
              </a:rPr>
              <a:t>rd</a:t>
            </a:r>
            <a:r>
              <a:rPr lang="es-ES_tradnl" b="1" dirty="0">
                <a:latin typeface="Courier New" pitchFamily="49" charset="0"/>
              </a:rPr>
              <a:t>, rs1, rs2</a:t>
            </a:r>
            <a:r>
              <a:rPr lang="es-ES_tradnl" dirty="0"/>
              <a:t>:	</a:t>
            </a:r>
            <a:r>
              <a:rPr lang="es-ES_tradnl" dirty="0" err="1"/>
              <a:t>rd</a:t>
            </a:r>
            <a:r>
              <a:rPr lang="es-ES_tradnl" dirty="0"/>
              <a:t> </a:t>
            </a:r>
            <a:r>
              <a:rPr lang="es-ES_tradnl" dirty="0">
                <a:sym typeface="Symbol" pitchFamily="18" charset="2"/>
              </a:rPr>
              <a:t></a:t>
            </a:r>
            <a:r>
              <a:rPr lang="es-ES_tradnl" dirty="0"/>
              <a:t> 32 bits menos significativos de </a:t>
            </a:r>
            <a:r>
              <a:rPr lang="es-ES_tradnl" b="1" dirty="0">
                <a:latin typeface="Courier New" pitchFamily="49" charset="0"/>
              </a:rPr>
              <a:t>rs1*rs2</a:t>
            </a:r>
          </a:p>
          <a:p>
            <a:pPr lvl="2">
              <a:buNone/>
              <a:tabLst>
                <a:tab pos="3048000" algn="l"/>
              </a:tabLst>
            </a:pPr>
            <a:r>
              <a:rPr lang="es-ES_tradnl" b="1" dirty="0" err="1">
                <a:latin typeface="Courier New" pitchFamily="49" charset="0"/>
              </a:rPr>
              <a:t>mulh</a:t>
            </a:r>
            <a:r>
              <a:rPr lang="es-ES_tradnl" b="1" dirty="0">
                <a:latin typeface="Courier New" pitchFamily="49" charset="0"/>
              </a:rPr>
              <a:t>  </a:t>
            </a:r>
            <a:r>
              <a:rPr lang="es-ES_tradnl" b="1" dirty="0" err="1">
                <a:latin typeface="Courier New" pitchFamily="49" charset="0"/>
              </a:rPr>
              <a:t>rd</a:t>
            </a:r>
            <a:r>
              <a:rPr lang="es-ES_tradnl" b="1" dirty="0">
                <a:latin typeface="Courier New" pitchFamily="49" charset="0"/>
              </a:rPr>
              <a:t>, rs1, rs2</a:t>
            </a:r>
            <a:r>
              <a:rPr lang="es-ES_tradnl" dirty="0"/>
              <a:t>:	</a:t>
            </a:r>
            <a:r>
              <a:rPr lang="es-ES_tradnl" dirty="0" err="1"/>
              <a:t>rd</a:t>
            </a:r>
            <a:r>
              <a:rPr lang="es-ES_tradnl" dirty="0"/>
              <a:t> </a:t>
            </a:r>
            <a:r>
              <a:rPr lang="es-ES_tradnl" dirty="0">
                <a:sym typeface="Symbol" pitchFamily="18" charset="2"/>
              </a:rPr>
              <a:t></a:t>
            </a:r>
            <a:r>
              <a:rPr lang="es-ES_tradnl" dirty="0"/>
              <a:t> 32 bits más significativos de </a:t>
            </a:r>
            <a:r>
              <a:rPr lang="es-ES_tradnl" b="1" dirty="0">
                <a:latin typeface="Courier New" pitchFamily="49" charset="0"/>
              </a:rPr>
              <a:t>rs1*rs2</a:t>
            </a:r>
          </a:p>
          <a:p>
            <a:pPr lvl="2">
              <a:buNone/>
              <a:tabLst>
                <a:tab pos="3048000" algn="l"/>
              </a:tabLst>
            </a:pPr>
            <a:r>
              <a:rPr lang="es-ES_tradnl" b="1" dirty="0" err="1">
                <a:latin typeface="Courier New" pitchFamily="49" charset="0"/>
              </a:rPr>
              <a:t>div</a:t>
            </a:r>
            <a:r>
              <a:rPr lang="es-ES_tradnl" b="1" dirty="0">
                <a:latin typeface="Courier New" pitchFamily="49" charset="0"/>
              </a:rPr>
              <a:t>   </a:t>
            </a:r>
            <a:r>
              <a:rPr lang="es-ES_tradnl" b="1" dirty="0" err="1">
                <a:latin typeface="Courier New" pitchFamily="49" charset="0"/>
              </a:rPr>
              <a:t>rd</a:t>
            </a:r>
            <a:r>
              <a:rPr lang="es-ES_tradnl" b="1" dirty="0">
                <a:latin typeface="Courier New" pitchFamily="49" charset="0"/>
              </a:rPr>
              <a:t>, rs1, rs2</a:t>
            </a:r>
            <a:r>
              <a:rPr lang="es-ES_tradnl" dirty="0"/>
              <a:t>:	</a:t>
            </a:r>
            <a:r>
              <a:rPr lang="es-ES_tradnl" dirty="0" err="1"/>
              <a:t>rd</a:t>
            </a:r>
            <a:r>
              <a:rPr lang="es-ES_tradnl" dirty="0"/>
              <a:t> </a:t>
            </a:r>
            <a:r>
              <a:rPr lang="es-ES_tradnl" dirty="0">
                <a:sym typeface="Symbol" pitchFamily="18" charset="2"/>
              </a:rPr>
              <a:t></a:t>
            </a:r>
            <a:r>
              <a:rPr lang="es-ES_tradnl" dirty="0"/>
              <a:t> Cociente de la división entera </a:t>
            </a:r>
            <a:r>
              <a:rPr lang="es-ES_tradnl" b="1" dirty="0">
                <a:latin typeface="Courier New" pitchFamily="49" charset="0"/>
              </a:rPr>
              <a:t>rs1/rs2</a:t>
            </a:r>
          </a:p>
          <a:p>
            <a:pPr lvl="2">
              <a:buNone/>
              <a:tabLst>
                <a:tab pos="3048000" algn="l"/>
              </a:tabLst>
            </a:pPr>
            <a:r>
              <a:rPr lang="es-ES_tradnl" b="1" dirty="0">
                <a:latin typeface="Courier New" pitchFamily="49" charset="0"/>
              </a:rPr>
              <a:t>rem   </a:t>
            </a:r>
            <a:r>
              <a:rPr lang="es-ES_tradnl" b="1" dirty="0" err="1">
                <a:latin typeface="Courier New" pitchFamily="49" charset="0"/>
              </a:rPr>
              <a:t>rd</a:t>
            </a:r>
            <a:r>
              <a:rPr lang="es-ES_tradnl" b="1" dirty="0">
                <a:latin typeface="Courier New" pitchFamily="49" charset="0"/>
              </a:rPr>
              <a:t>, rs1, rs2</a:t>
            </a:r>
            <a:r>
              <a:rPr lang="es-ES_tradnl" dirty="0"/>
              <a:t>:	</a:t>
            </a:r>
            <a:r>
              <a:rPr lang="es-ES_tradnl" dirty="0" err="1"/>
              <a:t>rd</a:t>
            </a:r>
            <a:r>
              <a:rPr lang="es-ES_tradnl" dirty="0"/>
              <a:t> </a:t>
            </a:r>
            <a:r>
              <a:rPr lang="es-ES_tradnl" dirty="0">
                <a:sym typeface="Symbol" pitchFamily="18" charset="2"/>
              </a:rPr>
              <a:t></a:t>
            </a:r>
            <a:r>
              <a:rPr lang="es-ES_tradnl" dirty="0"/>
              <a:t> Resto de la división entera </a:t>
            </a:r>
            <a:r>
              <a:rPr lang="es-ES_tradnl" b="1" dirty="0">
                <a:latin typeface="Courier New" pitchFamily="49" charset="0"/>
              </a:rPr>
              <a:t>rs1/rs2</a:t>
            </a:r>
            <a:endParaRPr lang="es-ES_tradnl" dirty="0"/>
          </a:p>
          <a:p>
            <a:pPr lvl="1"/>
            <a:r>
              <a:rPr lang="es-ES_tradnl" dirty="0"/>
              <a:t>En la división con signo, por convención, el resto tiene el mismo signo que el dividendo</a:t>
            </a:r>
          </a:p>
          <a:p>
            <a:pPr lvl="1"/>
            <a:r>
              <a:rPr lang="es-ES_tradnl" dirty="0"/>
              <a:t>Las operaciones para números sin signo son </a:t>
            </a:r>
            <a:r>
              <a:rPr lang="es-ES_tradnl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mulhu</a:t>
            </a:r>
            <a:r>
              <a:rPr lang="es-ES_tradnl" dirty="0"/>
              <a:t>, </a:t>
            </a:r>
            <a:r>
              <a:rPr lang="es-ES_tradnl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divu</a:t>
            </a:r>
            <a:r>
              <a:rPr lang="es-ES_tradnl" dirty="0"/>
              <a:t> y </a:t>
            </a:r>
            <a:r>
              <a:rPr lang="es-ES_tradnl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remu</a:t>
            </a:r>
            <a:r>
              <a:rPr lang="es-ES_tradnl" dirty="0"/>
              <a:t> (no existe </a:t>
            </a:r>
            <a:r>
              <a:rPr lang="es-ES_tradnl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mulu</a:t>
            </a:r>
            <a:r>
              <a:rPr lang="es-ES_tradnl" dirty="0"/>
              <a:t>)</a:t>
            </a:r>
          </a:p>
          <a:p>
            <a:pPr lvl="1"/>
            <a:r>
              <a:rPr lang="es-ES_tradnl" dirty="0"/>
              <a:t>Ninguna de estas instrucciones comprueba desbordamientos o división por cero:. Si es importante, hay que detectarlo por software</a:t>
            </a:r>
          </a:p>
          <a:p>
            <a:pPr marL="403225" lvl="1" indent="0">
              <a:buNone/>
            </a:pPr>
            <a:endParaRPr lang="es-ES_tradnl" dirty="0"/>
          </a:p>
          <a:p>
            <a:endParaRPr lang="en-US" dirty="0"/>
          </a:p>
        </p:txBody>
      </p:sp>
      <p:sp>
        <p:nvSpPr>
          <p:cNvPr id="2" name="Marcador de número de diapositiva 3">
            <a:extLst>
              <a:ext uri="{FF2B5EF4-FFF2-40B4-BE49-F238E27FC236}">
                <a16:creationId xmlns:a16="http://schemas.microsoft.com/office/drawing/2014/main" id="{05CCE1CA-0FE4-030F-66B8-1F8FFABE44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86800" y="6529388"/>
            <a:ext cx="457200" cy="328612"/>
          </a:xfrm>
        </p:spPr>
        <p:txBody>
          <a:bodyPr/>
          <a:lstStyle/>
          <a:p>
            <a:fld id="{165D9AA3-C110-4682-A7ED-0B7E64F42347}" type="slidenum">
              <a:rPr lang="es-ES_tradnl" noProof="0" smtClean="0"/>
              <a:pPr/>
              <a:t>45</a:t>
            </a:fld>
            <a:endParaRPr lang="es-ES_tradnl" noProof="0" dirty="0"/>
          </a:p>
        </p:txBody>
      </p:sp>
    </p:spTree>
    <p:extLst>
      <p:ext uri="{BB962C8B-B14F-4D97-AF65-F5344CB8AC3E}">
        <p14:creationId xmlns:p14="http://schemas.microsoft.com/office/powerpoint/2010/main" val="48737435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0FA4E1-02EF-D218-7B98-B663DF0F7F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C3187EAE-BA67-96EC-176F-5ED08374FE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Multiplicación y división en RISC-V</a:t>
            </a:r>
            <a:endParaRPr lang="en-US" dirty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623C102-71BC-86B0-B48A-9ADFC3413A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SzPct val="100000"/>
              <a:buFont typeface="Arial" panose="020B0604020202020204" pitchFamily="34" charset="0"/>
              <a:buChar char="•"/>
            </a:pPr>
            <a:r>
              <a:rPr lang="es-ES_tradnl" dirty="0"/>
              <a:t>Las instrucciones de multiplicación y división pueden tardar varios ciclos (en la etapa EX)</a:t>
            </a:r>
          </a:p>
          <a:p>
            <a:pPr>
              <a:buSzPct val="100000"/>
              <a:buFont typeface="Arial" panose="020B0604020202020204" pitchFamily="34" charset="0"/>
              <a:buChar char="•"/>
            </a:pPr>
            <a:r>
              <a:rPr lang="es-ES_tradnl" dirty="0"/>
              <a:t>Los operadores de multiplicación y división son complejos y pueden estar fuera de la ALU normal, en circuitos específicos</a:t>
            </a:r>
          </a:p>
          <a:p>
            <a:pPr>
              <a:buSzPct val="100000"/>
              <a:buFont typeface="Arial" panose="020B0604020202020204" pitchFamily="34" charset="0"/>
              <a:buChar char="•"/>
            </a:pPr>
            <a:r>
              <a:rPr lang="es-ES_tradnl" dirty="0"/>
              <a:t>En procesadores de bajo coste, para sistemas empotrados, los operadores de multiplicación se implementan como circuitos combinacionales para reducir el hardware, consumo y coste</a:t>
            </a:r>
          </a:p>
          <a:p>
            <a:pPr>
              <a:buSzPct val="100000"/>
              <a:buFont typeface="Arial" panose="020B0604020202020204" pitchFamily="34" charset="0"/>
              <a:buChar char="•"/>
            </a:pPr>
            <a:r>
              <a:rPr lang="es-ES_tradnl" dirty="0"/>
              <a:t>En procesadores para equipos de gama media-alta (teléfonos móviles, tabletas, </a:t>
            </a:r>
            <a:r>
              <a:rPr lang="es-ES_tradnl" dirty="0" err="1"/>
              <a:t>PCs</a:t>
            </a:r>
            <a:r>
              <a:rPr lang="es-ES_tradnl" dirty="0"/>
              <a:t> y servidores), se implementan como circuitos secuenciales, para ofrecer más velocidad</a:t>
            </a:r>
          </a:p>
          <a:p>
            <a:endParaRPr lang="en-US" dirty="0"/>
          </a:p>
        </p:txBody>
      </p:sp>
      <p:sp>
        <p:nvSpPr>
          <p:cNvPr id="2" name="Marcador de número de diapositiva 3">
            <a:extLst>
              <a:ext uri="{FF2B5EF4-FFF2-40B4-BE49-F238E27FC236}">
                <a16:creationId xmlns:a16="http://schemas.microsoft.com/office/drawing/2014/main" id="{B32B36C4-FF53-45B1-A75A-19877C6DAB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86800" y="6529388"/>
            <a:ext cx="457200" cy="328612"/>
          </a:xfrm>
        </p:spPr>
        <p:txBody>
          <a:bodyPr/>
          <a:lstStyle/>
          <a:p>
            <a:fld id="{165D9AA3-C110-4682-A7ED-0B7E64F42347}" type="slidenum">
              <a:rPr lang="es-ES_tradnl" noProof="0" smtClean="0"/>
              <a:pPr/>
              <a:t>46</a:t>
            </a:fld>
            <a:endParaRPr lang="es-ES_tradnl" noProof="0" dirty="0"/>
          </a:p>
        </p:txBody>
      </p:sp>
    </p:spTree>
    <p:extLst>
      <p:ext uri="{BB962C8B-B14F-4D97-AF65-F5344CB8AC3E}">
        <p14:creationId xmlns:p14="http://schemas.microsoft.com/office/powerpoint/2010/main" val="255700565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6728D2-4797-933F-ED3C-52705FCE94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F5E795A2-3E01-8CE7-BD5B-18871F0C3C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Operadores de desplazamiento</a:t>
            </a:r>
            <a:endParaRPr lang="en-US" dirty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B38975A-8AAA-F192-7993-F11BC460DF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_tradnl" dirty="0" err="1"/>
              <a:t>Barrel</a:t>
            </a:r>
            <a:r>
              <a:rPr lang="es-ES_tradnl" dirty="0"/>
              <a:t> Shifter</a:t>
            </a:r>
          </a:p>
          <a:p>
            <a:pPr lvl="1"/>
            <a:r>
              <a:rPr lang="es-ES_tradnl" sz="1600" dirty="0"/>
              <a:t>Es un circuito que permite realizar desplazamientos variables sobre datos de n bits</a:t>
            </a:r>
          </a:p>
          <a:p>
            <a:pPr lvl="1"/>
            <a:r>
              <a:rPr lang="es-ES_tradnl" sz="1600" dirty="0"/>
              <a:t>Puede implementarse mediante multiplexores</a:t>
            </a:r>
          </a:p>
          <a:p>
            <a:pPr lvl="1"/>
            <a:r>
              <a:rPr lang="es-ES_tradnl" sz="1600" dirty="0"/>
              <a:t>Dependiendo del diseño, hace desplazamientos lógicos o aritméticos hacia la derecha, hacia la izquierda o bidireccionales</a:t>
            </a:r>
          </a:p>
          <a:p>
            <a:pPr lvl="1"/>
            <a:r>
              <a:rPr lang="es-ES_tradnl" sz="1600" dirty="0"/>
              <a:t>Conexiones:</a:t>
            </a:r>
          </a:p>
        </p:txBody>
      </p:sp>
      <p:sp>
        <p:nvSpPr>
          <p:cNvPr id="2" name="Marcador de número de diapositiva 3">
            <a:extLst>
              <a:ext uri="{FF2B5EF4-FFF2-40B4-BE49-F238E27FC236}">
                <a16:creationId xmlns:a16="http://schemas.microsoft.com/office/drawing/2014/main" id="{EB65FE95-3F8F-29BE-DEC6-B7950670D9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86800" y="6529388"/>
            <a:ext cx="457200" cy="328612"/>
          </a:xfrm>
        </p:spPr>
        <p:txBody>
          <a:bodyPr/>
          <a:lstStyle/>
          <a:p>
            <a:fld id="{165D9AA3-C110-4682-A7ED-0B7E64F42347}" type="slidenum">
              <a:rPr lang="es-ES_tradnl" noProof="0" smtClean="0"/>
              <a:pPr/>
              <a:t>47</a:t>
            </a:fld>
            <a:endParaRPr lang="es-ES_tradnl" noProof="0" dirty="0"/>
          </a:p>
        </p:txBody>
      </p:sp>
      <p:grpSp>
        <p:nvGrpSpPr>
          <p:cNvPr id="5" name="Group 13">
            <a:extLst>
              <a:ext uri="{FF2B5EF4-FFF2-40B4-BE49-F238E27FC236}">
                <a16:creationId xmlns:a16="http://schemas.microsoft.com/office/drawing/2014/main" id="{0EFB9F79-F38A-22FD-9852-E059C7E14839}"/>
              </a:ext>
            </a:extLst>
          </p:cNvPr>
          <p:cNvGrpSpPr>
            <a:grpSpLocks/>
          </p:cNvGrpSpPr>
          <p:nvPr/>
        </p:nvGrpSpPr>
        <p:grpSpPr bwMode="auto">
          <a:xfrm>
            <a:off x="3357554" y="3429001"/>
            <a:ext cx="2843212" cy="3024188"/>
            <a:chOff x="909" y="2014"/>
            <a:chExt cx="1791" cy="1905"/>
          </a:xfrm>
        </p:grpSpPr>
        <p:grpSp>
          <p:nvGrpSpPr>
            <p:cNvPr id="6" name="Group 9">
              <a:extLst>
                <a:ext uri="{FF2B5EF4-FFF2-40B4-BE49-F238E27FC236}">
                  <a16:creationId xmlns:a16="http://schemas.microsoft.com/office/drawing/2014/main" id="{3096C8F6-48EE-E0EE-7205-414323B945A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37" y="2463"/>
              <a:ext cx="1263" cy="983"/>
              <a:chOff x="2240" y="2436"/>
              <a:chExt cx="1263" cy="983"/>
            </a:xfrm>
          </p:grpSpPr>
          <p:sp>
            <p:nvSpPr>
              <p:cNvPr id="10" name="Rectangle 5">
                <a:extLst>
                  <a:ext uri="{FF2B5EF4-FFF2-40B4-BE49-F238E27FC236}">
                    <a16:creationId xmlns:a16="http://schemas.microsoft.com/office/drawing/2014/main" id="{4343837F-FF1B-06FE-C685-7A3C5950C1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40" y="2436"/>
                <a:ext cx="1263" cy="983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s-ES_tradnl" noProof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1" name="Text Box 6">
                <a:extLst>
                  <a:ext uri="{FF2B5EF4-FFF2-40B4-BE49-F238E27FC236}">
                    <a16:creationId xmlns:a16="http://schemas.microsoft.com/office/drawing/2014/main" id="{2F4072B9-27A7-CBA1-B03A-25EE31D6980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681" y="2498"/>
                <a:ext cx="224" cy="252"/>
              </a:xfrm>
              <a:prstGeom prst="rect">
                <a:avLst/>
              </a:prstGeom>
              <a:noFill/>
              <a:ln w="2857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s-ES_tradnl" noProof="0" dirty="0">
                    <a:solidFill>
                      <a:schemeClr val="tx1"/>
                    </a:solidFill>
                  </a:rPr>
                  <a:t>E</a:t>
                </a:r>
              </a:p>
            </p:txBody>
          </p:sp>
          <p:sp>
            <p:nvSpPr>
              <p:cNvPr id="12" name="Text Box 7">
                <a:extLst>
                  <a:ext uri="{FF2B5EF4-FFF2-40B4-BE49-F238E27FC236}">
                    <a16:creationId xmlns:a16="http://schemas.microsoft.com/office/drawing/2014/main" id="{B92949A1-7401-02BD-2646-C2B9BA2CD71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681" y="3156"/>
                <a:ext cx="224" cy="252"/>
              </a:xfrm>
              <a:prstGeom prst="rect">
                <a:avLst/>
              </a:prstGeom>
              <a:noFill/>
              <a:ln w="2857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s-ES_tradnl" noProof="0" dirty="0">
                    <a:solidFill>
                      <a:schemeClr val="tx1"/>
                    </a:solidFill>
                  </a:rPr>
                  <a:t>S</a:t>
                </a:r>
              </a:p>
            </p:txBody>
          </p:sp>
          <p:sp>
            <p:nvSpPr>
              <p:cNvPr id="13" name="Text Box 8">
                <a:extLst>
                  <a:ext uri="{FF2B5EF4-FFF2-40B4-BE49-F238E27FC236}">
                    <a16:creationId xmlns:a16="http://schemas.microsoft.com/office/drawing/2014/main" id="{B278920B-17EA-D2CF-3853-246BC220069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258" y="2821"/>
                <a:ext cx="224" cy="252"/>
              </a:xfrm>
              <a:prstGeom prst="rect">
                <a:avLst/>
              </a:prstGeom>
              <a:noFill/>
              <a:ln w="2857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s-ES_tradnl" noProof="0" dirty="0">
                    <a:solidFill>
                      <a:schemeClr val="tx1"/>
                    </a:solidFill>
                  </a:rPr>
                  <a:t>P</a:t>
                </a:r>
              </a:p>
            </p:txBody>
          </p:sp>
        </p:grpSp>
        <p:sp>
          <p:nvSpPr>
            <p:cNvPr id="7" name="AutoShape 10">
              <a:extLst>
                <a:ext uri="{FF2B5EF4-FFF2-40B4-BE49-F238E27FC236}">
                  <a16:creationId xmlns:a16="http://schemas.microsoft.com/office/drawing/2014/main" id="{935FAA00-787C-C832-7104-BA69267752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5" y="2014"/>
              <a:ext cx="354" cy="433"/>
            </a:xfrm>
            <a:prstGeom prst="downArrow">
              <a:avLst>
                <a:gd name="adj1" fmla="val 50000"/>
                <a:gd name="adj2" fmla="val 30579"/>
              </a:avLst>
            </a:prstGeom>
            <a:solidFill>
              <a:schemeClr val="accent2">
                <a:lumMod val="40000"/>
                <a:lumOff val="60000"/>
              </a:schemeClr>
            </a:solidFill>
            <a:ln w="28575">
              <a:solidFill>
                <a:schemeClr val="accent2">
                  <a:lumMod val="60000"/>
                  <a:lumOff val="40000"/>
                </a:schemeClr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s-ES_tradnl" noProof="0" dirty="0">
                <a:solidFill>
                  <a:schemeClr val="tx1"/>
                </a:solidFill>
              </a:endParaRPr>
            </a:p>
          </p:txBody>
        </p:sp>
        <p:sp>
          <p:nvSpPr>
            <p:cNvPr id="8" name="AutoShape 11">
              <a:extLst>
                <a:ext uri="{FF2B5EF4-FFF2-40B4-BE49-F238E27FC236}">
                  <a16:creationId xmlns:a16="http://schemas.microsoft.com/office/drawing/2014/main" id="{730521E6-85DE-A816-EBF3-8E1FE3D756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55" y="3486"/>
              <a:ext cx="354" cy="433"/>
            </a:xfrm>
            <a:prstGeom prst="downArrow">
              <a:avLst>
                <a:gd name="adj1" fmla="val 50000"/>
                <a:gd name="adj2" fmla="val 30579"/>
              </a:avLst>
            </a:prstGeom>
            <a:solidFill>
              <a:schemeClr val="accent2">
                <a:lumMod val="40000"/>
                <a:lumOff val="60000"/>
              </a:schemeClr>
            </a:solidFill>
            <a:ln w="28575">
              <a:solidFill>
                <a:schemeClr val="accent2">
                  <a:lumMod val="60000"/>
                  <a:lumOff val="40000"/>
                </a:schemeClr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s-ES_tradnl" noProof="0" dirty="0">
                <a:solidFill>
                  <a:schemeClr val="tx1"/>
                </a:solidFill>
              </a:endParaRPr>
            </a:p>
          </p:txBody>
        </p:sp>
        <p:sp>
          <p:nvSpPr>
            <p:cNvPr id="9" name="AutoShape 12">
              <a:extLst>
                <a:ext uri="{FF2B5EF4-FFF2-40B4-BE49-F238E27FC236}">
                  <a16:creationId xmlns:a16="http://schemas.microsoft.com/office/drawing/2014/main" id="{37045DDF-143D-5A87-1D45-051B3A0CC6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9" y="2857"/>
              <a:ext cx="507" cy="195"/>
            </a:xfrm>
            <a:prstGeom prst="rightArrow">
              <a:avLst>
                <a:gd name="adj1" fmla="val 50000"/>
                <a:gd name="adj2" fmla="val 65000"/>
              </a:avLst>
            </a:prstGeom>
            <a:solidFill>
              <a:srgbClr val="0070C0"/>
            </a:solidFill>
            <a:ln w="28575">
              <a:solidFill>
                <a:srgbClr val="336699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s-ES_tradnl" noProof="0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14" name="Conector recto 13">
            <a:extLst>
              <a:ext uri="{FF2B5EF4-FFF2-40B4-BE49-F238E27FC236}">
                <a16:creationId xmlns:a16="http://schemas.microsoft.com/office/drawing/2014/main" id="{B30098C1-6551-6F5D-93EC-713620CB077B}"/>
              </a:ext>
            </a:extLst>
          </p:cNvPr>
          <p:cNvCxnSpPr/>
          <p:nvPr/>
        </p:nvCxnSpPr>
        <p:spPr bwMode="auto">
          <a:xfrm rot="5400000">
            <a:off x="3452806" y="4762508"/>
            <a:ext cx="685800" cy="304800"/>
          </a:xfrm>
          <a:prstGeom prst="line">
            <a:avLst/>
          </a:prstGeom>
          <a:noFill/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5" name="CuadroTexto 14">
            <a:extLst>
              <a:ext uri="{FF2B5EF4-FFF2-40B4-BE49-F238E27FC236}">
                <a16:creationId xmlns:a16="http://schemas.microsoft.com/office/drawing/2014/main" id="{C629B2E6-5AD2-1328-A43F-FCC27CB10162}"/>
              </a:ext>
            </a:extLst>
          </p:cNvPr>
          <p:cNvSpPr txBox="1"/>
          <p:nvPr/>
        </p:nvSpPr>
        <p:spPr>
          <a:xfrm>
            <a:off x="2667000" y="4191000"/>
            <a:ext cx="93548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noProof="0" dirty="0"/>
              <a:t>log</a:t>
            </a:r>
            <a:r>
              <a:rPr lang="es-ES_tradnl" baseline="-25000" noProof="0" dirty="0"/>
              <a:t>2</a:t>
            </a:r>
            <a:r>
              <a:rPr lang="es-ES_tradnl" noProof="0" dirty="0"/>
              <a:t>(n)</a:t>
            </a:r>
          </a:p>
        </p:txBody>
      </p:sp>
      <p:cxnSp>
        <p:nvCxnSpPr>
          <p:cNvPr id="16" name="Conector recto 15">
            <a:extLst>
              <a:ext uri="{FF2B5EF4-FFF2-40B4-BE49-F238E27FC236}">
                <a16:creationId xmlns:a16="http://schemas.microsoft.com/office/drawing/2014/main" id="{C1F4ABB3-8BA0-6FE1-E093-4AF9B86D2167}"/>
              </a:ext>
            </a:extLst>
          </p:cNvPr>
          <p:cNvCxnSpPr>
            <a:stCxn id="17" idx="1"/>
          </p:cNvCxnSpPr>
          <p:nvPr/>
        </p:nvCxnSpPr>
        <p:spPr bwMode="auto">
          <a:xfrm rot="10800000" flipV="1">
            <a:off x="4738696" y="3629054"/>
            <a:ext cx="761998" cy="180945"/>
          </a:xfrm>
          <a:prstGeom prst="line">
            <a:avLst/>
          </a:prstGeom>
          <a:noFill/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7" name="CuadroTexto 16">
            <a:extLst>
              <a:ext uri="{FF2B5EF4-FFF2-40B4-BE49-F238E27FC236}">
                <a16:creationId xmlns:a16="http://schemas.microsoft.com/office/drawing/2014/main" id="{7A9E6B2D-0408-94DF-8AC2-5E9981EAB075}"/>
              </a:ext>
            </a:extLst>
          </p:cNvPr>
          <p:cNvSpPr txBox="1"/>
          <p:nvPr/>
        </p:nvSpPr>
        <p:spPr>
          <a:xfrm>
            <a:off x="5500694" y="3429000"/>
            <a:ext cx="32730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noProof="0" dirty="0">
                <a:solidFill>
                  <a:schemeClr val="tx1"/>
                </a:solidFill>
              </a:rPr>
              <a:t>n</a:t>
            </a:r>
          </a:p>
        </p:txBody>
      </p:sp>
      <p:cxnSp>
        <p:nvCxnSpPr>
          <p:cNvPr id="18" name="Conector recto 17">
            <a:extLst>
              <a:ext uri="{FF2B5EF4-FFF2-40B4-BE49-F238E27FC236}">
                <a16:creationId xmlns:a16="http://schemas.microsoft.com/office/drawing/2014/main" id="{D30B41A0-43B9-7AAC-7CEB-7141049F5980}"/>
              </a:ext>
            </a:extLst>
          </p:cNvPr>
          <p:cNvCxnSpPr/>
          <p:nvPr/>
        </p:nvCxnSpPr>
        <p:spPr bwMode="auto">
          <a:xfrm rot="10800000" flipV="1">
            <a:off x="4857752" y="5857892"/>
            <a:ext cx="685798" cy="228600"/>
          </a:xfrm>
          <a:prstGeom prst="line">
            <a:avLst/>
          </a:prstGeom>
          <a:noFill/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9" name="CuadroTexto 18">
            <a:extLst>
              <a:ext uri="{FF2B5EF4-FFF2-40B4-BE49-F238E27FC236}">
                <a16:creationId xmlns:a16="http://schemas.microsoft.com/office/drawing/2014/main" id="{5D4C46F0-BE43-D0F6-1D99-D3BD6FC7062F}"/>
              </a:ext>
            </a:extLst>
          </p:cNvPr>
          <p:cNvSpPr txBox="1"/>
          <p:nvPr/>
        </p:nvSpPr>
        <p:spPr>
          <a:xfrm>
            <a:off x="5500694" y="5715016"/>
            <a:ext cx="32730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noProof="0" dirty="0">
                <a:solidFill>
                  <a:schemeClr val="tx1"/>
                </a:solidFill>
              </a:rPr>
              <a:t>n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D077F77F-D5C4-8495-FC2A-CD1ACC9F9C25}"/>
              </a:ext>
            </a:extLst>
          </p:cNvPr>
          <p:cNvSpPr txBox="1"/>
          <p:nvPr/>
        </p:nvSpPr>
        <p:spPr>
          <a:xfrm>
            <a:off x="1798384" y="4685665"/>
            <a:ext cx="143661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600" noProof="0" dirty="0">
                <a:solidFill>
                  <a:schemeClr val="tx1"/>
                </a:solidFill>
              </a:rPr>
              <a:t>P: número</a:t>
            </a:r>
            <a:br>
              <a:rPr lang="es-ES_tradnl" sz="1600" noProof="0" dirty="0">
                <a:solidFill>
                  <a:schemeClr val="tx1"/>
                </a:solidFill>
              </a:rPr>
            </a:br>
            <a:r>
              <a:rPr lang="es-ES_tradnl" sz="1600" noProof="0" dirty="0">
                <a:solidFill>
                  <a:schemeClr val="tx1"/>
                </a:solidFill>
              </a:rPr>
              <a:t>de posiciones</a:t>
            </a:r>
          </a:p>
        </p:txBody>
      </p:sp>
      <p:cxnSp>
        <p:nvCxnSpPr>
          <p:cNvPr id="21" name="Conector recto de flecha 20">
            <a:extLst>
              <a:ext uri="{FF2B5EF4-FFF2-40B4-BE49-F238E27FC236}">
                <a16:creationId xmlns:a16="http://schemas.microsoft.com/office/drawing/2014/main" id="{75ACA8D8-E94C-8A37-E91B-FD7920DE10EE}"/>
              </a:ext>
            </a:extLst>
          </p:cNvPr>
          <p:cNvCxnSpPr/>
          <p:nvPr/>
        </p:nvCxnSpPr>
        <p:spPr bwMode="auto">
          <a:xfrm rot="10800000" flipV="1">
            <a:off x="6286512" y="5000636"/>
            <a:ext cx="457200" cy="1"/>
          </a:xfrm>
          <a:prstGeom prst="straightConnector1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22" name="CuadroTexto 21">
            <a:extLst>
              <a:ext uri="{FF2B5EF4-FFF2-40B4-BE49-F238E27FC236}">
                <a16:creationId xmlns:a16="http://schemas.microsoft.com/office/drawing/2014/main" id="{60FC01C1-B72E-19CA-7C51-97A450E7BEF8}"/>
              </a:ext>
            </a:extLst>
          </p:cNvPr>
          <p:cNvSpPr txBox="1"/>
          <p:nvPr/>
        </p:nvSpPr>
        <p:spPr>
          <a:xfrm>
            <a:off x="6876256" y="4614227"/>
            <a:ext cx="193835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600" noProof="0" dirty="0">
                <a:solidFill>
                  <a:schemeClr val="tx1"/>
                </a:solidFill>
              </a:rPr>
              <a:t>Sentido del</a:t>
            </a:r>
            <a:br>
              <a:rPr lang="es-ES_tradnl" sz="1600" noProof="0" dirty="0">
                <a:solidFill>
                  <a:schemeClr val="tx1"/>
                </a:solidFill>
              </a:rPr>
            </a:br>
            <a:r>
              <a:rPr lang="es-ES_tradnl" sz="1600" noProof="0" dirty="0">
                <a:solidFill>
                  <a:schemeClr val="tx1"/>
                </a:solidFill>
              </a:rPr>
              <a:t>desplazamiento</a:t>
            </a:r>
            <a:br>
              <a:rPr lang="es-ES_tradnl" sz="1600" noProof="0" dirty="0">
                <a:solidFill>
                  <a:schemeClr val="tx1"/>
                </a:solidFill>
              </a:rPr>
            </a:br>
            <a:r>
              <a:rPr lang="es-ES_tradnl" sz="1600" noProof="0" dirty="0">
                <a:solidFill>
                  <a:schemeClr val="tx1"/>
                </a:solidFill>
              </a:rPr>
              <a:t>(si es bidireccional)</a:t>
            </a:r>
          </a:p>
        </p:txBody>
      </p:sp>
    </p:spTree>
    <p:extLst>
      <p:ext uri="{BB962C8B-B14F-4D97-AF65-F5344CB8AC3E}">
        <p14:creationId xmlns:p14="http://schemas.microsoft.com/office/powerpoint/2010/main" val="8831480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245DC0-75AC-E276-304A-FF50076C2A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26A5D67E-574C-A14B-3D65-B05B598493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Operadores de desplazamiento</a:t>
            </a:r>
            <a:endParaRPr lang="en-US" dirty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71EF6018-A644-3469-8D20-3C400C424E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_tradnl" dirty="0" err="1"/>
              <a:t>Barrel</a:t>
            </a:r>
            <a:r>
              <a:rPr lang="es-ES_tradnl" dirty="0"/>
              <a:t> </a:t>
            </a:r>
            <a:r>
              <a:rPr lang="es-ES_tradnl" dirty="0" err="1"/>
              <a:t>shifter</a:t>
            </a:r>
            <a:r>
              <a:rPr lang="es-ES_tradnl" dirty="0"/>
              <a:t>: ejemplo de diseño con multiplexores</a:t>
            </a:r>
          </a:p>
          <a:p>
            <a:pPr lvl="1"/>
            <a:r>
              <a:rPr lang="es-ES_tradnl" dirty="0"/>
              <a:t>Implementación de un operador de desplazamiento lógico hacia la izquierda (</a:t>
            </a:r>
            <a:r>
              <a:rPr lang="es-ES_tradnl" b="1" dirty="0" err="1">
                <a:latin typeface="Courier New"/>
                <a:cs typeface="Courier New"/>
              </a:rPr>
              <a:t>sll</a:t>
            </a:r>
            <a:r>
              <a:rPr lang="es-ES_tradnl" dirty="0"/>
              <a:t>) para datos de 4 bits</a:t>
            </a:r>
          </a:p>
          <a:p>
            <a:endParaRPr lang="en-US" dirty="0"/>
          </a:p>
        </p:txBody>
      </p:sp>
      <p:sp>
        <p:nvSpPr>
          <p:cNvPr id="2" name="Marcador de número de diapositiva 3">
            <a:extLst>
              <a:ext uri="{FF2B5EF4-FFF2-40B4-BE49-F238E27FC236}">
                <a16:creationId xmlns:a16="http://schemas.microsoft.com/office/drawing/2014/main" id="{51376E69-5196-19AE-C3A3-FACF90B7E2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86800" y="6529388"/>
            <a:ext cx="457200" cy="328612"/>
          </a:xfrm>
        </p:spPr>
        <p:txBody>
          <a:bodyPr/>
          <a:lstStyle/>
          <a:p>
            <a:fld id="{165D9AA3-C110-4682-A7ED-0B7E64F42347}" type="slidenum">
              <a:rPr lang="es-ES_tradnl" noProof="0" smtClean="0"/>
              <a:pPr/>
              <a:t>48</a:t>
            </a:fld>
            <a:endParaRPr lang="es-ES_tradnl" noProof="0" dirty="0"/>
          </a:p>
        </p:txBody>
      </p:sp>
      <p:grpSp>
        <p:nvGrpSpPr>
          <p:cNvPr id="5" name="Group 94">
            <a:extLst>
              <a:ext uri="{FF2B5EF4-FFF2-40B4-BE49-F238E27FC236}">
                <a16:creationId xmlns:a16="http://schemas.microsoft.com/office/drawing/2014/main" id="{C5026EBE-30B0-EB91-C560-C826F9ACBD68}"/>
              </a:ext>
            </a:extLst>
          </p:cNvPr>
          <p:cNvGrpSpPr>
            <a:grpSpLocks/>
          </p:cNvGrpSpPr>
          <p:nvPr/>
        </p:nvGrpSpPr>
        <p:grpSpPr bwMode="auto">
          <a:xfrm>
            <a:off x="838200" y="3048000"/>
            <a:ext cx="7543800" cy="3035300"/>
            <a:chOff x="528" y="1920"/>
            <a:chExt cx="4752" cy="1912"/>
          </a:xfrm>
        </p:grpSpPr>
        <p:sp>
          <p:nvSpPr>
            <p:cNvPr id="6" name="AutoShape 15">
              <a:extLst>
                <a:ext uri="{FF2B5EF4-FFF2-40B4-BE49-F238E27FC236}">
                  <a16:creationId xmlns:a16="http://schemas.microsoft.com/office/drawing/2014/main" id="{0E0B1922-126D-C3A6-46BC-222DF1591E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2" y="3004"/>
              <a:ext cx="960" cy="336"/>
            </a:xfrm>
            <a:custGeom>
              <a:avLst/>
              <a:gdLst>
                <a:gd name="T0" fmla="*/ 2 w 21600"/>
                <a:gd name="T1" fmla="*/ 0 h 21600"/>
                <a:gd name="T2" fmla="*/ 1 w 21600"/>
                <a:gd name="T3" fmla="*/ 0 h 21600"/>
                <a:gd name="T4" fmla="*/ 0 w 21600"/>
                <a:gd name="T5" fmla="*/ 0 h 21600"/>
                <a:gd name="T6" fmla="*/ 1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4500 w 21600"/>
                <a:gd name="T13" fmla="*/ 4500 h 21600"/>
                <a:gd name="T14" fmla="*/ 17100 w 21600"/>
                <a:gd name="T15" fmla="*/ 1710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close/>
                </a:path>
              </a:pathLst>
            </a:cu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s-ES_tradnl" noProof="0" dirty="0">
                <a:solidFill>
                  <a:schemeClr val="tx1"/>
                </a:solidFill>
              </a:endParaRPr>
            </a:p>
          </p:txBody>
        </p:sp>
        <p:sp>
          <p:nvSpPr>
            <p:cNvPr id="7" name="Line 20">
              <a:extLst>
                <a:ext uri="{FF2B5EF4-FFF2-40B4-BE49-F238E27FC236}">
                  <a16:creationId xmlns:a16="http://schemas.microsoft.com/office/drawing/2014/main" id="{F1E20AEB-32A2-4730-4922-44FB1341D35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20" y="2860"/>
              <a:ext cx="0" cy="14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s-ES_tradnl" noProof="0" dirty="0">
                <a:solidFill>
                  <a:schemeClr val="tx1"/>
                </a:solidFill>
              </a:endParaRPr>
            </a:p>
          </p:txBody>
        </p:sp>
        <p:sp>
          <p:nvSpPr>
            <p:cNvPr id="8" name="Text Box 21">
              <a:extLst>
                <a:ext uri="{FF2B5EF4-FFF2-40B4-BE49-F238E27FC236}">
                  <a16:creationId xmlns:a16="http://schemas.microsoft.com/office/drawing/2014/main" id="{1E0BCDB0-3D29-0015-39A4-BBB9CCF4F40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24" y="2956"/>
              <a:ext cx="206" cy="252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s-ES_tradnl" noProof="0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9" name="Text Box 22">
              <a:extLst>
                <a:ext uri="{FF2B5EF4-FFF2-40B4-BE49-F238E27FC236}">
                  <a16:creationId xmlns:a16="http://schemas.microsoft.com/office/drawing/2014/main" id="{3D417DFD-01CA-FAD3-31D2-09F97969801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32" y="2956"/>
              <a:ext cx="206" cy="252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s-ES_tradnl" noProof="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10" name="Text Box 23">
              <a:extLst>
                <a:ext uri="{FF2B5EF4-FFF2-40B4-BE49-F238E27FC236}">
                  <a16:creationId xmlns:a16="http://schemas.microsoft.com/office/drawing/2014/main" id="{FBF8290A-F11E-A1F3-7F41-ACA2B978D93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40" y="2956"/>
              <a:ext cx="206" cy="252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s-ES_tradnl" noProof="0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11" name="Text Box 24">
              <a:extLst>
                <a:ext uri="{FF2B5EF4-FFF2-40B4-BE49-F238E27FC236}">
                  <a16:creationId xmlns:a16="http://schemas.microsoft.com/office/drawing/2014/main" id="{872FAAB4-8919-6C99-1D28-E8CD77D83F2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48" y="2956"/>
              <a:ext cx="206" cy="252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s-ES_tradnl" noProof="0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12" name="Line 25">
              <a:extLst>
                <a:ext uri="{FF2B5EF4-FFF2-40B4-BE49-F238E27FC236}">
                  <a16:creationId xmlns:a16="http://schemas.microsoft.com/office/drawing/2014/main" id="{8CB3C026-F11C-E5D5-1B32-97F5B8A80E6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32" y="3340"/>
              <a:ext cx="0" cy="2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s-ES_tradnl" noProof="0" dirty="0">
                <a:solidFill>
                  <a:schemeClr val="tx1"/>
                </a:solidFill>
              </a:endParaRPr>
            </a:p>
          </p:txBody>
        </p:sp>
        <p:sp>
          <p:nvSpPr>
            <p:cNvPr id="13" name="Text Box 27">
              <a:extLst>
                <a:ext uri="{FF2B5EF4-FFF2-40B4-BE49-F238E27FC236}">
                  <a16:creationId xmlns:a16="http://schemas.microsoft.com/office/drawing/2014/main" id="{8FA5AB3B-D81B-2D6C-A791-077009157AA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8" y="1920"/>
              <a:ext cx="284" cy="252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s-ES_tradnl" noProof="0" dirty="0">
                  <a:solidFill>
                    <a:schemeClr val="tx1"/>
                  </a:solidFill>
                </a:rPr>
                <a:t>E</a:t>
              </a:r>
              <a:r>
                <a:rPr lang="es-ES_tradnl" baseline="-25000" noProof="0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14" name="Text Box 28">
              <a:extLst>
                <a:ext uri="{FF2B5EF4-FFF2-40B4-BE49-F238E27FC236}">
                  <a16:creationId xmlns:a16="http://schemas.microsoft.com/office/drawing/2014/main" id="{4DA9114C-AB8F-5320-A46B-BCDE8235244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8" y="2064"/>
              <a:ext cx="284" cy="252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s-ES_tradnl" noProof="0" dirty="0">
                  <a:solidFill>
                    <a:schemeClr val="tx1"/>
                  </a:solidFill>
                </a:rPr>
                <a:t>E</a:t>
              </a:r>
              <a:r>
                <a:rPr lang="es-ES_tradnl" baseline="-25000" noProof="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15" name="Text Box 29">
              <a:extLst>
                <a:ext uri="{FF2B5EF4-FFF2-40B4-BE49-F238E27FC236}">
                  <a16:creationId xmlns:a16="http://schemas.microsoft.com/office/drawing/2014/main" id="{AB93B9AA-CAC9-BA45-672F-109D35C5994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8" y="2208"/>
              <a:ext cx="284" cy="252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s-ES_tradnl" noProof="0" dirty="0">
                  <a:solidFill>
                    <a:schemeClr val="tx1"/>
                  </a:solidFill>
                </a:rPr>
                <a:t>E</a:t>
              </a:r>
              <a:r>
                <a:rPr lang="es-ES_tradnl" baseline="-25000" noProof="0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16" name="Text Box 30">
              <a:extLst>
                <a:ext uri="{FF2B5EF4-FFF2-40B4-BE49-F238E27FC236}">
                  <a16:creationId xmlns:a16="http://schemas.microsoft.com/office/drawing/2014/main" id="{0364F45B-64B6-AB18-8597-7A3700BE426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8" y="2352"/>
              <a:ext cx="284" cy="252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s-ES_tradnl" noProof="0" dirty="0">
                  <a:solidFill>
                    <a:schemeClr val="tx1"/>
                  </a:solidFill>
                </a:rPr>
                <a:t>E</a:t>
              </a:r>
              <a:r>
                <a:rPr lang="es-ES_tradnl" baseline="-25000" noProof="0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17" name="Line 31">
              <a:extLst>
                <a:ext uri="{FF2B5EF4-FFF2-40B4-BE49-F238E27FC236}">
                  <a16:creationId xmlns:a16="http://schemas.microsoft.com/office/drawing/2014/main" id="{06A8B8BE-6D13-92DC-9071-1199826AEAA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68" y="2064"/>
              <a:ext cx="432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s-ES_tradnl" noProof="0" dirty="0">
                <a:solidFill>
                  <a:schemeClr val="tx1"/>
                </a:solidFill>
              </a:endParaRPr>
            </a:p>
          </p:txBody>
        </p:sp>
        <p:sp>
          <p:nvSpPr>
            <p:cNvPr id="18" name="Line 32">
              <a:extLst>
                <a:ext uri="{FF2B5EF4-FFF2-40B4-BE49-F238E27FC236}">
                  <a16:creationId xmlns:a16="http://schemas.microsoft.com/office/drawing/2014/main" id="{5BA83F43-3E90-3F33-31D1-D206ACE2110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68" y="2208"/>
              <a:ext cx="326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s-ES_tradnl" noProof="0" dirty="0">
                <a:solidFill>
                  <a:schemeClr val="tx1"/>
                </a:solidFill>
              </a:endParaRPr>
            </a:p>
          </p:txBody>
        </p:sp>
        <p:sp>
          <p:nvSpPr>
            <p:cNvPr id="19" name="Line 33">
              <a:extLst>
                <a:ext uri="{FF2B5EF4-FFF2-40B4-BE49-F238E27FC236}">
                  <a16:creationId xmlns:a16="http://schemas.microsoft.com/office/drawing/2014/main" id="{96A70A5B-03F8-B8BF-5EBD-15F5D199BEC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68" y="2352"/>
              <a:ext cx="220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s-ES_tradnl" noProof="0" dirty="0">
                <a:solidFill>
                  <a:schemeClr val="tx1"/>
                </a:solidFill>
              </a:endParaRPr>
            </a:p>
          </p:txBody>
        </p:sp>
        <p:sp>
          <p:nvSpPr>
            <p:cNvPr id="20" name="Line 34">
              <a:extLst>
                <a:ext uri="{FF2B5EF4-FFF2-40B4-BE49-F238E27FC236}">
                  <a16:creationId xmlns:a16="http://schemas.microsoft.com/office/drawing/2014/main" id="{00611743-90FC-F0C9-1C55-3CF2BF474EA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68" y="2496"/>
              <a:ext cx="115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s-ES_tradnl" noProof="0" dirty="0">
                <a:solidFill>
                  <a:schemeClr val="tx1"/>
                </a:solidFill>
              </a:endParaRPr>
            </a:p>
          </p:txBody>
        </p:sp>
        <p:sp>
          <p:nvSpPr>
            <p:cNvPr id="21" name="AutoShape 36">
              <a:extLst>
                <a:ext uri="{FF2B5EF4-FFF2-40B4-BE49-F238E27FC236}">
                  <a16:creationId xmlns:a16="http://schemas.microsoft.com/office/drawing/2014/main" id="{54AD026F-45DB-AB9C-1CFA-A845937FDE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8" y="3004"/>
              <a:ext cx="960" cy="336"/>
            </a:xfrm>
            <a:custGeom>
              <a:avLst/>
              <a:gdLst>
                <a:gd name="T0" fmla="*/ 2 w 21600"/>
                <a:gd name="T1" fmla="*/ 0 h 21600"/>
                <a:gd name="T2" fmla="*/ 1 w 21600"/>
                <a:gd name="T3" fmla="*/ 0 h 21600"/>
                <a:gd name="T4" fmla="*/ 0 w 21600"/>
                <a:gd name="T5" fmla="*/ 0 h 21600"/>
                <a:gd name="T6" fmla="*/ 1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4500 w 21600"/>
                <a:gd name="T13" fmla="*/ 4500 h 21600"/>
                <a:gd name="T14" fmla="*/ 17100 w 21600"/>
                <a:gd name="T15" fmla="*/ 1710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close/>
                </a:path>
              </a:pathLst>
            </a:cu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s-ES_tradnl" noProof="0" dirty="0">
                <a:solidFill>
                  <a:schemeClr val="tx1"/>
                </a:solidFill>
              </a:endParaRPr>
            </a:p>
          </p:txBody>
        </p:sp>
        <p:sp>
          <p:nvSpPr>
            <p:cNvPr id="22" name="Line 37">
              <a:extLst>
                <a:ext uri="{FF2B5EF4-FFF2-40B4-BE49-F238E27FC236}">
                  <a16:creationId xmlns:a16="http://schemas.microsoft.com/office/drawing/2014/main" id="{0CDD492D-9107-69AD-D96F-C16B46CF062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00" y="2860"/>
              <a:ext cx="0" cy="14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s-ES_tradnl" noProof="0" dirty="0">
                <a:solidFill>
                  <a:schemeClr val="tx1"/>
                </a:solidFill>
              </a:endParaRPr>
            </a:p>
          </p:txBody>
        </p:sp>
        <p:sp>
          <p:nvSpPr>
            <p:cNvPr id="23" name="Text Box 41">
              <a:extLst>
                <a:ext uri="{FF2B5EF4-FFF2-40B4-BE49-F238E27FC236}">
                  <a16:creationId xmlns:a16="http://schemas.microsoft.com/office/drawing/2014/main" id="{E5711E15-8EC6-210F-8E87-D6FC5CADB9F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80" y="2956"/>
              <a:ext cx="206" cy="252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s-ES_tradnl" noProof="0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24" name="Text Box 42">
              <a:extLst>
                <a:ext uri="{FF2B5EF4-FFF2-40B4-BE49-F238E27FC236}">
                  <a16:creationId xmlns:a16="http://schemas.microsoft.com/office/drawing/2014/main" id="{78FBEA12-5BCD-D372-88B6-7EFE88CEE46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88" y="2956"/>
              <a:ext cx="206" cy="252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s-ES_tradnl" noProof="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25" name="Text Box 43">
              <a:extLst>
                <a:ext uri="{FF2B5EF4-FFF2-40B4-BE49-F238E27FC236}">
                  <a16:creationId xmlns:a16="http://schemas.microsoft.com/office/drawing/2014/main" id="{E65948C2-F781-765E-0C80-D978CFC6D39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96" y="2956"/>
              <a:ext cx="206" cy="252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s-ES_tradnl" noProof="0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26" name="Text Box 44">
              <a:extLst>
                <a:ext uri="{FF2B5EF4-FFF2-40B4-BE49-F238E27FC236}">
                  <a16:creationId xmlns:a16="http://schemas.microsoft.com/office/drawing/2014/main" id="{A397BD6F-873D-09D4-17C6-128C50C294D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4" y="2956"/>
              <a:ext cx="206" cy="252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s-ES_tradnl" noProof="0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27" name="Line 45">
              <a:extLst>
                <a:ext uri="{FF2B5EF4-FFF2-40B4-BE49-F238E27FC236}">
                  <a16:creationId xmlns:a16="http://schemas.microsoft.com/office/drawing/2014/main" id="{CA481A54-343E-6E0C-4198-7CE2BC2D6FF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88" y="3340"/>
              <a:ext cx="0" cy="2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s-ES_tradnl" noProof="0" dirty="0">
                <a:solidFill>
                  <a:schemeClr val="tx1"/>
                </a:solidFill>
              </a:endParaRPr>
            </a:p>
          </p:txBody>
        </p:sp>
        <p:sp>
          <p:nvSpPr>
            <p:cNvPr id="28" name="AutoShape 47">
              <a:extLst>
                <a:ext uri="{FF2B5EF4-FFF2-40B4-BE49-F238E27FC236}">
                  <a16:creationId xmlns:a16="http://schemas.microsoft.com/office/drawing/2014/main" id="{91ECC7A0-D917-50DF-D338-CDF529D9BE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64" y="3004"/>
              <a:ext cx="960" cy="336"/>
            </a:xfrm>
            <a:custGeom>
              <a:avLst/>
              <a:gdLst>
                <a:gd name="T0" fmla="*/ 2 w 21600"/>
                <a:gd name="T1" fmla="*/ 0 h 21600"/>
                <a:gd name="T2" fmla="*/ 1 w 21600"/>
                <a:gd name="T3" fmla="*/ 0 h 21600"/>
                <a:gd name="T4" fmla="*/ 0 w 21600"/>
                <a:gd name="T5" fmla="*/ 0 h 21600"/>
                <a:gd name="T6" fmla="*/ 1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4500 w 21600"/>
                <a:gd name="T13" fmla="*/ 4500 h 21600"/>
                <a:gd name="T14" fmla="*/ 17100 w 21600"/>
                <a:gd name="T15" fmla="*/ 1710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close/>
                </a:path>
              </a:pathLst>
            </a:cu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s-ES_tradnl" noProof="0" dirty="0">
                <a:solidFill>
                  <a:schemeClr val="tx1"/>
                </a:solidFill>
              </a:endParaRPr>
            </a:p>
          </p:txBody>
        </p:sp>
        <p:sp>
          <p:nvSpPr>
            <p:cNvPr id="29" name="Line 48">
              <a:extLst>
                <a:ext uri="{FF2B5EF4-FFF2-40B4-BE49-F238E27FC236}">
                  <a16:creationId xmlns:a16="http://schemas.microsoft.com/office/drawing/2014/main" id="{E8FFA6A1-0392-4983-CD43-ED229DA00D3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56" y="2860"/>
              <a:ext cx="0" cy="14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s-ES_tradnl" noProof="0" dirty="0">
                <a:solidFill>
                  <a:schemeClr val="tx1"/>
                </a:solidFill>
              </a:endParaRPr>
            </a:p>
          </p:txBody>
        </p:sp>
        <p:sp>
          <p:nvSpPr>
            <p:cNvPr id="30" name="Line 49">
              <a:extLst>
                <a:ext uri="{FF2B5EF4-FFF2-40B4-BE49-F238E27FC236}">
                  <a16:creationId xmlns:a16="http://schemas.microsoft.com/office/drawing/2014/main" id="{676D8359-1451-DFE2-16E7-5C2DA7F6FD4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48" y="2860"/>
              <a:ext cx="0" cy="14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s-ES_tradnl" noProof="0" dirty="0">
                <a:solidFill>
                  <a:schemeClr val="tx1"/>
                </a:solidFill>
              </a:endParaRPr>
            </a:p>
          </p:txBody>
        </p:sp>
        <p:sp>
          <p:nvSpPr>
            <p:cNvPr id="31" name="Text Box 52">
              <a:extLst>
                <a:ext uri="{FF2B5EF4-FFF2-40B4-BE49-F238E27FC236}">
                  <a16:creationId xmlns:a16="http://schemas.microsoft.com/office/drawing/2014/main" id="{FD1139B7-5A41-3A29-6D0E-061D099AF82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36" y="2956"/>
              <a:ext cx="206" cy="252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s-ES_tradnl" noProof="0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32" name="Text Box 53">
              <a:extLst>
                <a:ext uri="{FF2B5EF4-FFF2-40B4-BE49-F238E27FC236}">
                  <a16:creationId xmlns:a16="http://schemas.microsoft.com/office/drawing/2014/main" id="{38BD2713-DF6E-DA8F-94EB-42245B01EC9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44" y="2956"/>
              <a:ext cx="206" cy="252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s-ES_tradnl" noProof="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33" name="Text Box 54">
              <a:extLst>
                <a:ext uri="{FF2B5EF4-FFF2-40B4-BE49-F238E27FC236}">
                  <a16:creationId xmlns:a16="http://schemas.microsoft.com/office/drawing/2014/main" id="{DAB98EF1-9137-CDC2-0192-3C334AF147D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52" y="2956"/>
              <a:ext cx="206" cy="252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s-ES_tradnl" noProof="0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34" name="Text Box 55">
              <a:extLst>
                <a:ext uri="{FF2B5EF4-FFF2-40B4-BE49-F238E27FC236}">
                  <a16:creationId xmlns:a16="http://schemas.microsoft.com/office/drawing/2014/main" id="{F4B82799-361D-39FC-7C75-FAAD9108174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60" y="2956"/>
              <a:ext cx="206" cy="252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s-ES_tradnl" noProof="0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35" name="Line 56">
              <a:extLst>
                <a:ext uri="{FF2B5EF4-FFF2-40B4-BE49-F238E27FC236}">
                  <a16:creationId xmlns:a16="http://schemas.microsoft.com/office/drawing/2014/main" id="{63F92050-396F-6662-7C3D-33C0C882601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44" y="3340"/>
              <a:ext cx="0" cy="2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s-ES_tradnl" noProof="0" dirty="0">
                <a:solidFill>
                  <a:schemeClr val="tx1"/>
                </a:solidFill>
              </a:endParaRPr>
            </a:p>
          </p:txBody>
        </p:sp>
        <p:sp>
          <p:nvSpPr>
            <p:cNvPr id="36" name="AutoShape 58">
              <a:extLst>
                <a:ext uri="{FF2B5EF4-FFF2-40B4-BE49-F238E27FC236}">
                  <a16:creationId xmlns:a16="http://schemas.microsoft.com/office/drawing/2014/main" id="{EFD79689-BC44-4AB6-97DB-C0718F2C61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0" y="3004"/>
              <a:ext cx="960" cy="336"/>
            </a:xfrm>
            <a:custGeom>
              <a:avLst/>
              <a:gdLst>
                <a:gd name="T0" fmla="*/ 2 w 21600"/>
                <a:gd name="T1" fmla="*/ 0 h 21600"/>
                <a:gd name="T2" fmla="*/ 1 w 21600"/>
                <a:gd name="T3" fmla="*/ 0 h 21600"/>
                <a:gd name="T4" fmla="*/ 0 w 21600"/>
                <a:gd name="T5" fmla="*/ 0 h 21600"/>
                <a:gd name="T6" fmla="*/ 1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4500 w 21600"/>
                <a:gd name="T13" fmla="*/ 4500 h 21600"/>
                <a:gd name="T14" fmla="*/ 17100 w 21600"/>
                <a:gd name="T15" fmla="*/ 1710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close/>
                </a:path>
              </a:pathLst>
            </a:cu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s-ES_tradnl" noProof="0" dirty="0">
                <a:solidFill>
                  <a:schemeClr val="tx1"/>
                </a:solidFill>
              </a:endParaRPr>
            </a:p>
          </p:txBody>
        </p:sp>
        <p:sp>
          <p:nvSpPr>
            <p:cNvPr id="37" name="Line 59">
              <a:extLst>
                <a:ext uri="{FF2B5EF4-FFF2-40B4-BE49-F238E27FC236}">
                  <a16:creationId xmlns:a16="http://schemas.microsoft.com/office/drawing/2014/main" id="{8445F69C-30FD-4565-C611-DE34A784072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12" y="2860"/>
              <a:ext cx="0" cy="14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s-ES_tradnl" noProof="0" dirty="0">
                <a:solidFill>
                  <a:schemeClr val="tx1"/>
                </a:solidFill>
              </a:endParaRPr>
            </a:p>
          </p:txBody>
        </p:sp>
        <p:sp>
          <p:nvSpPr>
            <p:cNvPr id="38" name="Line 60">
              <a:extLst>
                <a:ext uri="{FF2B5EF4-FFF2-40B4-BE49-F238E27FC236}">
                  <a16:creationId xmlns:a16="http://schemas.microsoft.com/office/drawing/2014/main" id="{18E1A92C-BB79-341F-413A-5C30D4DBAE2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04" y="2860"/>
              <a:ext cx="0" cy="14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s-ES_tradnl" noProof="0" dirty="0">
                <a:solidFill>
                  <a:schemeClr val="tx1"/>
                </a:solidFill>
              </a:endParaRPr>
            </a:p>
          </p:txBody>
        </p:sp>
        <p:sp>
          <p:nvSpPr>
            <p:cNvPr id="39" name="Line 61">
              <a:extLst>
                <a:ext uri="{FF2B5EF4-FFF2-40B4-BE49-F238E27FC236}">
                  <a16:creationId xmlns:a16="http://schemas.microsoft.com/office/drawing/2014/main" id="{8B7651FB-E326-69B3-763A-81B3F874C50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96" y="2860"/>
              <a:ext cx="0" cy="14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s-ES_tradnl" noProof="0" dirty="0">
                <a:solidFill>
                  <a:schemeClr val="tx1"/>
                </a:solidFill>
              </a:endParaRPr>
            </a:p>
          </p:txBody>
        </p:sp>
        <p:sp>
          <p:nvSpPr>
            <p:cNvPr id="40" name="Line 62">
              <a:extLst>
                <a:ext uri="{FF2B5EF4-FFF2-40B4-BE49-F238E27FC236}">
                  <a16:creationId xmlns:a16="http://schemas.microsoft.com/office/drawing/2014/main" id="{9480C00A-9C94-F9DA-8B96-A6238EA833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88" y="2064"/>
              <a:ext cx="0" cy="93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oval" w="med" len="med"/>
              <a:tailEnd/>
            </a:ln>
          </p:spPr>
          <p:txBody>
            <a:bodyPr wrap="none" anchor="ctr"/>
            <a:lstStyle/>
            <a:p>
              <a:endParaRPr lang="es-ES_tradnl" noProof="0" dirty="0">
                <a:solidFill>
                  <a:schemeClr val="tx1"/>
                </a:solidFill>
              </a:endParaRPr>
            </a:p>
          </p:txBody>
        </p:sp>
        <p:sp>
          <p:nvSpPr>
            <p:cNvPr id="41" name="Text Box 63">
              <a:extLst>
                <a:ext uri="{FF2B5EF4-FFF2-40B4-BE49-F238E27FC236}">
                  <a16:creationId xmlns:a16="http://schemas.microsoft.com/office/drawing/2014/main" id="{2D11D29D-4071-51DE-0331-64D43CB891B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92" y="2956"/>
              <a:ext cx="206" cy="252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s-ES_tradnl" noProof="0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42" name="Text Box 64">
              <a:extLst>
                <a:ext uri="{FF2B5EF4-FFF2-40B4-BE49-F238E27FC236}">
                  <a16:creationId xmlns:a16="http://schemas.microsoft.com/office/drawing/2014/main" id="{7968E102-DA46-EC46-486A-3F88955A339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00" y="2956"/>
              <a:ext cx="206" cy="252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s-ES_tradnl" noProof="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43" name="Text Box 65">
              <a:extLst>
                <a:ext uri="{FF2B5EF4-FFF2-40B4-BE49-F238E27FC236}">
                  <a16:creationId xmlns:a16="http://schemas.microsoft.com/office/drawing/2014/main" id="{F88D0DC9-D93C-CB55-2A05-08B4B9056BE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08" y="2956"/>
              <a:ext cx="206" cy="252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s-ES_tradnl" noProof="0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44" name="Text Box 66">
              <a:extLst>
                <a:ext uri="{FF2B5EF4-FFF2-40B4-BE49-F238E27FC236}">
                  <a16:creationId xmlns:a16="http://schemas.microsoft.com/office/drawing/2014/main" id="{EBDAD49F-1C99-BDB9-F81F-6AF8B2AB218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16" y="2956"/>
              <a:ext cx="206" cy="252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s-ES_tradnl" noProof="0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45" name="Line 67">
              <a:extLst>
                <a:ext uri="{FF2B5EF4-FFF2-40B4-BE49-F238E27FC236}">
                  <a16:creationId xmlns:a16="http://schemas.microsoft.com/office/drawing/2014/main" id="{18C89874-054A-EA0A-3C72-F5300FDA9E5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0" y="3340"/>
              <a:ext cx="0" cy="2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s-ES_tradnl" noProof="0" dirty="0">
                <a:solidFill>
                  <a:schemeClr val="tx1"/>
                </a:solidFill>
              </a:endParaRPr>
            </a:p>
          </p:txBody>
        </p:sp>
        <p:sp>
          <p:nvSpPr>
            <p:cNvPr id="46" name="Text Box 68">
              <a:extLst>
                <a:ext uri="{FF2B5EF4-FFF2-40B4-BE49-F238E27FC236}">
                  <a16:creationId xmlns:a16="http://schemas.microsoft.com/office/drawing/2014/main" id="{6FE593CD-25B3-DC54-9D05-0E2928A6A93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26" y="3580"/>
              <a:ext cx="284" cy="252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s-ES_tradnl" noProof="0" dirty="0">
                  <a:solidFill>
                    <a:schemeClr val="tx1"/>
                  </a:solidFill>
                </a:rPr>
                <a:t>S</a:t>
              </a:r>
              <a:r>
                <a:rPr lang="es-ES_tradnl" baseline="-25000" noProof="0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47" name="Text Box 69">
              <a:extLst>
                <a:ext uri="{FF2B5EF4-FFF2-40B4-BE49-F238E27FC236}">
                  <a16:creationId xmlns:a16="http://schemas.microsoft.com/office/drawing/2014/main" id="{534E2708-78E7-B15E-34BA-89723183CDB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82" y="3580"/>
              <a:ext cx="284" cy="252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s-ES_tradnl" noProof="0" dirty="0">
                  <a:solidFill>
                    <a:schemeClr val="tx1"/>
                  </a:solidFill>
                </a:rPr>
                <a:t>S</a:t>
              </a:r>
              <a:r>
                <a:rPr lang="es-ES_tradnl" baseline="-25000" noProof="0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48" name="Text Box 70">
              <a:extLst>
                <a:ext uri="{FF2B5EF4-FFF2-40B4-BE49-F238E27FC236}">
                  <a16:creationId xmlns:a16="http://schemas.microsoft.com/office/drawing/2014/main" id="{F03CB0DD-3A1E-F943-48AD-CF8BD73DE86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48" y="3580"/>
              <a:ext cx="284" cy="252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s-ES_tradnl" noProof="0" dirty="0">
                  <a:solidFill>
                    <a:schemeClr val="tx1"/>
                  </a:solidFill>
                </a:rPr>
                <a:t>S</a:t>
              </a:r>
              <a:r>
                <a:rPr lang="es-ES_tradnl" baseline="-25000" noProof="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49" name="Text Box 71">
              <a:extLst>
                <a:ext uri="{FF2B5EF4-FFF2-40B4-BE49-F238E27FC236}">
                  <a16:creationId xmlns:a16="http://schemas.microsoft.com/office/drawing/2014/main" id="{782C390D-1C9D-13DF-E052-F228381AD8E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04" y="3580"/>
              <a:ext cx="284" cy="252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s-ES_tradnl" noProof="0" dirty="0">
                  <a:solidFill>
                    <a:schemeClr val="tx1"/>
                  </a:solidFill>
                </a:rPr>
                <a:t>S</a:t>
              </a:r>
              <a:r>
                <a:rPr lang="es-ES_tradnl" baseline="-25000" noProof="0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50" name="Line 72">
              <a:extLst>
                <a:ext uri="{FF2B5EF4-FFF2-40B4-BE49-F238E27FC236}">
                  <a16:creationId xmlns:a16="http://schemas.microsoft.com/office/drawing/2014/main" id="{E607293C-5AA7-21A8-9AF9-F94BD630C54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32" y="2208"/>
              <a:ext cx="0" cy="79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oval" w="med" len="med"/>
              <a:tailEnd/>
            </a:ln>
          </p:spPr>
          <p:txBody>
            <a:bodyPr wrap="none" anchor="ctr"/>
            <a:lstStyle/>
            <a:p>
              <a:endParaRPr lang="es-ES_tradnl" noProof="0" dirty="0">
                <a:solidFill>
                  <a:schemeClr val="tx1"/>
                </a:solidFill>
              </a:endParaRPr>
            </a:p>
          </p:txBody>
        </p:sp>
        <p:sp>
          <p:nvSpPr>
            <p:cNvPr id="51" name="Line 73">
              <a:extLst>
                <a:ext uri="{FF2B5EF4-FFF2-40B4-BE49-F238E27FC236}">
                  <a16:creationId xmlns:a16="http://schemas.microsoft.com/office/drawing/2014/main" id="{5FB1348F-830E-3F8F-082A-3FD0425611B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92" y="2064"/>
              <a:ext cx="0" cy="93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oval" w="med" len="med"/>
              <a:tailEnd/>
            </a:ln>
          </p:spPr>
          <p:txBody>
            <a:bodyPr wrap="none" anchor="ctr"/>
            <a:lstStyle/>
            <a:p>
              <a:endParaRPr lang="es-ES_tradnl" noProof="0" dirty="0">
                <a:solidFill>
                  <a:schemeClr val="tx1"/>
                </a:solidFill>
              </a:endParaRPr>
            </a:p>
          </p:txBody>
        </p:sp>
        <p:sp>
          <p:nvSpPr>
            <p:cNvPr id="52" name="Line 74">
              <a:extLst>
                <a:ext uri="{FF2B5EF4-FFF2-40B4-BE49-F238E27FC236}">
                  <a16:creationId xmlns:a16="http://schemas.microsoft.com/office/drawing/2014/main" id="{69B729DF-C427-1D35-6111-3DC16F33E7B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20" y="2496"/>
              <a:ext cx="0" cy="50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oval" w="med" len="med"/>
              <a:tailEnd/>
            </a:ln>
          </p:spPr>
          <p:txBody>
            <a:bodyPr wrap="none" anchor="ctr"/>
            <a:lstStyle/>
            <a:p>
              <a:endParaRPr lang="es-ES_tradnl" noProof="0" dirty="0">
                <a:solidFill>
                  <a:schemeClr val="tx1"/>
                </a:solidFill>
              </a:endParaRPr>
            </a:p>
          </p:txBody>
        </p:sp>
        <p:sp>
          <p:nvSpPr>
            <p:cNvPr id="53" name="Text Box 75">
              <a:extLst>
                <a:ext uri="{FF2B5EF4-FFF2-40B4-BE49-F238E27FC236}">
                  <a16:creationId xmlns:a16="http://schemas.microsoft.com/office/drawing/2014/main" id="{1B326800-66DD-BC7B-341A-1BD85626BED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00" y="2640"/>
              <a:ext cx="206" cy="252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s-ES_tradnl" noProof="0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54" name="Text Box 76">
              <a:extLst>
                <a:ext uri="{FF2B5EF4-FFF2-40B4-BE49-F238E27FC236}">
                  <a16:creationId xmlns:a16="http://schemas.microsoft.com/office/drawing/2014/main" id="{35D60A61-4A1A-B95A-4E59-D92B4C71464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16" y="2640"/>
              <a:ext cx="206" cy="252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s-ES_tradnl" noProof="0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55" name="Text Box 77">
              <a:extLst>
                <a:ext uri="{FF2B5EF4-FFF2-40B4-BE49-F238E27FC236}">
                  <a16:creationId xmlns:a16="http://schemas.microsoft.com/office/drawing/2014/main" id="{5B9F8BE5-2BEF-91E6-A44E-931E9875CBB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08" y="2640"/>
              <a:ext cx="206" cy="252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s-ES_tradnl" noProof="0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56" name="Text Box 78">
              <a:extLst>
                <a:ext uri="{FF2B5EF4-FFF2-40B4-BE49-F238E27FC236}">
                  <a16:creationId xmlns:a16="http://schemas.microsoft.com/office/drawing/2014/main" id="{D4B2C95D-CB93-8D6A-B238-2DA06D5471D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60" y="2640"/>
              <a:ext cx="206" cy="252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s-ES_tradnl" noProof="0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57" name="Text Box 79">
              <a:extLst>
                <a:ext uri="{FF2B5EF4-FFF2-40B4-BE49-F238E27FC236}">
                  <a16:creationId xmlns:a16="http://schemas.microsoft.com/office/drawing/2014/main" id="{87780A79-C119-4E1C-FA1F-A835173C87C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52" y="2640"/>
              <a:ext cx="206" cy="252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s-ES_tradnl" noProof="0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58" name="Text Box 80">
              <a:extLst>
                <a:ext uri="{FF2B5EF4-FFF2-40B4-BE49-F238E27FC236}">
                  <a16:creationId xmlns:a16="http://schemas.microsoft.com/office/drawing/2014/main" id="{11C46D35-6840-C9E9-B049-A7A26677776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4" y="2640"/>
              <a:ext cx="206" cy="252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s-ES_tradnl" noProof="0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59" name="Line 81">
              <a:extLst>
                <a:ext uri="{FF2B5EF4-FFF2-40B4-BE49-F238E27FC236}">
                  <a16:creationId xmlns:a16="http://schemas.microsoft.com/office/drawing/2014/main" id="{F1430B29-DFA6-B746-B117-6653F22797E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40" y="2064"/>
              <a:ext cx="0" cy="93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oval" w="med" len="med"/>
              <a:tailEnd/>
            </a:ln>
          </p:spPr>
          <p:txBody>
            <a:bodyPr wrap="none" anchor="ctr"/>
            <a:lstStyle/>
            <a:p>
              <a:endParaRPr lang="es-ES_tradnl" noProof="0" dirty="0">
                <a:solidFill>
                  <a:schemeClr val="tx1"/>
                </a:solidFill>
              </a:endParaRPr>
            </a:p>
          </p:txBody>
        </p:sp>
        <p:sp>
          <p:nvSpPr>
            <p:cNvPr id="60" name="Line 82">
              <a:extLst>
                <a:ext uri="{FF2B5EF4-FFF2-40B4-BE49-F238E27FC236}">
                  <a16:creationId xmlns:a16="http://schemas.microsoft.com/office/drawing/2014/main" id="{980C549C-4E16-75EE-BE6A-FF5B94E697F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44" y="2064"/>
              <a:ext cx="0" cy="93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oval" w="med" len="med"/>
              <a:tailEnd/>
            </a:ln>
          </p:spPr>
          <p:txBody>
            <a:bodyPr wrap="none" anchor="ctr"/>
            <a:lstStyle/>
            <a:p>
              <a:endParaRPr lang="es-ES_tradnl" noProof="0" dirty="0">
                <a:solidFill>
                  <a:schemeClr val="tx1"/>
                </a:solidFill>
              </a:endParaRPr>
            </a:p>
          </p:txBody>
        </p:sp>
        <p:sp>
          <p:nvSpPr>
            <p:cNvPr id="61" name="Line 83">
              <a:extLst>
                <a:ext uri="{FF2B5EF4-FFF2-40B4-BE49-F238E27FC236}">
                  <a16:creationId xmlns:a16="http://schemas.microsoft.com/office/drawing/2014/main" id="{7696A92E-825A-FFF7-A19C-829F2328EC1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76" y="2352"/>
              <a:ext cx="0" cy="65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oval" w="med" len="med"/>
              <a:tailEnd/>
            </a:ln>
          </p:spPr>
          <p:txBody>
            <a:bodyPr wrap="none" anchor="ctr"/>
            <a:lstStyle/>
            <a:p>
              <a:endParaRPr lang="es-ES_tradnl" noProof="0" dirty="0">
                <a:solidFill>
                  <a:schemeClr val="tx1"/>
                </a:solidFill>
              </a:endParaRPr>
            </a:p>
          </p:txBody>
        </p:sp>
        <p:sp>
          <p:nvSpPr>
            <p:cNvPr id="62" name="Line 84">
              <a:extLst>
                <a:ext uri="{FF2B5EF4-FFF2-40B4-BE49-F238E27FC236}">
                  <a16:creationId xmlns:a16="http://schemas.microsoft.com/office/drawing/2014/main" id="{C59BBB9E-A518-511E-7AA8-0FABBB0DCFB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28" y="2352"/>
              <a:ext cx="0" cy="65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oval" w="med" len="med"/>
              <a:tailEnd/>
            </a:ln>
          </p:spPr>
          <p:txBody>
            <a:bodyPr wrap="none" anchor="ctr"/>
            <a:lstStyle/>
            <a:p>
              <a:endParaRPr lang="es-ES_tradnl" noProof="0" dirty="0">
                <a:solidFill>
                  <a:schemeClr val="tx1"/>
                </a:solidFill>
              </a:endParaRPr>
            </a:p>
          </p:txBody>
        </p:sp>
        <p:sp>
          <p:nvSpPr>
            <p:cNvPr id="63" name="Line 85">
              <a:extLst>
                <a:ext uri="{FF2B5EF4-FFF2-40B4-BE49-F238E27FC236}">
                  <a16:creationId xmlns:a16="http://schemas.microsoft.com/office/drawing/2014/main" id="{C3153226-2F14-98D9-E876-2D54F8DAE40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84" y="2208"/>
              <a:ext cx="0" cy="79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oval" w="med" len="med"/>
              <a:tailEnd/>
            </a:ln>
          </p:spPr>
          <p:txBody>
            <a:bodyPr wrap="none" anchor="ctr"/>
            <a:lstStyle/>
            <a:p>
              <a:endParaRPr lang="es-ES_tradnl" noProof="0" dirty="0">
                <a:solidFill>
                  <a:schemeClr val="tx1"/>
                </a:solidFill>
              </a:endParaRPr>
            </a:p>
          </p:txBody>
        </p:sp>
        <p:sp>
          <p:nvSpPr>
            <p:cNvPr id="64" name="Line 86">
              <a:extLst>
                <a:ext uri="{FF2B5EF4-FFF2-40B4-BE49-F238E27FC236}">
                  <a16:creationId xmlns:a16="http://schemas.microsoft.com/office/drawing/2014/main" id="{98897BCC-D9A6-53B9-46E6-9551E19E25A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36" y="2208"/>
              <a:ext cx="0" cy="79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oval" w="med" len="med"/>
              <a:tailEnd/>
            </a:ln>
          </p:spPr>
          <p:txBody>
            <a:bodyPr wrap="none" anchor="ctr"/>
            <a:lstStyle/>
            <a:p>
              <a:endParaRPr lang="es-ES_tradnl" noProof="0" dirty="0">
                <a:solidFill>
                  <a:schemeClr val="tx1"/>
                </a:solidFill>
              </a:endParaRPr>
            </a:p>
          </p:txBody>
        </p:sp>
        <p:sp>
          <p:nvSpPr>
            <p:cNvPr id="65" name="Line 87">
              <a:extLst>
                <a:ext uri="{FF2B5EF4-FFF2-40B4-BE49-F238E27FC236}">
                  <a16:creationId xmlns:a16="http://schemas.microsoft.com/office/drawing/2014/main" id="{9D8B262F-3E33-BB82-31CA-AAEE4698D6A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68" y="3216"/>
              <a:ext cx="528" cy="0"/>
            </a:xfrm>
            <a:prstGeom prst="line">
              <a:avLst/>
            </a:prstGeom>
            <a:noFill/>
            <a:ln w="28575">
              <a:solidFill>
                <a:srgbClr val="0070C0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s-ES_tradnl" noProof="0" dirty="0">
                <a:solidFill>
                  <a:schemeClr val="tx1"/>
                </a:solidFill>
              </a:endParaRPr>
            </a:p>
          </p:txBody>
        </p:sp>
        <p:sp>
          <p:nvSpPr>
            <p:cNvPr id="66" name="Text Box 88">
              <a:extLst>
                <a:ext uri="{FF2B5EF4-FFF2-40B4-BE49-F238E27FC236}">
                  <a16:creationId xmlns:a16="http://schemas.microsoft.com/office/drawing/2014/main" id="{EA9D3910-10F5-094E-C1F5-9124F366B4F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2" y="3120"/>
              <a:ext cx="224" cy="252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s-ES_tradnl" noProof="0" dirty="0">
                  <a:solidFill>
                    <a:schemeClr val="tx1"/>
                  </a:solidFill>
                </a:rPr>
                <a:t>P</a:t>
              </a:r>
            </a:p>
          </p:txBody>
        </p:sp>
        <p:sp>
          <p:nvSpPr>
            <p:cNvPr id="67" name="Line 89">
              <a:extLst>
                <a:ext uri="{FF2B5EF4-FFF2-40B4-BE49-F238E27FC236}">
                  <a16:creationId xmlns:a16="http://schemas.microsoft.com/office/drawing/2014/main" id="{65CEBD7D-A95C-57AD-6F8C-FD6EE854AD9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64" y="3168"/>
              <a:ext cx="96" cy="96"/>
            </a:xfrm>
            <a:prstGeom prst="line">
              <a:avLst/>
            </a:prstGeom>
            <a:noFill/>
            <a:ln w="12700">
              <a:solidFill>
                <a:srgbClr val="00CC99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s-ES_tradnl" noProof="0" dirty="0">
                <a:solidFill>
                  <a:schemeClr val="tx1"/>
                </a:solidFill>
              </a:endParaRPr>
            </a:p>
          </p:txBody>
        </p:sp>
        <p:sp>
          <p:nvSpPr>
            <p:cNvPr id="68" name="Text Box 90">
              <a:extLst>
                <a:ext uri="{FF2B5EF4-FFF2-40B4-BE49-F238E27FC236}">
                  <a16:creationId xmlns:a16="http://schemas.microsoft.com/office/drawing/2014/main" id="{FCE5C002-200A-0FD6-F49D-2788DE1E39E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12" y="3062"/>
              <a:ext cx="160" cy="154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s-ES_tradnl" sz="1000" noProof="0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69" name="Line 91">
              <a:extLst>
                <a:ext uri="{FF2B5EF4-FFF2-40B4-BE49-F238E27FC236}">
                  <a16:creationId xmlns:a16="http://schemas.microsoft.com/office/drawing/2014/main" id="{66CB746B-4C4B-7B98-4EDA-F77E2711D1E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68" y="3216"/>
              <a:ext cx="384" cy="0"/>
            </a:xfrm>
            <a:prstGeom prst="line">
              <a:avLst/>
            </a:prstGeom>
            <a:noFill/>
            <a:ln w="28575">
              <a:solidFill>
                <a:srgbClr val="0070C0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s-ES_tradnl" noProof="0" dirty="0">
                <a:solidFill>
                  <a:schemeClr val="tx1"/>
                </a:solidFill>
              </a:endParaRPr>
            </a:p>
          </p:txBody>
        </p:sp>
        <p:sp>
          <p:nvSpPr>
            <p:cNvPr id="70" name="Line 92">
              <a:extLst>
                <a:ext uri="{FF2B5EF4-FFF2-40B4-BE49-F238E27FC236}">
                  <a16:creationId xmlns:a16="http://schemas.microsoft.com/office/drawing/2014/main" id="{5EAE8CF9-597C-4893-0AE7-49217314464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24" y="3216"/>
              <a:ext cx="384" cy="0"/>
            </a:xfrm>
            <a:prstGeom prst="line">
              <a:avLst/>
            </a:prstGeom>
            <a:noFill/>
            <a:ln w="28575">
              <a:solidFill>
                <a:srgbClr val="0070C0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s-ES_tradnl" noProof="0" dirty="0">
                <a:solidFill>
                  <a:schemeClr val="tx1"/>
                </a:solidFill>
              </a:endParaRPr>
            </a:p>
          </p:txBody>
        </p:sp>
        <p:sp>
          <p:nvSpPr>
            <p:cNvPr id="71" name="Line 93">
              <a:extLst>
                <a:ext uri="{FF2B5EF4-FFF2-40B4-BE49-F238E27FC236}">
                  <a16:creationId xmlns:a16="http://schemas.microsoft.com/office/drawing/2014/main" id="{77285173-454F-5303-1F32-60D989926F5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80" y="3216"/>
              <a:ext cx="384" cy="0"/>
            </a:xfrm>
            <a:prstGeom prst="line">
              <a:avLst/>
            </a:prstGeom>
            <a:noFill/>
            <a:ln w="28575">
              <a:solidFill>
                <a:srgbClr val="0070C0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s-ES_tradnl" noProof="0" dirty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1852525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23BA5D-1CE5-9B0A-3DD9-2658B1F188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5D9D6879-BCE3-F398-049F-629F72BDB0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Operadores de multiplicación sin signo</a:t>
            </a:r>
            <a:endParaRPr lang="en-US" dirty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0C593E7-9344-2875-DC47-47917592ED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_tradnl" sz="2000" dirty="0"/>
              <a:t>Operador </a:t>
            </a:r>
            <a:r>
              <a:rPr lang="es-ES_tradnl" sz="2000" b="1" dirty="0"/>
              <a:t>secuencial  </a:t>
            </a:r>
            <a:r>
              <a:rPr lang="es-ES_tradnl" sz="2000" dirty="0"/>
              <a:t>para el algoritmo de sumas y desplazamientos</a:t>
            </a:r>
          </a:p>
          <a:p>
            <a:pPr lvl="1"/>
            <a:r>
              <a:rPr lang="es-ES_tradnl" dirty="0"/>
              <a:t>M y Q de n bits; P de 2n bits</a:t>
            </a:r>
          </a:p>
          <a:p>
            <a:endParaRPr lang="en-US" dirty="0"/>
          </a:p>
        </p:txBody>
      </p:sp>
      <p:sp>
        <p:nvSpPr>
          <p:cNvPr id="2" name="Marcador de número de diapositiva 3">
            <a:extLst>
              <a:ext uri="{FF2B5EF4-FFF2-40B4-BE49-F238E27FC236}">
                <a16:creationId xmlns:a16="http://schemas.microsoft.com/office/drawing/2014/main" id="{F09A429F-43FF-FD42-2DCC-64BB94D4BE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86800" y="6529388"/>
            <a:ext cx="457200" cy="328612"/>
          </a:xfrm>
        </p:spPr>
        <p:txBody>
          <a:bodyPr/>
          <a:lstStyle/>
          <a:p>
            <a:fld id="{165D9AA3-C110-4682-A7ED-0B7E64F42347}" type="slidenum">
              <a:rPr lang="es-ES_tradnl" noProof="0" smtClean="0"/>
              <a:pPr/>
              <a:t>49</a:t>
            </a:fld>
            <a:endParaRPr lang="es-ES_tradnl" noProof="0" dirty="0"/>
          </a:p>
        </p:txBody>
      </p:sp>
      <p:sp>
        <p:nvSpPr>
          <p:cNvPr id="72" name="Freeform 40">
            <a:extLst>
              <a:ext uri="{FF2B5EF4-FFF2-40B4-BE49-F238E27FC236}">
                <a16:creationId xmlns:a16="http://schemas.microsoft.com/office/drawing/2014/main" id="{04ADF26E-7334-5882-0BFB-D1C3F2F587E2}"/>
              </a:ext>
            </a:extLst>
          </p:cNvPr>
          <p:cNvSpPr>
            <a:spLocks/>
          </p:cNvSpPr>
          <p:nvPr/>
        </p:nvSpPr>
        <p:spPr bwMode="auto">
          <a:xfrm>
            <a:off x="5857884" y="4071942"/>
            <a:ext cx="1524000" cy="660400"/>
          </a:xfrm>
          <a:custGeom>
            <a:avLst/>
            <a:gdLst>
              <a:gd name="T0" fmla="*/ 2147483647 w 576"/>
              <a:gd name="T1" fmla="*/ 0 h 384"/>
              <a:gd name="T2" fmla="*/ 2147483647 w 576"/>
              <a:gd name="T3" fmla="*/ 1135750486 h 384"/>
              <a:gd name="T4" fmla="*/ 0 w 576"/>
              <a:gd name="T5" fmla="*/ 1135750486 h 384"/>
              <a:gd name="T6" fmla="*/ 0 60000 65536"/>
              <a:gd name="T7" fmla="*/ 0 60000 65536"/>
              <a:gd name="T8" fmla="*/ 0 60000 65536"/>
              <a:gd name="T9" fmla="*/ 0 w 576"/>
              <a:gd name="T10" fmla="*/ 0 h 384"/>
              <a:gd name="T11" fmla="*/ 576 w 576"/>
              <a:gd name="T12" fmla="*/ 384 h 38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576" h="384">
                <a:moveTo>
                  <a:pt x="576" y="0"/>
                </a:moveTo>
                <a:lnTo>
                  <a:pt x="576" y="384"/>
                </a:lnTo>
                <a:lnTo>
                  <a:pt x="0" y="384"/>
                </a:lnTo>
              </a:path>
            </a:pathLst>
          </a:cu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s-ES_tradnl" noProof="0" dirty="0">
              <a:solidFill>
                <a:schemeClr val="tx1"/>
              </a:solidFill>
            </a:endParaRPr>
          </a:p>
        </p:txBody>
      </p:sp>
      <p:grpSp>
        <p:nvGrpSpPr>
          <p:cNvPr id="73" name="39 Grupo">
            <a:extLst>
              <a:ext uri="{FF2B5EF4-FFF2-40B4-BE49-F238E27FC236}">
                <a16:creationId xmlns:a16="http://schemas.microsoft.com/office/drawing/2014/main" id="{F16A7152-2BBB-AA8C-95F0-0D8D9F1A1AD9}"/>
              </a:ext>
            </a:extLst>
          </p:cNvPr>
          <p:cNvGrpSpPr/>
          <p:nvPr/>
        </p:nvGrpSpPr>
        <p:grpSpPr>
          <a:xfrm>
            <a:off x="857224" y="2143116"/>
            <a:ext cx="7759729" cy="3878172"/>
            <a:chOff x="1027113" y="2409825"/>
            <a:chExt cx="7759729" cy="4123730"/>
          </a:xfrm>
        </p:grpSpPr>
        <p:sp>
          <p:nvSpPr>
            <p:cNvPr id="74" name="Rectangle 7">
              <a:extLst>
                <a:ext uri="{FF2B5EF4-FFF2-40B4-BE49-F238E27FC236}">
                  <a16:creationId xmlns:a16="http://schemas.microsoft.com/office/drawing/2014/main" id="{37621B4B-9084-1B8B-8E6E-627422D868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19350" y="2409825"/>
              <a:ext cx="2057400" cy="309563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s-ES_tradnl" noProof="0" dirty="0">
                  <a:solidFill>
                    <a:schemeClr val="tx1"/>
                  </a:solidFill>
                </a:rPr>
                <a:t>Multiplicando (M)</a:t>
              </a:r>
            </a:p>
          </p:txBody>
        </p:sp>
        <p:grpSp>
          <p:nvGrpSpPr>
            <p:cNvPr id="75" name="Group 19">
              <a:extLst>
                <a:ext uri="{FF2B5EF4-FFF2-40B4-BE49-F238E27FC236}">
                  <a16:creationId xmlns:a16="http://schemas.microsoft.com/office/drawing/2014/main" id="{89340C72-BF45-06B3-1CCA-7945CEBB070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87527" y="3411538"/>
              <a:ext cx="2085978" cy="742950"/>
              <a:chOff x="1654" y="1993"/>
              <a:chExt cx="1314" cy="468"/>
            </a:xfrm>
          </p:grpSpPr>
          <p:sp>
            <p:nvSpPr>
              <p:cNvPr id="101" name="Line 8">
                <a:extLst>
                  <a:ext uri="{FF2B5EF4-FFF2-40B4-BE49-F238E27FC236}">
                    <a16:creationId xmlns:a16="http://schemas.microsoft.com/office/drawing/2014/main" id="{92CB8CEB-6A47-E7BD-0380-97E28F8F6A6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59" y="1997"/>
                <a:ext cx="367" cy="464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s-ES_tradnl" noProof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02" name="Line 9">
                <a:extLst>
                  <a:ext uri="{FF2B5EF4-FFF2-40B4-BE49-F238E27FC236}">
                    <a16:creationId xmlns:a16="http://schemas.microsoft.com/office/drawing/2014/main" id="{1D1942C2-12ED-2478-D37D-70F63D6FD03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20" y="2461"/>
                <a:ext cx="580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s-ES_tradnl" noProof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03" name="Line 10">
                <a:extLst>
                  <a:ext uri="{FF2B5EF4-FFF2-40B4-BE49-F238E27FC236}">
                    <a16:creationId xmlns:a16="http://schemas.microsoft.com/office/drawing/2014/main" id="{D2667736-9A81-6FBF-24D3-2247506EFFC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654" y="1997"/>
                <a:ext cx="512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s-ES_tradnl" noProof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04" name="Line 12">
                <a:extLst>
                  <a:ext uri="{FF2B5EF4-FFF2-40B4-BE49-F238E27FC236}">
                    <a16:creationId xmlns:a16="http://schemas.microsoft.com/office/drawing/2014/main" id="{F299DB35-83A2-7B23-3417-023085638DF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59" y="1997"/>
                <a:ext cx="154" cy="189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s-ES_tradnl" noProof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05" name="Line 14">
                <a:extLst>
                  <a:ext uri="{FF2B5EF4-FFF2-40B4-BE49-F238E27FC236}">
                    <a16:creationId xmlns:a16="http://schemas.microsoft.com/office/drawing/2014/main" id="{0E7BC35E-9CCE-DC7F-C41B-A8886F33BD3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592" y="1997"/>
                <a:ext cx="370" cy="464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s-ES_tradnl" noProof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06" name="Line 16">
                <a:extLst>
                  <a:ext uri="{FF2B5EF4-FFF2-40B4-BE49-F238E27FC236}">
                    <a16:creationId xmlns:a16="http://schemas.microsoft.com/office/drawing/2014/main" id="{F5D0D349-1A02-7346-4DE9-9CA880E0FA2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2456" y="1997"/>
                <a:ext cx="512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s-ES_tradnl" noProof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07" name="Line 17">
                <a:extLst>
                  <a:ext uri="{FF2B5EF4-FFF2-40B4-BE49-F238E27FC236}">
                    <a16:creationId xmlns:a16="http://schemas.microsoft.com/office/drawing/2014/main" id="{9C9DA06B-C189-DA37-669B-F0DFF054259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305" y="1993"/>
                <a:ext cx="157" cy="196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s-ES_tradnl" noProof="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76" name="Line 20">
              <a:extLst>
                <a:ext uri="{FF2B5EF4-FFF2-40B4-BE49-F238E27FC236}">
                  <a16:creationId xmlns:a16="http://schemas.microsoft.com/office/drawing/2014/main" id="{4D8521AA-2437-A4A0-93C8-155A39DCE42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09950" y="2714625"/>
              <a:ext cx="0" cy="6858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s-ES_tradnl" noProof="0" dirty="0">
                <a:solidFill>
                  <a:schemeClr val="tx1"/>
                </a:solidFill>
              </a:endParaRPr>
            </a:p>
          </p:txBody>
        </p:sp>
        <p:sp>
          <p:nvSpPr>
            <p:cNvPr id="77" name="Rectangle 21">
              <a:extLst>
                <a:ext uri="{FF2B5EF4-FFF2-40B4-BE49-F238E27FC236}">
                  <a16:creationId xmlns:a16="http://schemas.microsoft.com/office/drawing/2014/main" id="{18682994-91FE-EC16-1A0C-6AC874C1FF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00232" y="4695825"/>
              <a:ext cx="1943118" cy="309563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s-ES_tradnl" noProof="0" dirty="0">
                  <a:solidFill>
                    <a:schemeClr val="tx1"/>
                  </a:solidFill>
                </a:rPr>
                <a:t>HI</a:t>
              </a:r>
            </a:p>
          </p:txBody>
        </p:sp>
        <p:sp>
          <p:nvSpPr>
            <p:cNvPr id="78" name="Rectangle 22">
              <a:extLst>
                <a:ext uri="{FF2B5EF4-FFF2-40B4-BE49-F238E27FC236}">
                  <a16:creationId xmlns:a16="http://schemas.microsoft.com/office/drawing/2014/main" id="{DCEF7A5A-FBFF-4F41-A864-75A3B4EEE3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43350" y="4695825"/>
              <a:ext cx="2057400" cy="309563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s-ES_tradnl" noProof="0" dirty="0">
                  <a:solidFill>
                    <a:schemeClr val="tx1"/>
                  </a:solidFill>
                </a:rPr>
                <a:t>LO</a:t>
              </a:r>
            </a:p>
          </p:txBody>
        </p:sp>
        <p:sp>
          <p:nvSpPr>
            <p:cNvPr id="79" name="Line 23">
              <a:extLst>
                <a:ext uri="{FF2B5EF4-FFF2-40B4-BE49-F238E27FC236}">
                  <a16:creationId xmlns:a16="http://schemas.microsoft.com/office/drawing/2014/main" id="{1A3C2EFE-38F3-B6DE-B0AE-1CB9C78ABE7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00350" y="4162425"/>
              <a:ext cx="0" cy="5334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s-ES_tradnl" noProof="0" dirty="0">
                <a:solidFill>
                  <a:schemeClr val="tx1"/>
                </a:solidFill>
              </a:endParaRPr>
            </a:p>
          </p:txBody>
        </p:sp>
        <p:sp>
          <p:nvSpPr>
            <p:cNvPr id="80" name="Line 24">
              <a:extLst>
                <a:ext uri="{FF2B5EF4-FFF2-40B4-BE49-F238E27FC236}">
                  <a16:creationId xmlns:a16="http://schemas.microsoft.com/office/drawing/2014/main" id="{1E766A27-3A77-1AED-042D-E005567B99C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52850" y="4543425"/>
              <a:ext cx="457200" cy="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s-ES_tradnl" noProof="0" dirty="0">
                <a:solidFill>
                  <a:schemeClr val="tx1"/>
                </a:solidFill>
              </a:endParaRPr>
            </a:p>
          </p:txBody>
        </p:sp>
        <p:sp>
          <p:nvSpPr>
            <p:cNvPr id="81" name="Freeform 25">
              <a:extLst>
                <a:ext uri="{FF2B5EF4-FFF2-40B4-BE49-F238E27FC236}">
                  <a16:creationId xmlns:a16="http://schemas.microsoft.com/office/drawing/2014/main" id="{2E066A75-451A-A711-D883-2AFE05EC8A26}"/>
                </a:ext>
              </a:extLst>
            </p:cNvPr>
            <p:cNvSpPr>
              <a:spLocks/>
            </p:cNvSpPr>
            <p:nvPr/>
          </p:nvSpPr>
          <p:spPr bwMode="auto">
            <a:xfrm>
              <a:off x="1027113" y="2943225"/>
              <a:ext cx="1773237" cy="2514600"/>
            </a:xfrm>
            <a:custGeom>
              <a:avLst/>
              <a:gdLst>
                <a:gd name="T0" fmla="*/ 2147483647 w 1008"/>
                <a:gd name="T1" fmla="*/ 2147483647 h 1584"/>
                <a:gd name="T2" fmla="*/ 2147483647 w 1008"/>
                <a:gd name="T3" fmla="*/ 2147483647 h 1584"/>
                <a:gd name="T4" fmla="*/ 2147483647 w 1008"/>
                <a:gd name="T5" fmla="*/ 2147483647 h 1584"/>
                <a:gd name="T6" fmla="*/ 0 w 1008"/>
                <a:gd name="T7" fmla="*/ 2147483647 h 1584"/>
                <a:gd name="T8" fmla="*/ 0 w 1008"/>
                <a:gd name="T9" fmla="*/ 0 h 1584"/>
                <a:gd name="T10" fmla="*/ 1931066060 w 1008"/>
                <a:gd name="T11" fmla="*/ 0 h 1584"/>
                <a:gd name="T12" fmla="*/ 1931066060 w 1008"/>
                <a:gd name="T13" fmla="*/ 725804975 h 158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008"/>
                <a:gd name="T22" fmla="*/ 0 h 1584"/>
                <a:gd name="T23" fmla="*/ 1008 w 1008"/>
                <a:gd name="T24" fmla="*/ 1584 h 1584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008" h="1584">
                  <a:moveTo>
                    <a:pt x="1008" y="1296"/>
                  </a:moveTo>
                  <a:lnTo>
                    <a:pt x="1008" y="1488"/>
                  </a:lnTo>
                  <a:lnTo>
                    <a:pt x="1008" y="1584"/>
                  </a:lnTo>
                  <a:lnTo>
                    <a:pt x="0" y="1584"/>
                  </a:lnTo>
                  <a:lnTo>
                    <a:pt x="0" y="0"/>
                  </a:lnTo>
                  <a:lnTo>
                    <a:pt x="624" y="0"/>
                  </a:lnTo>
                  <a:lnTo>
                    <a:pt x="624" y="288"/>
                  </a:lnTo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s-ES_tradnl" noProof="0" dirty="0">
                <a:solidFill>
                  <a:schemeClr val="tx1"/>
                </a:solidFill>
              </a:endParaRPr>
            </a:p>
          </p:txBody>
        </p:sp>
        <p:sp>
          <p:nvSpPr>
            <p:cNvPr id="82" name="Text Box 26">
              <a:extLst>
                <a:ext uri="{FF2B5EF4-FFF2-40B4-BE49-F238E27FC236}">
                  <a16:creationId xmlns:a16="http://schemas.microsoft.com/office/drawing/2014/main" id="{46836478-F803-5A85-5B3B-C9409E4DF2D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95538" y="3656013"/>
              <a:ext cx="910827" cy="523220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s-ES_tradnl" sz="1400" noProof="0" dirty="0">
                  <a:solidFill>
                    <a:schemeClr val="tx1"/>
                  </a:solidFill>
                </a:rPr>
                <a:t>Sumador</a:t>
              </a:r>
            </a:p>
            <a:p>
              <a:r>
                <a:rPr lang="es-ES_tradnl" sz="1400" noProof="0" dirty="0">
                  <a:solidFill>
                    <a:schemeClr val="tx1"/>
                  </a:solidFill>
                </a:rPr>
                <a:t>n bits</a:t>
              </a:r>
            </a:p>
          </p:txBody>
        </p:sp>
        <p:sp>
          <p:nvSpPr>
            <p:cNvPr id="83" name="Line 27">
              <a:extLst>
                <a:ext uri="{FF2B5EF4-FFF2-40B4-BE49-F238E27FC236}">
                  <a16:creationId xmlns:a16="http://schemas.microsoft.com/office/drawing/2014/main" id="{453E59CC-57B4-4B69-4325-4773B389606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848350" y="4695825"/>
              <a:ext cx="0" cy="3048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/>
            <a:p>
              <a:endParaRPr lang="es-ES_tradnl" noProof="0" dirty="0">
                <a:solidFill>
                  <a:schemeClr val="tx1"/>
                </a:solidFill>
              </a:endParaRPr>
            </a:p>
          </p:txBody>
        </p:sp>
        <p:sp>
          <p:nvSpPr>
            <p:cNvPr id="84" name="Text Box 28">
              <a:extLst>
                <a:ext uri="{FF2B5EF4-FFF2-40B4-BE49-F238E27FC236}">
                  <a16:creationId xmlns:a16="http://schemas.microsoft.com/office/drawing/2014/main" id="{95276906-B093-DECE-59F4-80DAC416EBB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72150" y="5000625"/>
              <a:ext cx="327334" cy="400110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s-ES_tradnl" noProof="0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85" name="Text Box 32">
              <a:extLst>
                <a:ext uri="{FF2B5EF4-FFF2-40B4-BE49-F238E27FC236}">
                  <a16:creationId xmlns:a16="http://schemas.microsoft.com/office/drawing/2014/main" id="{DE654C06-F9B8-A17F-62CB-4BE015434A9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86150" y="2714625"/>
              <a:ext cx="797013" cy="400110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s-ES_tradnl" noProof="0" dirty="0">
                  <a:solidFill>
                    <a:schemeClr val="tx1"/>
                  </a:solidFill>
                </a:rPr>
                <a:t>n bits</a:t>
              </a:r>
            </a:p>
          </p:txBody>
        </p:sp>
        <p:sp>
          <p:nvSpPr>
            <p:cNvPr id="86" name="Line 33">
              <a:extLst>
                <a:ext uri="{FF2B5EF4-FFF2-40B4-BE49-F238E27FC236}">
                  <a16:creationId xmlns:a16="http://schemas.microsoft.com/office/drawing/2014/main" id="{DA66E434-EE94-8A68-0F14-BF9CC4FBC47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933950" y="5153025"/>
              <a:ext cx="0" cy="3810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s-ES_tradnl" noProof="0" dirty="0">
                <a:solidFill>
                  <a:schemeClr val="tx1"/>
                </a:solidFill>
              </a:endParaRPr>
            </a:p>
          </p:txBody>
        </p:sp>
        <p:sp>
          <p:nvSpPr>
            <p:cNvPr id="87" name="Text Box 34">
              <a:extLst>
                <a:ext uri="{FF2B5EF4-FFF2-40B4-BE49-F238E27FC236}">
                  <a16:creationId xmlns:a16="http://schemas.microsoft.com/office/drawing/2014/main" id="{8C082771-69E3-BBE3-EC79-AC645C4D505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86182" y="5610225"/>
              <a:ext cx="1985968" cy="923330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s-ES_tradnl" sz="1800" noProof="0" dirty="0">
                  <a:solidFill>
                    <a:schemeClr val="tx1"/>
                  </a:solidFill>
                </a:rPr>
                <a:t>Inicialmente contiene el multiplicador Q</a:t>
              </a:r>
            </a:p>
          </p:txBody>
        </p:sp>
        <p:sp>
          <p:nvSpPr>
            <p:cNvPr id="88" name="Oval 35">
              <a:extLst>
                <a:ext uri="{FF2B5EF4-FFF2-40B4-BE49-F238E27FC236}">
                  <a16:creationId xmlns:a16="http://schemas.microsoft.com/office/drawing/2014/main" id="{EFB740EF-08E1-9479-75A2-08692E53F4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40513" y="3171825"/>
              <a:ext cx="1219200" cy="1143000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s-ES_tradnl" sz="1600" noProof="0" dirty="0">
                  <a:solidFill>
                    <a:schemeClr val="tx1"/>
                  </a:solidFill>
                </a:rPr>
                <a:t>Control</a:t>
              </a:r>
            </a:p>
            <a:p>
              <a:pPr algn="ctr"/>
              <a:r>
                <a:rPr lang="es-ES_tradnl" sz="1600" noProof="0" dirty="0">
                  <a:solidFill>
                    <a:schemeClr val="tx1"/>
                  </a:solidFill>
                </a:rPr>
                <a:t>secuencial</a:t>
              </a:r>
            </a:p>
          </p:txBody>
        </p:sp>
        <p:sp>
          <p:nvSpPr>
            <p:cNvPr id="89" name="Line 36">
              <a:extLst>
                <a:ext uri="{FF2B5EF4-FFF2-40B4-BE49-F238E27FC236}">
                  <a16:creationId xmlns:a16="http://schemas.microsoft.com/office/drawing/2014/main" id="{6824C266-AEEE-E90D-BF13-2342F798BDA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562350" y="3781425"/>
              <a:ext cx="3082925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s-ES_tradnl" noProof="0" dirty="0">
                <a:solidFill>
                  <a:schemeClr val="tx1"/>
                </a:solidFill>
              </a:endParaRPr>
            </a:p>
          </p:txBody>
        </p:sp>
        <p:sp>
          <p:nvSpPr>
            <p:cNvPr id="90" name="Freeform 37">
              <a:extLst>
                <a:ext uri="{FF2B5EF4-FFF2-40B4-BE49-F238E27FC236}">
                  <a16:creationId xmlns:a16="http://schemas.microsoft.com/office/drawing/2014/main" id="{6D3D8464-F538-4F95-9406-59843EC4F6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4550" y="3962400"/>
              <a:ext cx="752475" cy="733425"/>
            </a:xfrm>
            <a:custGeom>
              <a:avLst/>
              <a:gdLst>
                <a:gd name="T0" fmla="*/ 0 w 192"/>
                <a:gd name="T1" fmla="*/ 1400813133 h 384"/>
                <a:gd name="T2" fmla="*/ 0 w 192"/>
                <a:gd name="T3" fmla="*/ 525304268 h 384"/>
                <a:gd name="T4" fmla="*/ 2147483647 w 192"/>
                <a:gd name="T5" fmla="*/ 0 h 384"/>
                <a:gd name="T6" fmla="*/ 0 60000 65536"/>
                <a:gd name="T7" fmla="*/ 0 60000 65536"/>
                <a:gd name="T8" fmla="*/ 0 60000 65536"/>
                <a:gd name="T9" fmla="*/ 0 w 192"/>
                <a:gd name="T10" fmla="*/ 0 h 384"/>
                <a:gd name="T11" fmla="*/ 192 w 192"/>
                <a:gd name="T12" fmla="*/ 384 h 38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92" h="384">
                  <a:moveTo>
                    <a:pt x="0" y="384"/>
                  </a:moveTo>
                  <a:lnTo>
                    <a:pt x="0" y="144"/>
                  </a:lnTo>
                  <a:lnTo>
                    <a:pt x="192" y="0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s-ES_tradnl" noProof="0" dirty="0">
                <a:solidFill>
                  <a:schemeClr val="tx1"/>
                </a:solidFill>
              </a:endParaRPr>
            </a:p>
          </p:txBody>
        </p:sp>
        <p:sp>
          <p:nvSpPr>
            <p:cNvPr id="91" name="Freeform 39">
              <a:extLst>
                <a:ext uri="{FF2B5EF4-FFF2-40B4-BE49-F238E27FC236}">
                  <a16:creationId xmlns:a16="http://schemas.microsoft.com/office/drawing/2014/main" id="{536132C7-4C0C-B22B-BE5B-C9921F6E6803}"/>
                </a:ext>
              </a:extLst>
            </p:cNvPr>
            <p:cNvSpPr>
              <a:spLocks/>
            </p:cNvSpPr>
            <p:nvPr/>
          </p:nvSpPr>
          <p:spPr bwMode="auto">
            <a:xfrm>
              <a:off x="6000750" y="4260850"/>
              <a:ext cx="990600" cy="511175"/>
            </a:xfrm>
            <a:custGeom>
              <a:avLst/>
              <a:gdLst>
                <a:gd name="T0" fmla="*/ 2147483647 w 432"/>
                <a:gd name="T1" fmla="*/ 0 h 288"/>
                <a:gd name="T2" fmla="*/ 2147483647 w 432"/>
                <a:gd name="T3" fmla="*/ 907291089 h 288"/>
                <a:gd name="T4" fmla="*/ 0 w 432"/>
                <a:gd name="T5" fmla="*/ 907291089 h 288"/>
                <a:gd name="T6" fmla="*/ 0 60000 65536"/>
                <a:gd name="T7" fmla="*/ 0 60000 65536"/>
                <a:gd name="T8" fmla="*/ 0 60000 65536"/>
                <a:gd name="T9" fmla="*/ 0 w 432"/>
                <a:gd name="T10" fmla="*/ 0 h 288"/>
                <a:gd name="T11" fmla="*/ 432 w 432"/>
                <a:gd name="T12" fmla="*/ 288 h 28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32" h="288">
                  <a:moveTo>
                    <a:pt x="432" y="0"/>
                  </a:moveTo>
                  <a:lnTo>
                    <a:pt x="432" y="288"/>
                  </a:lnTo>
                  <a:lnTo>
                    <a:pt x="0" y="288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s-ES_tradnl" noProof="0" dirty="0">
                <a:solidFill>
                  <a:schemeClr val="tx1"/>
                </a:solidFill>
              </a:endParaRPr>
            </a:p>
          </p:txBody>
        </p:sp>
        <p:sp>
          <p:nvSpPr>
            <p:cNvPr id="92" name="Text Box 42">
              <a:extLst>
                <a:ext uri="{FF2B5EF4-FFF2-40B4-BE49-F238E27FC236}">
                  <a16:creationId xmlns:a16="http://schemas.microsoft.com/office/drawing/2014/main" id="{CD28E29C-41F8-8604-5FCC-9E74E2FF555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26163" y="4454525"/>
              <a:ext cx="867545" cy="338554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s-ES_tradnl" sz="1600" noProof="0" dirty="0">
                  <a:solidFill>
                    <a:schemeClr val="tx1"/>
                  </a:solidFill>
                </a:rPr>
                <a:t>Escribir</a:t>
              </a:r>
            </a:p>
          </p:txBody>
        </p:sp>
        <p:sp>
          <p:nvSpPr>
            <p:cNvPr id="93" name="Text Box 43">
              <a:extLst>
                <a:ext uri="{FF2B5EF4-FFF2-40B4-BE49-F238E27FC236}">
                  <a16:creationId xmlns:a16="http://schemas.microsoft.com/office/drawing/2014/main" id="{36BCD4B1-7075-3EAD-8669-A9E5D000C38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87052" y="5117456"/>
              <a:ext cx="1665841" cy="338554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s-ES_tradnl" sz="1600" noProof="0" dirty="0">
                  <a:solidFill>
                    <a:schemeClr val="tx1"/>
                  </a:solidFill>
                </a:rPr>
                <a:t>Desplazar dcha.</a:t>
              </a:r>
            </a:p>
          </p:txBody>
        </p:sp>
        <p:sp>
          <p:nvSpPr>
            <p:cNvPr id="94" name="Text Box 44">
              <a:extLst>
                <a:ext uri="{FF2B5EF4-FFF2-40B4-BE49-F238E27FC236}">
                  <a16:creationId xmlns:a16="http://schemas.microsoft.com/office/drawing/2014/main" id="{79DD94F8-C653-E01A-2C9F-C34CE03DD34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06888" y="3454400"/>
              <a:ext cx="2262158" cy="400110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s-ES_tradnl" noProof="0" dirty="0">
                  <a:solidFill>
                    <a:schemeClr val="tx1"/>
                  </a:solidFill>
                </a:rPr>
                <a:t>Sumar / No sumar</a:t>
              </a:r>
            </a:p>
          </p:txBody>
        </p:sp>
        <p:sp>
          <p:nvSpPr>
            <p:cNvPr id="95" name="Rectangle 45">
              <a:extLst>
                <a:ext uri="{FF2B5EF4-FFF2-40B4-BE49-F238E27FC236}">
                  <a16:creationId xmlns:a16="http://schemas.microsoft.com/office/drawing/2014/main" id="{B44E2FAD-0ED2-6A89-6687-1FED7D1ACA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58938" y="4695825"/>
              <a:ext cx="341294" cy="309563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s-ES_tradnl" sz="1800" noProof="0" dirty="0">
                  <a:solidFill>
                    <a:schemeClr val="tx1"/>
                  </a:solidFill>
                </a:rPr>
                <a:t>C</a:t>
              </a:r>
            </a:p>
          </p:txBody>
        </p:sp>
        <p:sp>
          <p:nvSpPr>
            <p:cNvPr id="96" name="Freeform 47">
              <a:extLst>
                <a:ext uri="{FF2B5EF4-FFF2-40B4-BE49-F238E27FC236}">
                  <a16:creationId xmlns:a16="http://schemas.microsoft.com/office/drawing/2014/main" id="{4A429269-1D4C-BA36-B03A-31344E1E2D5C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7363" y="3983038"/>
              <a:ext cx="473075" cy="695325"/>
            </a:xfrm>
            <a:custGeom>
              <a:avLst/>
              <a:gdLst>
                <a:gd name="T0" fmla="*/ 751006453 w 298"/>
                <a:gd name="T1" fmla="*/ 0 h 438"/>
                <a:gd name="T2" fmla="*/ 0 w 298"/>
                <a:gd name="T3" fmla="*/ 647680968 h 438"/>
                <a:gd name="T4" fmla="*/ 0 w 298"/>
                <a:gd name="T5" fmla="*/ 1103828527 h 438"/>
                <a:gd name="T6" fmla="*/ 0 60000 65536"/>
                <a:gd name="T7" fmla="*/ 0 60000 65536"/>
                <a:gd name="T8" fmla="*/ 0 60000 65536"/>
                <a:gd name="T9" fmla="*/ 0 w 298"/>
                <a:gd name="T10" fmla="*/ 0 h 438"/>
                <a:gd name="T11" fmla="*/ 298 w 298"/>
                <a:gd name="T12" fmla="*/ 438 h 43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98" h="438">
                  <a:moveTo>
                    <a:pt x="298" y="0"/>
                  </a:moveTo>
                  <a:lnTo>
                    <a:pt x="0" y="257"/>
                  </a:lnTo>
                  <a:lnTo>
                    <a:pt x="0" y="438"/>
                  </a:lnTo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s-ES_tradnl" noProof="0" dirty="0">
                <a:solidFill>
                  <a:schemeClr val="tx1"/>
                </a:solidFill>
              </a:endParaRPr>
            </a:p>
          </p:txBody>
        </p:sp>
        <p:sp>
          <p:nvSpPr>
            <p:cNvPr id="97" name="Text Box 48">
              <a:extLst>
                <a:ext uri="{FF2B5EF4-FFF2-40B4-BE49-F238E27FC236}">
                  <a16:creationId xmlns:a16="http://schemas.microsoft.com/office/drawing/2014/main" id="{102820AD-D7F9-B8C5-326E-AFE47ED3038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14414" y="3786190"/>
              <a:ext cx="966931" cy="369332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s-ES_tradnl" sz="1800" noProof="0" dirty="0">
                  <a:solidFill>
                    <a:schemeClr val="tx1"/>
                  </a:solidFill>
                </a:rPr>
                <a:t>acarreo</a:t>
              </a:r>
            </a:p>
          </p:txBody>
        </p:sp>
        <p:sp>
          <p:nvSpPr>
            <p:cNvPr id="98" name="Text Box 50">
              <a:extLst>
                <a:ext uri="{FF2B5EF4-FFF2-40B4-BE49-F238E27FC236}">
                  <a16:creationId xmlns:a16="http://schemas.microsoft.com/office/drawing/2014/main" id="{BAC978EA-00BC-B2AA-41DA-6197BD9C620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72198" y="5643578"/>
              <a:ext cx="2714644" cy="646331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r>
                <a:rPr lang="es-ES_tradnl" sz="1800" noProof="0" dirty="0">
                  <a:solidFill>
                    <a:schemeClr val="tx1"/>
                  </a:solidFill>
                </a:rPr>
                <a:t>Al finalizar, HI y LO</a:t>
              </a:r>
            </a:p>
            <a:p>
              <a:r>
                <a:rPr lang="es-ES_tradnl" sz="1800" noProof="0" dirty="0">
                  <a:solidFill>
                    <a:schemeClr val="tx1"/>
                  </a:solidFill>
                </a:rPr>
                <a:t>contienen el producto</a:t>
              </a:r>
            </a:p>
          </p:txBody>
        </p:sp>
        <p:sp>
          <p:nvSpPr>
            <p:cNvPr id="99" name="Text Box 51">
              <a:extLst>
                <a:ext uri="{FF2B5EF4-FFF2-40B4-BE49-F238E27FC236}">
                  <a16:creationId xmlns:a16="http://schemas.microsoft.com/office/drawing/2014/main" id="{84EA66E5-E9D0-A969-2C35-3EDAA39564A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01725" y="4697413"/>
              <a:ext cx="327334" cy="400110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s-ES_tradnl" noProof="0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100" name="Line 52">
              <a:extLst>
                <a:ext uri="{FF2B5EF4-FFF2-40B4-BE49-F238E27FC236}">
                  <a16:creationId xmlns:a16="http://schemas.microsoft.com/office/drawing/2014/main" id="{B4115607-E4E9-CBF4-4F04-F6EB126CAA3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58900" y="4864100"/>
              <a:ext cx="271463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s-ES_tradnl" noProof="0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108" name="Conector recto de flecha 107">
            <a:extLst>
              <a:ext uri="{FF2B5EF4-FFF2-40B4-BE49-F238E27FC236}">
                <a16:creationId xmlns:a16="http://schemas.microsoft.com/office/drawing/2014/main" id="{E972DC13-0111-F4C1-85CA-7F0B210E6FDD}"/>
              </a:ext>
            </a:extLst>
          </p:cNvPr>
          <p:cNvCxnSpPr/>
          <p:nvPr/>
        </p:nvCxnSpPr>
        <p:spPr bwMode="auto">
          <a:xfrm flipH="1">
            <a:off x="7236296" y="2348880"/>
            <a:ext cx="145588" cy="49914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09" name="Rectángulo 108">
            <a:extLst>
              <a:ext uri="{FF2B5EF4-FFF2-40B4-BE49-F238E27FC236}">
                <a16:creationId xmlns:a16="http://schemas.microsoft.com/office/drawing/2014/main" id="{83D0447D-42BE-B26C-4F2B-0054837950CC}"/>
              </a:ext>
            </a:extLst>
          </p:cNvPr>
          <p:cNvSpPr/>
          <p:nvPr/>
        </p:nvSpPr>
        <p:spPr>
          <a:xfrm>
            <a:off x="7080224" y="1983508"/>
            <a:ext cx="77136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 noProof="0" dirty="0">
                <a:solidFill>
                  <a:schemeClr val="tx1"/>
                </a:solidFill>
              </a:rPr>
              <a:t>Reloj</a:t>
            </a:r>
            <a:endParaRPr lang="es-ES_tradnl" noProof="0" dirty="0"/>
          </a:p>
        </p:txBody>
      </p:sp>
      <p:sp>
        <p:nvSpPr>
          <p:cNvPr id="110" name="Rectángulo 109">
            <a:extLst>
              <a:ext uri="{FF2B5EF4-FFF2-40B4-BE49-F238E27FC236}">
                <a16:creationId xmlns:a16="http://schemas.microsoft.com/office/drawing/2014/main" id="{2D5A229F-BD1A-F8C9-2467-1AA368365BE6}"/>
              </a:ext>
            </a:extLst>
          </p:cNvPr>
          <p:cNvSpPr/>
          <p:nvPr/>
        </p:nvSpPr>
        <p:spPr>
          <a:xfrm>
            <a:off x="604815" y="6156773"/>
            <a:ext cx="832963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_tradnl" sz="1800" noProof="0" dirty="0">
                <a:solidFill>
                  <a:schemeClr val="tx1"/>
                </a:solidFill>
              </a:rPr>
              <a:t>La unidad de control es un </a:t>
            </a:r>
            <a:r>
              <a:rPr lang="es-ES_tradnl" sz="1800" b="1" noProof="0" dirty="0">
                <a:solidFill>
                  <a:schemeClr val="tx1"/>
                </a:solidFill>
              </a:rPr>
              <a:t>circuito secuencial síncrono </a:t>
            </a:r>
            <a:r>
              <a:rPr lang="es-ES_tradnl" sz="1800" noProof="0" dirty="0">
                <a:solidFill>
                  <a:schemeClr val="tx1"/>
                </a:solidFill>
              </a:rPr>
              <a:t>gobernado por un reloj que marca los diferentes pasos de la multiplicación </a:t>
            </a:r>
          </a:p>
        </p:txBody>
      </p:sp>
    </p:spTree>
    <p:extLst>
      <p:ext uri="{BB962C8B-B14F-4D97-AF65-F5344CB8AC3E}">
        <p14:creationId xmlns:p14="http://schemas.microsoft.com/office/powerpoint/2010/main" val="416554795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5E4036-7991-B1D7-098D-D1FC7D6EED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BE4F12FE-CF68-B883-1340-1F18D7475B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Operadores de multiplicación sin signo</a:t>
            </a:r>
            <a:endParaRPr lang="en-US" dirty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8617964-2BF0-7745-DBBF-6C69531D63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_tradnl" dirty="0"/>
              <a:t>Algoritmo con que funciona el operador secuencial</a:t>
            </a:r>
          </a:p>
          <a:p>
            <a:endParaRPr lang="en-US" dirty="0"/>
          </a:p>
        </p:txBody>
      </p:sp>
      <p:sp>
        <p:nvSpPr>
          <p:cNvPr id="2" name="Marcador de número de diapositiva 3">
            <a:extLst>
              <a:ext uri="{FF2B5EF4-FFF2-40B4-BE49-F238E27FC236}">
                <a16:creationId xmlns:a16="http://schemas.microsoft.com/office/drawing/2014/main" id="{BA43DE63-3239-5940-C632-F395C70A9B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86800" y="6529388"/>
            <a:ext cx="457200" cy="328612"/>
          </a:xfrm>
        </p:spPr>
        <p:txBody>
          <a:bodyPr/>
          <a:lstStyle/>
          <a:p>
            <a:fld id="{165D9AA3-C110-4682-A7ED-0B7E64F42347}" type="slidenum">
              <a:rPr lang="es-ES_tradnl" noProof="0" smtClean="0"/>
              <a:pPr/>
              <a:t>50</a:t>
            </a:fld>
            <a:endParaRPr lang="es-ES_tradnl" noProof="0" dirty="0"/>
          </a:p>
        </p:txBody>
      </p:sp>
      <p:grpSp>
        <p:nvGrpSpPr>
          <p:cNvPr id="5" name="Group 94">
            <a:extLst>
              <a:ext uri="{FF2B5EF4-FFF2-40B4-BE49-F238E27FC236}">
                <a16:creationId xmlns:a16="http://schemas.microsoft.com/office/drawing/2014/main" id="{C27A84C8-1389-226C-F4C2-DC8DBBC86BD6}"/>
              </a:ext>
            </a:extLst>
          </p:cNvPr>
          <p:cNvGrpSpPr>
            <a:grpSpLocks/>
          </p:cNvGrpSpPr>
          <p:nvPr/>
        </p:nvGrpSpPr>
        <p:grpSpPr bwMode="auto">
          <a:xfrm>
            <a:off x="5846763" y="1752625"/>
            <a:ext cx="2854325" cy="4484687"/>
            <a:chOff x="3683" y="1153"/>
            <a:chExt cx="1798" cy="2825"/>
          </a:xfrm>
        </p:grpSpPr>
        <p:sp>
          <p:nvSpPr>
            <p:cNvPr id="6" name="AutoShape 32">
              <a:extLst>
                <a:ext uri="{FF2B5EF4-FFF2-40B4-BE49-F238E27FC236}">
                  <a16:creationId xmlns:a16="http://schemas.microsoft.com/office/drawing/2014/main" id="{FE9A5CC4-C3FF-F5B7-AD0D-41517978A9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92" y="1153"/>
              <a:ext cx="653" cy="177"/>
            </a:xfrm>
            <a:prstGeom prst="flowChartAlternateProcess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s-ES_tradnl" noProof="0" dirty="0">
                  <a:solidFill>
                    <a:schemeClr val="tx1"/>
                  </a:solidFill>
                </a:rPr>
                <a:t>Inicio</a:t>
              </a:r>
            </a:p>
          </p:txBody>
        </p:sp>
        <p:sp>
          <p:nvSpPr>
            <p:cNvPr id="7" name="AutoShape 33">
              <a:extLst>
                <a:ext uri="{FF2B5EF4-FFF2-40B4-BE49-F238E27FC236}">
                  <a16:creationId xmlns:a16="http://schemas.microsoft.com/office/drawing/2014/main" id="{7C8E1D2E-30C1-4B10-7F88-69B8631078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59" y="1620"/>
              <a:ext cx="731" cy="394"/>
            </a:xfrm>
            <a:prstGeom prst="flowChartDecision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s-ES_tradnl" sz="2400" noProof="0" dirty="0" err="1">
                  <a:solidFill>
                    <a:schemeClr val="tx1"/>
                  </a:solidFill>
                </a:rPr>
                <a:t>q</a:t>
              </a:r>
              <a:r>
                <a:rPr lang="es-ES_tradnl" sz="2400" baseline="-25000" noProof="0" dirty="0" err="1">
                  <a:solidFill>
                    <a:schemeClr val="tx1"/>
                  </a:solidFill>
                </a:rPr>
                <a:t>i</a:t>
              </a:r>
              <a:endParaRPr lang="es-ES_tradnl" sz="2400" baseline="-25000" noProof="0" dirty="0">
                <a:solidFill>
                  <a:schemeClr val="tx1"/>
                </a:solidFill>
              </a:endParaRPr>
            </a:p>
          </p:txBody>
        </p:sp>
        <p:sp>
          <p:nvSpPr>
            <p:cNvPr id="8" name="AutoShape 34">
              <a:extLst>
                <a:ext uri="{FF2B5EF4-FFF2-40B4-BE49-F238E27FC236}">
                  <a16:creationId xmlns:a16="http://schemas.microsoft.com/office/drawing/2014/main" id="{19235A43-5708-EB4D-E0D2-2514D1AD09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83" y="2167"/>
              <a:ext cx="997" cy="293"/>
            </a:xfrm>
            <a:prstGeom prst="flowChartProcess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s-ES_tradnl" noProof="0" dirty="0">
                  <a:solidFill>
                    <a:schemeClr val="tx1"/>
                  </a:solidFill>
                </a:rPr>
                <a:t>HI </a:t>
              </a:r>
              <a:r>
                <a:rPr lang="es-ES_tradnl" noProof="0" dirty="0">
                  <a:solidFill>
                    <a:schemeClr val="tx1"/>
                  </a:solidFill>
                  <a:sym typeface="Symbol" pitchFamily="18" charset="2"/>
                </a:rPr>
                <a:t> </a:t>
              </a:r>
              <a:r>
                <a:rPr lang="es-ES_tradnl" noProof="0" dirty="0">
                  <a:solidFill>
                    <a:schemeClr val="tx1"/>
                  </a:solidFill>
                </a:rPr>
                <a:t>HI + M</a:t>
              </a:r>
            </a:p>
          </p:txBody>
        </p:sp>
        <p:sp>
          <p:nvSpPr>
            <p:cNvPr id="9" name="AutoShape 35">
              <a:extLst>
                <a:ext uri="{FF2B5EF4-FFF2-40B4-BE49-F238E27FC236}">
                  <a16:creationId xmlns:a16="http://schemas.microsoft.com/office/drawing/2014/main" id="{33AC7340-9243-098E-538F-4EB07B9664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15" y="2697"/>
              <a:ext cx="1350" cy="349"/>
            </a:xfrm>
            <a:prstGeom prst="flowChartProcess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s-ES_tradnl" sz="1800" noProof="0" dirty="0">
                  <a:solidFill>
                    <a:schemeClr val="tx1"/>
                  </a:solidFill>
                </a:rPr>
                <a:t>Desplazar C-HI-LO</a:t>
              </a:r>
            </a:p>
            <a:p>
              <a:pPr algn="ctr"/>
              <a:r>
                <a:rPr lang="es-ES_tradnl" sz="1800" noProof="0" dirty="0">
                  <a:solidFill>
                    <a:schemeClr val="tx1"/>
                  </a:solidFill>
                </a:rPr>
                <a:t>un bit a la dcha.</a:t>
              </a:r>
            </a:p>
          </p:txBody>
        </p:sp>
        <p:sp>
          <p:nvSpPr>
            <p:cNvPr id="10" name="AutoShape 36">
              <a:extLst>
                <a:ext uri="{FF2B5EF4-FFF2-40B4-BE49-F238E27FC236}">
                  <a16:creationId xmlns:a16="http://schemas.microsoft.com/office/drawing/2014/main" id="{28EA993C-C49A-CACF-82F8-3426B74956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53" y="3234"/>
              <a:ext cx="731" cy="394"/>
            </a:xfrm>
            <a:prstGeom prst="flowChartDecision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s-ES_tradnl" sz="1600" noProof="0" dirty="0" err="1">
                  <a:solidFill>
                    <a:schemeClr val="tx1"/>
                  </a:solidFill>
                </a:rPr>
                <a:t>Nº</a:t>
              </a:r>
              <a:r>
                <a:rPr lang="es-ES_tradnl" sz="1600" noProof="0" dirty="0">
                  <a:solidFill>
                    <a:schemeClr val="tx1"/>
                  </a:solidFill>
                </a:rPr>
                <a:t> Ciclo</a:t>
              </a:r>
            </a:p>
          </p:txBody>
        </p:sp>
        <p:sp>
          <p:nvSpPr>
            <p:cNvPr id="11" name="Line 40">
              <a:extLst>
                <a:ext uri="{FF2B5EF4-FFF2-40B4-BE49-F238E27FC236}">
                  <a16:creationId xmlns:a16="http://schemas.microsoft.com/office/drawing/2014/main" id="{291BFD5F-8D37-69B4-255A-4C45F6C1D80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19" y="1336"/>
              <a:ext cx="0" cy="281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s-ES_tradnl" noProof="0" dirty="0">
                <a:solidFill>
                  <a:schemeClr val="tx1"/>
                </a:solidFill>
              </a:endParaRPr>
            </a:p>
          </p:txBody>
        </p:sp>
        <p:sp>
          <p:nvSpPr>
            <p:cNvPr id="12" name="Freeform 41">
              <a:extLst>
                <a:ext uri="{FF2B5EF4-FFF2-40B4-BE49-F238E27FC236}">
                  <a16:creationId xmlns:a16="http://schemas.microsoft.com/office/drawing/2014/main" id="{28597E1C-9705-132E-D9E3-9E33469BAF5A}"/>
                </a:ext>
              </a:extLst>
            </p:cNvPr>
            <p:cNvSpPr>
              <a:spLocks/>
            </p:cNvSpPr>
            <p:nvPr/>
          </p:nvSpPr>
          <p:spPr bwMode="auto">
            <a:xfrm>
              <a:off x="4065" y="1812"/>
              <a:ext cx="194" cy="348"/>
            </a:xfrm>
            <a:custGeom>
              <a:avLst/>
              <a:gdLst>
                <a:gd name="T0" fmla="*/ 206 w 183"/>
                <a:gd name="T1" fmla="*/ 4 h 342"/>
                <a:gd name="T2" fmla="*/ 0 w 183"/>
                <a:gd name="T3" fmla="*/ 4 h 342"/>
                <a:gd name="T4" fmla="*/ 0 w 183"/>
                <a:gd name="T5" fmla="*/ 354 h 342"/>
                <a:gd name="T6" fmla="*/ 0 60000 65536"/>
                <a:gd name="T7" fmla="*/ 0 60000 65536"/>
                <a:gd name="T8" fmla="*/ 0 60000 65536"/>
                <a:gd name="T9" fmla="*/ 0 w 183"/>
                <a:gd name="T10" fmla="*/ 0 h 342"/>
                <a:gd name="T11" fmla="*/ 183 w 183"/>
                <a:gd name="T12" fmla="*/ 342 h 34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83" h="342">
                  <a:moveTo>
                    <a:pt x="183" y="4"/>
                  </a:moveTo>
                  <a:cubicBezTo>
                    <a:pt x="116" y="0"/>
                    <a:pt x="64" y="4"/>
                    <a:pt x="0" y="4"/>
                  </a:cubicBezTo>
                  <a:lnTo>
                    <a:pt x="0" y="342"/>
                  </a:lnTo>
                </a:path>
              </a:pathLst>
            </a:custGeom>
            <a:noFill/>
            <a:ln w="158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s-ES_tradnl" noProof="0" dirty="0">
                <a:solidFill>
                  <a:schemeClr val="tx1"/>
                </a:solidFill>
              </a:endParaRPr>
            </a:p>
          </p:txBody>
        </p:sp>
        <p:sp>
          <p:nvSpPr>
            <p:cNvPr id="13" name="Freeform 42">
              <a:extLst>
                <a:ext uri="{FF2B5EF4-FFF2-40B4-BE49-F238E27FC236}">
                  <a16:creationId xmlns:a16="http://schemas.microsoft.com/office/drawing/2014/main" id="{CF8A96AD-F049-C8BA-F08F-452927D3EE3A}"/>
                </a:ext>
              </a:extLst>
            </p:cNvPr>
            <p:cNvSpPr>
              <a:spLocks/>
            </p:cNvSpPr>
            <p:nvPr/>
          </p:nvSpPr>
          <p:spPr bwMode="auto">
            <a:xfrm>
              <a:off x="4067" y="2471"/>
              <a:ext cx="452" cy="220"/>
            </a:xfrm>
            <a:custGeom>
              <a:avLst/>
              <a:gdLst>
                <a:gd name="T0" fmla="*/ 0 w 452"/>
                <a:gd name="T1" fmla="*/ 0 h 220"/>
                <a:gd name="T2" fmla="*/ 0 w 452"/>
                <a:gd name="T3" fmla="*/ 84 h 220"/>
                <a:gd name="T4" fmla="*/ 452 w 452"/>
                <a:gd name="T5" fmla="*/ 84 h 220"/>
                <a:gd name="T6" fmla="*/ 452 w 452"/>
                <a:gd name="T7" fmla="*/ 220 h 22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52"/>
                <a:gd name="T13" fmla="*/ 0 h 220"/>
                <a:gd name="T14" fmla="*/ 452 w 452"/>
                <a:gd name="T15" fmla="*/ 220 h 22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52" h="220">
                  <a:moveTo>
                    <a:pt x="0" y="0"/>
                  </a:moveTo>
                  <a:lnTo>
                    <a:pt x="0" y="84"/>
                  </a:lnTo>
                  <a:lnTo>
                    <a:pt x="452" y="84"/>
                  </a:lnTo>
                  <a:lnTo>
                    <a:pt x="452" y="220"/>
                  </a:lnTo>
                </a:path>
              </a:pathLst>
            </a:custGeom>
            <a:noFill/>
            <a:ln w="158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s-ES_tradnl" noProof="0" dirty="0">
                <a:solidFill>
                  <a:schemeClr val="tx1"/>
                </a:solidFill>
              </a:endParaRPr>
            </a:p>
          </p:txBody>
        </p:sp>
        <p:sp>
          <p:nvSpPr>
            <p:cNvPr id="14" name="Line 43">
              <a:extLst>
                <a:ext uri="{FF2B5EF4-FFF2-40B4-BE49-F238E27FC236}">
                  <a16:creationId xmlns:a16="http://schemas.microsoft.com/office/drawing/2014/main" id="{9A3DFE9F-ABD5-6DDD-742D-3B4A9ACF85A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19" y="3051"/>
              <a:ext cx="0" cy="172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s-ES_tradnl" noProof="0" dirty="0">
                <a:solidFill>
                  <a:schemeClr val="tx1"/>
                </a:solidFill>
              </a:endParaRPr>
            </a:p>
          </p:txBody>
        </p:sp>
        <p:sp>
          <p:nvSpPr>
            <p:cNvPr id="15" name="Freeform 46">
              <a:extLst>
                <a:ext uri="{FF2B5EF4-FFF2-40B4-BE49-F238E27FC236}">
                  <a16:creationId xmlns:a16="http://schemas.microsoft.com/office/drawing/2014/main" id="{19CCC723-CC67-7241-2176-F43D068E6FF3}"/>
                </a:ext>
              </a:extLst>
            </p:cNvPr>
            <p:cNvSpPr>
              <a:spLocks/>
            </p:cNvSpPr>
            <p:nvPr/>
          </p:nvSpPr>
          <p:spPr bwMode="auto">
            <a:xfrm>
              <a:off x="4741" y="1816"/>
              <a:ext cx="437" cy="875"/>
            </a:xfrm>
            <a:custGeom>
              <a:avLst/>
              <a:gdLst>
                <a:gd name="T0" fmla="*/ 238 w 437"/>
                <a:gd name="T1" fmla="*/ 0 h 875"/>
                <a:gd name="T2" fmla="*/ 437 w 437"/>
                <a:gd name="T3" fmla="*/ 0 h 875"/>
                <a:gd name="T4" fmla="*/ 436 w 437"/>
                <a:gd name="T5" fmla="*/ 738 h 875"/>
                <a:gd name="T6" fmla="*/ 1 w 437"/>
                <a:gd name="T7" fmla="*/ 739 h 875"/>
                <a:gd name="T8" fmla="*/ 0 w 437"/>
                <a:gd name="T9" fmla="*/ 875 h 87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37"/>
                <a:gd name="T16" fmla="*/ 0 h 875"/>
                <a:gd name="T17" fmla="*/ 437 w 437"/>
                <a:gd name="T18" fmla="*/ 875 h 87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37" h="875">
                  <a:moveTo>
                    <a:pt x="238" y="0"/>
                  </a:moveTo>
                  <a:lnTo>
                    <a:pt x="437" y="0"/>
                  </a:lnTo>
                  <a:lnTo>
                    <a:pt x="436" y="738"/>
                  </a:lnTo>
                  <a:lnTo>
                    <a:pt x="1" y="739"/>
                  </a:lnTo>
                  <a:lnTo>
                    <a:pt x="0" y="875"/>
                  </a:lnTo>
                </a:path>
              </a:pathLst>
            </a:custGeom>
            <a:noFill/>
            <a:ln w="158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s-ES_tradnl" noProof="0" dirty="0">
                <a:solidFill>
                  <a:schemeClr val="tx1"/>
                </a:solidFill>
              </a:endParaRPr>
            </a:p>
          </p:txBody>
        </p:sp>
        <p:sp>
          <p:nvSpPr>
            <p:cNvPr id="16" name="AutoShape 47">
              <a:extLst>
                <a:ext uri="{FF2B5EF4-FFF2-40B4-BE49-F238E27FC236}">
                  <a16:creationId xmlns:a16="http://schemas.microsoft.com/office/drawing/2014/main" id="{861C0AFE-1C1D-12AE-65ED-615E0A47F3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98" y="3801"/>
              <a:ext cx="653" cy="177"/>
            </a:xfrm>
            <a:prstGeom prst="flowChartAlternateProcess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s-ES_tradnl" noProof="0" dirty="0">
                  <a:solidFill>
                    <a:schemeClr val="tx1"/>
                  </a:solidFill>
                </a:rPr>
                <a:t>Fin</a:t>
              </a:r>
            </a:p>
          </p:txBody>
        </p:sp>
        <p:sp>
          <p:nvSpPr>
            <p:cNvPr id="17" name="Line 48">
              <a:extLst>
                <a:ext uri="{FF2B5EF4-FFF2-40B4-BE49-F238E27FC236}">
                  <a16:creationId xmlns:a16="http://schemas.microsoft.com/office/drawing/2014/main" id="{1824976E-DCA8-DFF8-6496-C4778DA7A23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19" y="3629"/>
              <a:ext cx="0" cy="162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s-ES_tradnl" noProof="0" dirty="0">
                <a:solidFill>
                  <a:schemeClr val="tx1"/>
                </a:solidFill>
              </a:endParaRPr>
            </a:p>
          </p:txBody>
        </p:sp>
        <p:sp>
          <p:nvSpPr>
            <p:cNvPr id="18" name="Text Box 49">
              <a:extLst>
                <a:ext uri="{FF2B5EF4-FFF2-40B4-BE49-F238E27FC236}">
                  <a16:creationId xmlns:a16="http://schemas.microsoft.com/office/drawing/2014/main" id="{9E8DB76A-6E46-922E-B1AD-E5A747815BE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66" y="1623"/>
              <a:ext cx="206" cy="252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s-ES_tradnl" noProof="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19" name="Text Box 50">
              <a:extLst>
                <a:ext uri="{FF2B5EF4-FFF2-40B4-BE49-F238E27FC236}">
                  <a16:creationId xmlns:a16="http://schemas.microsoft.com/office/drawing/2014/main" id="{8342B6EE-3AE8-4AF1-3429-00CD3F82297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63" y="1607"/>
              <a:ext cx="206" cy="252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s-ES_tradnl" noProof="0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20" name="Text Box 51">
              <a:extLst>
                <a:ext uri="{FF2B5EF4-FFF2-40B4-BE49-F238E27FC236}">
                  <a16:creationId xmlns:a16="http://schemas.microsoft.com/office/drawing/2014/main" id="{7F509E62-3AB8-F73D-9A0F-1999A8A52DA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10" y="3585"/>
              <a:ext cx="206" cy="252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s-ES_tradnl" noProof="0" dirty="0">
                  <a:solidFill>
                    <a:schemeClr val="tx1"/>
                  </a:solidFill>
                </a:rPr>
                <a:t>n</a:t>
              </a:r>
            </a:p>
          </p:txBody>
        </p:sp>
        <p:sp>
          <p:nvSpPr>
            <p:cNvPr id="21" name="Freeform 52">
              <a:extLst>
                <a:ext uri="{FF2B5EF4-FFF2-40B4-BE49-F238E27FC236}">
                  <a16:creationId xmlns:a16="http://schemas.microsoft.com/office/drawing/2014/main" id="{D63490DA-9878-7EF9-DC7A-E2A6B122760C}"/>
                </a:ext>
              </a:extLst>
            </p:cNvPr>
            <p:cNvSpPr>
              <a:spLocks/>
            </p:cNvSpPr>
            <p:nvPr/>
          </p:nvSpPr>
          <p:spPr bwMode="auto">
            <a:xfrm>
              <a:off x="4625" y="1450"/>
              <a:ext cx="856" cy="1981"/>
            </a:xfrm>
            <a:custGeom>
              <a:avLst/>
              <a:gdLst>
                <a:gd name="T0" fmla="*/ 354 w 856"/>
                <a:gd name="T1" fmla="*/ 1981 h 1981"/>
                <a:gd name="T2" fmla="*/ 856 w 856"/>
                <a:gd name="T3" fmla="*/ 1981 h 1981"/>
                <a:gd name="T4" fmla="*/ 856 w 856"/>
                <a:gd name="T5" fmla="*/ 0 h 1981"/>
                <a:gd name="T6" fmla="*/ 0 w 856"/>
                <a:gd name="T7" fmla="*/ 0 h 198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856"/>
                <a:gd name="T13" fmla="*/ 0 h 1981"/>
                <a:gd name="T14" fmla="*/ 856 w 856"/>
                <a:gd name="T15" fmla="*/ 1981 h 198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856" h="1981">
                  <a:moveTo>
                    <a:pt x="354" y="1981"/>
                  </a:moveTo>
                  <a:lnTo>
                    <a:pt x="856" y="1981"/>
                  </a:lnTo>
                  <a:lnTo>
                    <a:pt x="856" y="0"/>
                  </a:lnTo>
                  <a:lnTo>
                    <a:pt x="0" y="0"/>
                  </a:lnTo>
                </a:path>
              </a:pathLst>
            </a:custGeom>
            <a:noFill/>
            <a:ln w="158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s-ES_tradnl" noProof="0" dirty="0">
                <a:solidFill>
                  <a:schemeClr val="tx1"/>
                </a:solidFill>
              </a:endParaRPr>
            </a:p>
          </p:txBody>
        </p:sp>
        <p:sp>
          <p:nvSpPr>
            <p:cNvPr id="22" name="Text Box 57">
              <a:extLst>
                <a:ext uri="{FF2B5EF4-FFF2-40B4-BE49-F238E27FC236}">
                  <a16:creationId xmlns:a16="http://schemas.microsoft.com/office/drawing/2014/main" id="{FB304BAF-68C7-897B-3FFD-13CF5A26E51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79" y="3231"/>
              <a:ext cx="300" cy="252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s-ES_tradnl" noProof="0" dirty="0">
                  <a:solidFill>
                    <a:schemeClr val="tx1"/>
                  </a:solidFill>
                </a:rPr>
                <a:t>&lt;n</a:t>
              </a:r>
            </a:p>
          </p:txBody>
        </p:sp>
      </p:grpSp>
      <p:sp>
        <p:nvSpPr>
          <p:cNvPr id="23" name="Text Box 92">
            <a:extLst>
              <a:ext uri="{FF2B5EF4-FFF2-40B4-BE49-F238E27FC236}">
                <a16:creationId xmlns:a16="http://schemas.microsoft.com/office/drawing/2014/main" id="{1E1B7FF8-8407-C9A6-674C-DAB9026E44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9368" y="5224462"/>
            <a:ext cx="5384800" cy="1200329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195263" indent="-195263" algn="l">
              <a:buFontTx/>
              <a:buChar char="•"/>
            </a:pPr>
            <a:r>
              <a:rPr lang="es-ES_tradnl" sz="1800" noProof="0" dirty="0">
                <a:solidFill>
                  <a:schemeClr val="tx1"/>
                </a:solidFill>
              </a:rPr>
              <a:t>El algoritmo requiere n ciclos</a:t>
            </a:r>
          </a:p>
          <a:p>
            <a:pPr marL="195263" indent="-195263" algn="l">
              <a:buFontTx/>
              <a:buChar char="•"/>
            </a:pPr>
            <a:r>
              <a:rPr lang="es-ES_tradnl" sz="1800" noProof="0" dirty="0">
                <a:solidFill>
                  <a:schemeClr val="tx1"/>
                </a:solidFill>
              </a:rPr>
              <a:t>En cada ciclo hay que hacer hasta una suma y un desplazamiento</a:t>
            </a:r>
          </a:p>
          <a:p>
            <a:pPr marL="195263" indent="-195263">
              <a:buFontTx/>
              <a:buChar char="•"/>
            </a:pPr>
            <a:r>
              <a:rPr lang="es-ES_tradnl" sz="1800" noProof="0" dirty="0">
                <a:solidFill>
                  <a:schemeClr val="tx1"/>
                </a:solidFill>
              </a:rPr>
              <a:t>Reloj del multiplicador ≠ reloj del procesador</a:t>
            </a:r>
          </a:p>
        </p:txBody>
      </p:sp>
      <p:grpSp>
        <p:nvGrpSpPr>
          <p:cNvPr id="24" name="57 Grupo">
            <a:extLst>
              <a:ext uri="{FF2B5EF4-FFF2-40B4-BE49-F238E27FC236}">
                <a16:creationId xmlns:a16="http://schemas.microsoft.com/office/drawing/2014/main" id="{716D4923-0D44-21E9-7973-5635322B329F}"/>
              </a:ext>
            </a:extLst>
          </p:cNvPr>
          <p:cNvGrpSpPr/>
          <p:nvPr/>
        </p:nvGrpSpPr>
        <p:grpSpPr>
          <a:xfrm>
            <a:off x="469884" y="1985984"/>
            <a:ext cx="4679950" cy="2517348"/>
            <a:chOff x="469884" y="2063747"/>
            <a:chExt cx="4679950" cy="2517348"/>
          </a:xfrm>
        </p:grpSpPr>
        <p:sp>
          <p:nvSpPr>
            <p:cNvPr id="25" name="Rectangle 59">
              <a:extLst>
                <a:ext uri="{FF2B5EF4-FFF2-40B4-BE49-F238E27FC236}">
                  <a16:creationId xmlns:a16="http://schemas.microsoft.com/office/drawing/2014/main" id="{48A32181-C769-783B-4189-037ED4828E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33496" y="2063747"/>
              <a:ext cx="1404938" cy="211137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s-ES_tradnl" sz="1000" noProof="0" dirty="0">
                  <a:solidFill>
                    <a:schemeClr val="tx1"/>
                  </a:solidFill>
                </a:rPr>
                <a:t>Multiplicando (M)</a:t>
              </a:r>
            </a:p>
          </p:txBody>
        </p:sp>
        <p:grpSp>
          <p:nvGrpSpPr>
            <p:cNvPr id="26" name="Group 60">
              <a:extLst>
                <a:ext uri="{FF2B5EF4-FFF2-40B4-BE49-F238E27FC236}">
                  <a16:creationId xmlns:a16="http://schemas.microsoft.com/office/drawing/2014/main" id="{EF5EA79B-DBA4-A56A-D7EB-4A37A9F7EA7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01698" y="2747959"/>
              <a:ext cx="1423990" cy="508000"/>
              <a:chOff x="1654" y="1993"/>
              <a:chExt cx="1314" cy="468"/>
            </a:xfrm>
          </p:grpSpPr>
          <p:sp>
            <p:nvSpPr>
              <p:cNvPr id="52" name="Line 61">
                <a:extLst>
                  <a:ext uri="{FF2B5EF4-FFF2-40B4-BE49-F238E27FC236}">
                    <a16:creationId xmlns:a16="http://schemas.microsoft.com/office/drawing/2014/main" id="{F2D82C6A-987C-4DA2-899B-A0DB221495E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59" y="1997"/>
                <a:ext cx="367" cy="464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s-ES_tradnl" noProof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3" name="Line 62">
                <a:extLst>
                  <a:ext uri="{FF2B5EF4-FFF2-40B4-BE49-F238E27FC236}">
                    <a16:creationId xmlns:a16="http://schemas.microsoft.com/office/drawing/2014/main" id="{656F2B5B-5887-EC3A-2F79-12B5C9FC1ED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20" y="2461"/>
                <a:ext cx="580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s-ES_tradnl" noProof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4" name="Line 63">
                <a:extLst>
                  <a:ext uri="{FF2B5EF4-FFF2-40B4-BE49-F238E27FC236}">
                    <a16:creationId xmlns:a16="http://schemas.microsoft.com/office/drawing/2014/main" id="{5CF2862D-2479-98F1-B301-692301ED750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654" y="1997"/>
                <a:ext cx="512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s-ES_tradnl" noProof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5" name="Line 64">
                <a:extLst>
                  <a:ext uri="{FF2B5EF4-FFF2-40B4-BE49-F238E27FC236}">
                    <a16:creationId xmlns:a16="http://schemas.microsoft.com/office/drawing/2014/main" id="{F413ED1B-4F80-BFD6-1920-C67F7ED9279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59" y="1997"/>
                <a:ext cx="154" cy="189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s-ES_tradnl" noProof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6" name="Line 65">
                <a:extLst>
                  <a:ext uri="{FF2B5EF4-FFF2-40B4-BE49-F238E27FC236}">
                    <a16:creationId xmlns:a16="http://schemas.microsoft.com/office/drawing/2014/main" id="{BCFEBDFA-35A7-93C3-66C9-EEB06D205E2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592" y="1997"/>
                <a:ext cx="370" cy="464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s-ES_tradnl" noProof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7" name="Line 66">
                <a:extLst>
                  <a:ext uri="{FF2B5EF4-FFF2-40B4-BE49-F238E27FC236}">
                    <a16:creationId xmlns:a16="http://schemas.microsoft.com/office/drawing/2014/main" id="{1052DD95-DF53-0269-7A5C-8E33C3BE8D7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2456" y="1997"/>
                <a:ext cx="512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s-ES_tradnl" noProof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8" name="Line 67">
                <a:extLst>
                  <a:ext uri="{FF2B5EF4-FFF2-40B4-BE49-F238E27FC236}">
                    <a16:creationId xmlns:a16="http://schemas.microsoft.com/office/drawing/2014/main" id="{321AA053-C5BA-B0C1-806B-D7F074A262F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305" y="1993"/>
                <a:ext cx="157" cy="196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s-ES_tradnl" noProof="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27" name="Line 68">
              <a:extLst>
                <a:ext uri="{FF2B5EF4-FFF2-40B4-BE49-F238E27FC236}">
                  <a16:creationId xmlns:a16="http://schemas.microsoft.com/office/drawing/2014/main" id="{F08ADA0D-37E2-8D98-1311-5529C560231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09771" y="2271709"/>
              <a:ext cx="0" cy="46831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s-ES_tradnl" noProof="0" dirty="0">
                <a:solidFill>
                  <a:schemeClr val="tx1"/>
                </a:solidFill>
              </a:endParaRPr>
            </a:p>
          </p:txBody>
        </p:sp>
        <p:sp>
          <p:nvSpPr>
            <p:cNvPr id="28" name="Rectangle 69">
              <a:extLst>
                <a:ext uri="{FF2B5EF4-FFF2-40B4-BE49-F238E27FC236}">
                  <a16:creationId xmlns:a16="http://schemas.microsoft.com/office/drawing/2014/main" id="{4EF7F1FA-FB80-7FB5-8835-9ACF713BEB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2976" y="3625847"/>
              <a:ext cx="1331920" cy="211137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s-ES_tradnl" sz="1000" noProof="0" dirty="0">
                  <a:solidFill>
                    <a:schemeClr val="tx1"/>
                  </a:solidFill>
                </a:rPr>
                <a:t>HI</a:t>
              </a:r>
            </a:p>
          </p:txBody>
        </p:sp>
        <p:sp>
          <p:nvSpPr>
            <p:cNvPr id="29" name="Rectangle 70">
              <a:extLst>
                <a:ext uri="{FF2B5EF4-FFF2-40B4-BE49-F238E27FC236}">
                  <a16:creationId xmlns:a16="http://schemas.microsoft.com/office/drawing/2014/main" id="{49F9DC94-1BB7-4192-425F-BE77BCF6D8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74896" y="3625847"/>
              <a:ext cx="1404938" cy="211137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s-ES_tradnl" sz="1000" noProof="0" dirty="0">
                  <a:solidFill>
                    <a:schemeClr val="tx1"/>
                  </a:solidFill>
                </a:rPr>
                <a:t>LO</a:t>
              </a:r>
            </a:p>
          </p:txBody>
        </p:sp>
        <p:sp>
          <p:nvSpPr>
            <p:cNvPr id="30" name="Line 71">
              <a:extLst>
                <a:ext uri="{FF2B5EF4-FFF2-40B4-BE49-F238E27FC236}">
                  <a16:creationId xmlns:a16="http://schemas.microsoft.com/office/drawing/2014/main" id="{38F26D28-C880-9885-A8CF-C486E2A45E6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93846" y="3260722"/>
              <a:ext cx="0" cy="36512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s-ES_tradnl" noProof="0" dirty="0">
                <a:solidFill>
                  <a:schemeClr val="tx1"/>
                </a:solidFill>
              </a:endParaRPr>
            </a:p>
          </p:txBody>
        </p:sp>
        <p:sp>
          <p:nvSpPr>
            <p:cNvPr id="31" name="Line 72">
              <a:extLst>
                <a:ext uri="{FF2B5EF4-FFF2-40B4-BE49-F238E27FC236}">
                  <a16:creationId xmlns:a16="http://schemas.microsoft.com/office/drawing/2014/main" id="{B06E18F7-1BCE-0364-D2B9-BE40DE79965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17734" y="3505197"/>
              <a:ext cx="312737" cy="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s-ES_tradnl" noProof="0" dirty="0">
                <a:solidFill>
                  <a:schemeClr val="tx1"/>
                </a:solidFill>
              </a:endParaRPr>
            </a:p>
          </p:txBody>
        </p:sp>
        <p:sp>
          <p:nvSpPr>
            <p:cNvPr id="32" name="Freeform 73">
              <a:extLst>
                <a:ext uri="{FF2B5EF4-FFF2-40B4-BE49-F238E27FC236}">
                  <a16:creationId xmlns:a16="http://schemas.microsoft.com/office/drawing/2014/main" id="{D91A7808-1F97-B79B-4F6F-6AF1258ABEA7}"/>
                </a:ext>
              </a:extLst>
            </p:cNvPr>
            <p:cNvSpPr>
              <a:spLocks/>
            </p:cNvSpPr>
            <p:nvPr/>
          </p:nvSpPr>
          <p:spPr bwMode="auto">
            <a:xfrm>
              <a:off x="469884" y="2428872"/>
              <a:ext cx="1223962" cy="1717675"/>
            </a:xfrm>
            <a:custGeom>
              <a:avLst/>
              <a:gdLst>
                <a:gd name="T0" fmla="*/ 1486193677 w 1008"/>
                <a:gd name="T1" fmla="*/ 1523971431 h 1584"/>
                <a:gd name="T2" fmla="*/ 1486193677 w 1008"/>
                <a:gd name="T3" fmla="*/ 1749744776 h 1584"/>
                <a:gd name="T4" fmla="*/ 1486193677 w 1008"/>
                <a:gd name="T5" fmla="*/ 1862630906 h 1584"/>
                <a:gd name="T6" fmla="*/ 0 w 1008"/>
                <a:gd name="T7" fmla="*/ 1862630906 h 1584"/>
                <a:gd name="T8" fmla="*/ 0 w 1008"/>
                <a:gd name="T9" fmla="*/ 0 h 1584"/>
                <a:gd name="T10" fmla="*/ 920024874 w 1008"/>
                <a:gd name="T11" fmla="*/ 0 h 1584"/>
                <a:gd name="T12" fmla="*/ 920024874 w 1008"/>
                <a:gd name="T13" fmla="*/ 338660695 h 158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008"/>
                <a:gd name="T22" fmla="*/ 0 h 1584"/>
                <a:gd name="T23" fmla="*/ 1008 w 1008"/>
                <a:gd name="T24" fmla="*/ 1584 h 1584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008" h="1584">
                  <a:moveTo>
                    <a:pt x="1008" y="1296"/>
                  </a:moveTo>
                  <a:lnTo>
                    <a:pt x="1008" y="1488"/>
                  </a:lnTo>
                  <a:lnTo>
                    <a:pt x="1008" y="1584"/>
                  </a:lnTo>
                  <a:lnTo>
                    <a:pt x="0" y="1584"/>
                  </a:lnTo>
                  <a:lnTo>
                    <a:pt x="0" y="0"/>
                  </a:lnTo>
                  <a:lnTo>
                    <a:pt x="624" y="0"/>
                  </a:lnTo>
                  <a:lnTo>
                    <a:pt x="624" y="288"/>
                  </a:lnTo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s-ES_tradnl" noProof="0" dirty="0">
                <a:solidFill>
                  <a:schemeClr val="tx1"/>
                </a:solidFill>
              </a:endParaRPr>
            </a:p>
          </p:txBody>
        </p:sp>
        <p:sp>
          <p:nvSpPr>
            <p:cNvPr id="33" name="Text Box 74">
              <a:extLst>
                <a:ext uri="{FF2B5EF4-FFF2-40B4-BE49-F238E27FC236}">
                  <a16:creationId xmlns:a16="http://schemas.microsoft.com/office/drawing/2014/main" id="{D80F112A-CF3A-CE1E-C3E5-46B1B67097F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77934" y="2876547"/>
              <a:ext cx="696912" cy="396875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s-ES_tradnl" sz="1000" noProof="0" dirty="0">
                  <a:solidFill>
                    <a:schemeClr val="tx1"/>
                  </a:solidFill>
                </a:rPr>
                <a:t>Sumador</a:t>
              </a:r>
            </a:p>
            <a:p>
              <a:pPr algn="ctr"/>
              <a:r>
                <a:rPr lang="es-ES_tradnl" sz="1000" noProof="0" dirty="0">
                  <a:solidFill>
                    <a:schemeClr val="tx1"/>
                  </a:solidFill>
                </a:rPr>
                <a:t>n bits</a:t>
              </a:r>
            </a:p>
          </p:txBody>
        </p:sp>
        <p:sp>
          <p:nvSpPr>
            <p:cNvPr id="34" name="Line 75">
              <a:extLst>
                <a:ext uri="{FF2B5EF4-FFF2-40B4-BE49-F238E27FC236}">
                  <a16:creationId xmlns:a16="http://schemas.microsoft.com/office/drawing/2014/main" id="{A1D62DB4-8877-53CA-7CDC-D01A42AD5DB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75059" y="3625847"/>
              <a:ext cx="0" cy="20796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/>
            <a:p>
              <a:endParaRPr lang="es-ES_tradnl" noProof="0" dirty="0">
                <a:solidFill>
                  <a:schemeClr val="tx1"/>
                </a:solidFill>
              </a:endParaRPr>
            </a:p>
          </p:txBody>
        </p:sp>
        <p:sp>
          <p:nvSpPr>
            <p:cNvPr id="35" name="Text Box 76">
              <a:extLst>
                <a:ext uri="{FF2B5EF4-FFF2-40B4-BE49-F238E27FC236}">
                  <a16:creationId xmlns:a16="http://schemas.microsoft.com/office/drawing/2014/main" id="{DE94395C-CA4A-B938-E337-6F45B16CF23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97271" y="3908422"/>
              <a:ext cx="254000" cy="244475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s-ES_tradnl" sz="1000" noProof="0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36" name="Text Box 77">
              <a:extLst>
                <a:ext uri="{FF2B5EF4-FFF2-40B4-BE49-F238E27FC236}">
                  <a16:creationId xmlns:a16="http://schemas.microsoft.com/office/drawing/2014/main" id="{6F144427-C2CD-0CCE-BE35-011FBB9E276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47871" y="2346322"/>
              <a:ext cx="485775" cy="244475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s-ES_tradnl" sz="1000" noProof="0" dirty="0">
                  <a:solidFill>
                    <a:schemeClr val="tx1"/>
                  </a:solidFill>
                </a:rPr>
                <a:t>n bits</a:t>
              </a:r>
            </a:p>
          </p:txBody>
        </p:sp>
        <p:sp>
          <p:nvSpPr>
            <p:cNvPr id="37" name="Line 78">
              <a:extLst>
                <a:ext uri="{FF2B5EF4-FFF2-40B4-BE49-F238E27FC236}">
                  <a16:creationId xmlns:a16="http://schemas.microsoft.com/office/drawing/2014/main" id="{A44D61F0-4600-8892-D5B8-1F6D90F6CA7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51171" y="3938584"/>
              <a:ext cx="0" cy="26035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s-ES_tradnl" noProof="0" dirty="0">
                <a:solidFill>
                  <a:schemeClr val="tx1"/>
                </a:solidFill>
              </a:endParaRPr>
            </a:p>
          </p:txBody>
        </p:sp>
        <p:sp>
          <p:nvSpPr>
            <p:cNvPr id="38" name="Text Box 79">
              <a:extLst>
                <a:ext uri="{FF2B5EF4-FFF2-40B4-BE49-F238E27FC236}">
                  <a16:creationId xmlns:a16="http://schemas.microsoft.com/office/drawing/2014/main" id="{A9A8BD88-68F8-4AA7-2096-3E36C53C5C1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78084" y="4165597"/>
              <a:ext cx="1493850" cy="415498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s-ES_tradnl" sz="1050" noProof="0" dirty="0">
                  <a:solidFill>
                    <a:schemeClr val="tx1"/>
                  </a:solidFill>
                </a:rPr>
                <a:t>Inicialmente contiene el multiplicador Q</a:t>
              </a:r>
            </a:p>
          </p:txBody>
        </p:sp>
        <p:sp>
          <p:nvSpPr>
            <p:cNvPr id="39" name="Oval 80">
              <a:extLst>
                <a:ext uri="{FF2B5EF4-FFF2-40B4-BE49-F238E27FC236}">
                  <a16:creationId xmlns:a16="http://schemas.microsoft.com/office/drawing/2014/main" id="{5C6E5EB7-C121-112C-601E-5E682020AF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16396" y="2584447"/>
              <a:ext cx="833438" cy="781050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s-ES_tradnl" sz="1000" noProof="0" dirty="0">
                  <a:solidFill>
                    <a:schemeClr val="tx1"/>
                  </a:solidFill>
                </a:rPr>
                <a:t>Control</a:t>
              </a:r>
            </a:p>
            <a:p>
              <a:pPr algn="ctr"/>
              <a:r>
                <a:rPr lang="es-ES_tradnl" sz="1000" noProof="0" dirty="0">
                  <a:solidFill>
                    <a:schemeClr val="tx1"/>
                  </a:solidFill>
                </a:rPr>
                <a:t>secuencial</a:t>
              </a:r>
            </a:p>
          </p:txBody>
        </p:sp>
        <p:sp>
          <p:nvSpPr>
            <p:cNvPr id="40" name="Line 81">
              <a:extLst>
                <a:ext uri="{FF2B5EF4-FFF2-40B4-BE49-F238E27FC236}">
                  <a16:creationId xmlns:a16="http://schemas.microsoft.com/office/drawing/2014/main" id="{D408A243-0112-7D0D-D4FB-43E833901BB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214546" y="3000372"/>
              <a:ext cx="2105025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s-ES_tradnl" noProof="0" dirty="0">
                <a:solidFill>
                  <a:schemeClr val="tx1"/>
                </a:solidFill>
              </a:endParaRPr>
            </a:p>
          </p:txBody>
        </p:sp>
        <p:sp>
          <p:nvSpPr>
            <p:cNvPr id="41" name="Freeform 82">
              <a:extLst>
                <a:ext uri="{FF2B5EF4-FFF2-40B4-BE49-F238E27FC236}">
                  <a16:creationId xmlns:a16="http://schemas.microsoft.com/office/drawing/2014/main" id="{4588FB5D-6F9A-31F5-41E5-752023D528A6}"/>
                </a:ext>
              </a:extLst>
            </p:cNvPr>
            <p:cNvSpPr>
              <a:spLocks/>
            </p:cNvSpPr>
            <p:nvPr/>
          </p:nvSpPr>
          <p:spPr bwMode="auto">
            <a:xfrm>
              <a:off x="3827446" y="3124197"/>
              <a:ext cx="514350" cy="501650"/>
            </a:xfrm>
            <a:custGeom>
              <a:avLst/>
              <a:gdLst>
                <a:gd name="T0" fmla="*/ 0 w 192"/>
                <a:gd name="T1" fmla="*/ 655345586 h 384"/>
                <a:gd name="T2" fmla="*/ 0 w 192"/>
                <a:gd name="T3" fmla="*/ 245754942 h 384"/>
                <a:gd name="T4" fmla="*/ 1377895327 w 192"/>
                <a:gd name="T5" fmla="*/ 0 h 384"/>
                <a:gd name="T6" fmla="*/ 0 60000 65536"/>
                <a:gd name="T7" fmla="*/ 0 60000 65536"/>
                <a:gd name="T8" fmla="*/ 0 60000 65536"/>
                <a:gd name="T9" fmla="*/ 0 w 192"/>
                <a:gd name="T10" fmla="*/ 0 h 384"/>
                <a:gd name="T11" fmla="*/ 192 w 192"/>
                <a:gd name="T12" fmla="*/ 384 h 38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92" h="384">
                  <a:moveTo>
                    <a:pt x="0" y="384"/>
                  </a:moveTo>
                  <a:lnTo>
                    <a:pt x="0" y="144"/>
                  </a:lnTo>
                  <a:lnTo>
                    <a:pt x="192" y="0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s-ES_tradnl" noProof="0" dirty="0">
                <a:solidFill>
                  <a:schemeClr val="tx1"/>
                </a:solidFill>
              </a:endParaRPr>
            </a:p>
          </p:txBody>
        </p:sp>
        <p:sp>
          <p:nvSpPr>
            <p:cNvPr id="42" name="Freeform 83">
              <a:extLst>
                <a:ext uri="{FF2B5EF4-FFF2-40B4-BE49-F238E27FC236}">
                  <a16:creationId xmlns:a16="http://schemas.microsoft.com/office/drawing/2014/main" id="{DA4623A4-D650-1EE8-6022-EC6D617FEF6B}"/>
                </a:ext>
              </a:extLst>
            </p:cNvPr>
            <p:cNvSpPr>
              <a:spLocks/>
            </p:cNvSpPr>
            <p:nvPr/>
          </p:nvSpPr>
          <p:spPr bwMode="auto">
            <a:xfrm>
              <a:off x="3879834" y="3328984"/>
              <a:ext cx="676275" cy="349250"/>
            </a:xfrm>
            <a:custGeom>
              <a:avLst/>
              <a:gdLst>
                <a:gd name="T0" fmla="*/ 1058675730 w 432"/>
                <a:gd name="T1" fmla="*/ 0 h 288"/>
                <a:gd name="T2" fmla="*/ 1058675730 w 432"/>
                <a:gd name="T3" fmla="*/ 423526231 h 288"/>
                <a:gd name="T4" fmla="*/ 0 w 432"/>
                <a:gd name="T5" fmla="*/ 423526231 h 288"/>
                <a:gd name="T6" fmla="*/ 0 60000 65536"/>
                <a:gd name="T7" fmla="*/ 0 60000 65536"/>
                <a:gd name="T8" fmla="*/ 0 60000 65536"/>
                <a:gd name="T9" fmla="*/ 0 w 432"/>
                <a:gd name="T10" fmla="*/ 0 h 288"/>
                <a:gd name="T11" fmla="*/ 432 w 432"/>
                <a:gd name="T12" fmla="*/ 288 h 28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32" h="288">
                  <a:moveTo>
                    <a:pt x="432" y="0"/>
                  </a:moveTo>
                  <a:lnTo>
                    <a:pt x="432" y="288"/>
                  </a:lnTo>
                  <a:lnTo>
                    <a:pt x="0" y="288"/>
                  </a:lnTo>
                </a:path>
              </a:pathLst>
            </a:custGeom>
            <a:noFill/>
            <a:ln w="19050">
              <a:solidFill>
                <a:srgbClr val="CCFFFF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s-ES_tradnl" noProof="0" dirty="0">
                <a:solidFill>
                  <a:schemeClr val="tx1"/>
                </a:solidFill>
              </a:endParaRPr>
            </a:p>
          </p:txBody>
        </p:sp>
        <p:sp>
          <p:nvSpPr>
            <p:cNvPr id="43" name="Freeform 84">
              <a:extLst>
                <a:ext uri="{FF2B5EF4-FFF2-40B4-BE49-F238E27FC236}">
                  <a16:creationId xmlns:a16="http://schemas.microsoft.com/office/drawing/2014/main" id="{231C7BC8-4BD6-75EF-70B4-78D9C738B848}"/>
                </a:ext>
              </a:extLst>
            </p:cNvPr>
            <p:cNvSpPr>
              <a:spLocks/>
            </p:cNvSpPr>
            <p:nvPr/>
          </p:nvSpPr>
          <p:spPr bwMode="auto">
            <a:xfrm>
              <a:off x="3879834" y="3330572"/>
              <a:ext cx="1041400" cy="450850"/>
            </a:xfrm>
            <a:custGeom>
              <a:avLst/>
              <a:gdLst>
                <a:gd name="T0" fmla="*/ 1882836390 w 576"/>
                <a:gd name="T1" fmla="*/ 0 h 384"/>
                <a:gd name="T2" fmla="*/ 1882836390 w 576"/>
                <a:gd name="T3" fmla="*/ 529337797 h 384"/>
                <a:gd name="T4" fmla="*/ 0 w 576"/>
                <a:gd name="T5" fmla="*/ 529337797 h 384"/>
                <a:gd name="T6" fmla="*/ 0 60000 65536"/>
                <a:gd name="T7" fmla="*/ 0 60000 65536"/>
                <a:gd name="T8" fmla="*/ 0 60000 65536"/>
                <a:gd name="T9" fmla="*/ 0 w 576"/>
                <a:gd name="T10" fmla="*/ 0 h 384"/>
                <a:gd name="T11" fmla="*/ 576 w 576"/>
                <a:gd name="T12" fmla="*/ 384 h 38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76" h="384">
                  <a:moveTo>
                    <a:pt x="576" y="0"/>
                  </a:moveTo>
                  <a:lnTo>
                    <a:pt x="576" y="384"/>
                  </a:lnTo>
                  <a:lnTo>
                    <a:pt x="0" y="384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s-ES_tradnl" noProof="0" dirty="0">
                <a:solidFill>
                  <a:schemeClr val="tx1"/>
                </a:solidFill>
              </a:endParaRPr>
            </a:p>
          </p:txBody>
        </p:sp>
        <p:sp>
          <p:nvSpPr>
            <p:cNvPr id="44" name="Text Box 85">
              <a:extLst>
                <a:ext uri="{FF2B5EF4-FFF2-40B4-BE49-F238E27FC236}">
                  <a16:creationId xmlns:a16="http://schemas.microsoft.com/office/drawing/2014/main" id="{70BF3222-378F-04D1-6C44-782849E9475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54446" y="3449634"/>
              <a:ext cx="608013" cy="244475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s-ES_tradnl" sz="1000" noProof="0" dirty="0">
                  <a:solidFill>
                    <a:schemeClr val="tx1"/>
                  </a:solidFill>
                </a:rPr>
                <a:t>Escribir</a:t>
              </a:r>
            </a:p>
          </p:txBody>
        </p:sp>
        <p:sp>
          <p:nvSpPr>
            <p:cNvPr id="45" name="Text Box 86">
              <a:extLst>
                <a:ext uri="{FF2B5EF4-FFF2-40B4-BE49-F238E27FC236}">
                  <a16:creationId xmlns:a16="http://schemas.microsoft.com/office/drawing/2014/main" id="{B6B81ECE-609D-020B-963D-AE65ED4057B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67146" y="3751259"/>
              <a:ext cx="1096963" cy="244475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s-ES_tradnl" sz="1000" noProof="0" dirty="0">
                  <a:solidFill>
                    <a:schemeClr val="tx1"/>
                  </a:solidFill>
                </a:rPr>
                <a:t>Desplazar dcha.</a:t>
              </a:r>
            </a:p>
          </p:txBody>
        </p:sp>
        <p:sp>
          <p:nvSpPr>
            <p:cNvPr id="46" name="Text Box 87">
              <a:extLst>
                <a:ext uri="{FF2B5EF4-FFF2-40B4-BE49-F238E27FC236}">
                  <a16:creationId xmlns:a16="http://schemas.microsoft.com/office/drawing/2014/main" id="{7140C281-7B4C-91F3-0F76-93C3CC0B827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43184" y="2767009"/>
              <a:ext cx="1211262" cy="244475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s-ES_tradnl" sz="1000" noProof="0" dirty="0">
                  <a:solidFill>
                    <a:schemeClr val="tx1"/>
                  </a:solidFill>
                </a:rPr>
                <a:t>Sumar / No sumar</a:t>
              </a:r>
            </a:p>
          </p:txBody>
        </p:sp>
        <p:sp>
          <p:nvSpPr>
            <p:cNvPr id="47" name="Rectangle 88">
              <a:extLst>
                <a:ext uri="{FF2B5EF4-FFF2-40B4-BE49-F238E27FC236}">
                  <a16:creationId xmlns:a16="http://schemas.microsoft.com/office/drawing/2014/main" id="{58CEE489-2C1E-55CF-7DA7-085920D1CD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2796" y="3625847"/>
              <a:ext cx="230180" cy="211137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s-ES_tradnl" sz="1000" noProof="0" dirty="0">
                  <a:solidFill>
                    <a:schemeClr val="tx1"/>
                  </a:solidFill>
                </a:rPr>
                <a:t>C</a:t>
              </a:r>
            </a:p>
          </p:txBody>
        </p:sp>
        <p:sp>
          <p:nvSpPr>
            <p:cNvPr id="48" name="Freeform 89">
              <a:extLst>
                <a:ext uri="{FF2B5EF4-FFF2-40B4-BE49-F238E27FC236}">
                  <a16:creationId xmlns:a16="http://schemas.microsoft.com/office/drawing/2014/main" id="{3A797414-0DF5-1DB8-6885-C8C281A0832F}"/>
                </a:ext>
              </a:extLst>
            </p:cNvPr>
            <p:cNvSpPr>
              <a:spLocks/>
            </p:cNvSpPr>
            <p:nvPr/>
          </p:nvSpPr>
          <p:spPr bwMode="auto">
            <a:xfrm>
              <a:off x="981059" y="3138484"/>
              <a:ext cx="322262" cy="474663"/>
            </a:xfrm>
            <a:custGeom>
              <a:avLst/>
              <a:gdLst>
                <a:gd name="T0" fmla="*/ 348499310 w 298"/>
                <a:gd name="T1" fmla="*/ 0 h 438"/>
                <a:gd name="T2" fmla="*/ 0 w 298"/>
                <a:gd name="T3" fmla="*/ 301825032 h 438"/>
                <a:gd name="T4" fmla="*/ 0 w 298"/>
                <a:gd name="T5" fmla="*/ 514394886 h 438"/>
                <a:gd name="T6" fmla="*/ 0 60000 65536"/>
                <a:gd name="T7" fmla="*/ 0 60000 65536"/>
                <a:gd name="T8" fmla="*/ 0 60000 65536"/>
                <a:gd name="T9" fmla="*/ 0 w 298"/>
                <a:gd name="T10" fmla="*/ 0 h 438"/>
                <a:gd name="T11" fmla="*/ 298 w 298"/>
                <a:gd name="T12" fmla="*/ 438 h 43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98" h="438">
                  <a:moveTo>
                    <a:pt x="298" y="0"/>
                  </a:moveTo>
                  <a:lnTo>
                    <a:pt x="0" y="257"/>
                  </a:lnTo>
                  <a:lnTo>
                    <a:pt x="0" y="438"/>
                  </a:lnTo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s-ES_tradnl" noProof="0" dirty="0">
                <a:solidFill>
                  <a:schemeClr val="tx1"/>
                </a:solidFill>
              </a:endParaRPr>
            </a:p>
          </p:txBody>
        </p:sp>
        <p:sp>
          <p:nvSpPr>
            <p:cNvPr id="49" name="Text Box 90">
              <a:extLst>
                <a:ext uri="{FF2B5EF4-FFF2-40B4-BE49-F238E27FC236}">
                  <a16:creationId xmlns:a16="http://schemas.microsoft.com/office/drawing/2014/main" id="{C35D0DE4-41D2-6022-0F10-A46A2F8C09B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5621" y="3052759"/>
              <a:ext cx="612775" cy="244475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s-ES_tradnl" sz="1000" noProof="0" dirty="0">
                  <a:solidFill>
                    <a:schemeClr val="tx1"/>
                  </a:solidFill>
                </a:rPr>
                <a:t>acarreo</a:t>
              </a:r>
            </a:p>
          </p:txBody>
        </p:sp>
        <p:sp>
          <p:nvSpPr>
            <p:cNvPr id="50" name="Text Box 95">
              <a:extLst>
                <a:ext uri="{FF2B5EF4-FFF2-40B4-BE49-F238E27FC236}">
                  <a16:creationId xmlns:a16="http://schemas.microsoft.com/office/drawing/2014/main" id="{6FB2A715-F2C4-CAD2-8149-48787C73D46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1471" y="3568697"/>
              <a:ext cx="284052" cy="30777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s-ES_tradnl" sz="1400" noProof="0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51" name="Line 96">
              <a:extLst>
                <a:ext uri="{FF2B5EF4-FFF2-40B4-BE49-F238E27FC236}">
                  <a16:creationId xmlns:a16="http://schemas.microsoft.com/office/drawing/2014/main" id="{CF05BAA2-2AED-5A3B-60EA-35F9E5008E5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42910" y="3714752"/>
              <a:ext cx="21113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s-ES_tradnl" noProof="0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59" name="Conector recto de flecha 58">
            <a:extLst>
              <a:ext uri="{FF2B5EF4-FFF2-40B4-BE49-F238E27FC236}">
                <a16:creationId xmlns:a16="http://schemas.microsoft.com/office/drawing/2014/main" id="{5C2AA3AB-7D76-3802-51B0-DAD2593BE09F}"/>
              </a:ext>
            </a:extLst>
          </p:cNvPr>
          <p:cNvCxnSpPr/>
          <p:nvPr/>
        </p:nvCxnSpPr>
        <p:spPr bwMode="auto">
          <a:xfrm flipH="1">
            <a:off x="4912030" y="2014795"/>
            <a:ext cx="145588" cy="49914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60" name="Rectángulo 59">
            <a:extLst>
              <a:ext uri="{FF2B5EF4-FFF2-40B4-BE49-F238E27FC236}">
                <a16:creationId xmlns:a16="http://schemas.microsoft.com/office/drawing/2014/main" id="{59E23D44-7C61-D0F4-F999-2A1DCAD091FB}"/>
              </a:ext>
            </a:extLst>
          </p:cNvPr>
          <p:cNvSpPr/>
          <p:nvPr/>
        </p:nvSpPr>
        <p:spPr>
          <a:xfrm>
            <a:off x="4755958" y="1649423"/>
            <a:ext cx="77136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 noProof="0" dirty="0">
                <a:solidFill>
                  <a:schemeClr val="tx1"/>
                </a:solidFill>
              </a:rPr>
              <a:t>Reloj</a:t>
            </a:r>
            <a:endParaRPr lang="es-ES_tradnl" noProof="0" dirty="0"/>
          </a:p>
        </p:txBody>
      </p:sp>
    </p:spTree>
    <p:extLst>
      <p:ext uri="{BB962C8B-B14F-4D97-AF65-F5344CB8AC3E}">
        <p14:creationId xmlns:p14="http://schemas.microsoft.com/office/powerpoint/2010/main" val="3922194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 autoUpdateAnimBg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662045-DAAC-297F-79AE-6AA43D852E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FC35D8F2-8618-D955-4DA7-FAE4C8A989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Operadores de multiplicación sin signo</a:t>
            </a:r>
            <a:endParaRPr lang="en-US" dirty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AB67357-174A-14FC-21D3-62FE01AE79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_tradnl" dirty="0"/>
              <a:t>Retardo y productividad del multiplicador</a:t>
            </a:r>
            <a:endParaRPr lang="en-US" dirty="0"/>
          </a:p>
        </p:txBody>
      </p:sp>
      <p:sp>
        <p:nvSpPr>
          <p:cNvPr id="2" name="Marcador de número de diapositiva 3">
            <a:extLst>
              <a:ext uri="{FF2B5EF4-FFF2-40B4-BE49-F238E27FC236}">
                <a16:creationId xmlns:a16="http://schemas.microsoft.com/office/drawing/2014/main" id="{4FCB1D1C-ACDA-C019-A47A-031DF55AED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86800" y="6529388"/>
            <a:ext cx="457200" cy="328612"/>
          </a:xfrm>
        </p:spPr>
        <p:txBody>
          <a:bodyPr/>
          <a:lstStyle/>
          <a:p>
            <a:fld id="{165D9AA3-C110-4682-A7ED-0B7E64F42347}" type="slidenum">
              <a:rPr lang="es-ES_tradnl" noProof="0" smtClean="0"/>
              <a:pPr/>
              <a:t>51</a:t>
            </a:fld>
            <a:endParaRPr lang="es-ES_tradnl" noProof="0" dirty="0"/>
          </a:p>
        </p:txBody>
      </p:sp>
      <p:grpSp>
        <p:nvGrpSpPr>
          <p:cNvPr id="5" name="Group 94">
            <a:extLst>
              <a:ext uri="{FF2B5EF4-FFF2-40B4-BE49-F238E27FC236}">
                <a16:creationId xmlns:a16="http://schemas.microsoft.com/office/drawing/2014/main" id="{BBD12A52-3A7A-8698-BF8D-C9B89668A105}"/>
              </a:ext>
            </a:extLst>
          </p:cNvPr>
          <p:cNvGrpSpPr>
            <a:grpSpLocks/>
          </p:cNvGrpSpPr>
          <p:nvPr/>
        </p:nvGrpSpPr>
        <p:grpSpPr bwMode="auto">
          <a:xfrm>
            <a:off x="6144416" y="1571263"/>
            <a:ext cx="2854325" cy="4484687"/>
            <a:chOff x="3683" y="1153"/>
            <a:chExt cx="1798" cy="2825"/>
          </a:xfrm>
        </p:grpSpPr>
        <p:sp>
          <p:nvSpPr>
            <p:cNvPr id="6" name="AutoShape 32">
              <a:extLst>
                <a:ext uri="{FF2B5EF4-FFF2-40B4-BE49-F238E27FC236}">
                  <a16:creationId xmlns:a16="http://schemas.microsoft.com/office/drawing/2014/main" id="{933C2452-F119-69EF-DDBB-DF8E57693B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92" y="1153"/>
              <a:ext cx="653" cy="177"/>
            </a:xfrm>
            <a:prstGeom prst="flowChartAlternateProcess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s-ES_tradnl" noProof="0" dirty="0">
                  <a:solidFill>
                    <a:schemeClr val="tx1"/>
                  </a:solidFill>
                </a:rPr>
                <a:t>Inicio</a:t>
              </a:r>
            </a:p>
          </p:txBody>
        </p:sp>
        <p:sp>
          <p:nvSpPr>
            <p:cNvPr id="7" name="AutoShape 33">
              <a:extLst>
                <a:ext uri="{FF2B5EF4-FFF2-40B4-BE49-F238E27FC236}">
                  <a16:creationId xmlns:a16="http://schemas.microsoft.com/office/drawing/2014/main" id="{729B2995-228E-F790-D510-B9B6A7219F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59" y="1620"/>
              <a:ext cx="731" cy="394"/>
            </a:xfrm>
            <a:prstGeom prst="flowChartDecision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s-ES_tradnl" sz="2400" noProof="0" dirty="0" err="1">
                  <a:solidFill>
                    <a:schemeClr val="tx1"/>
                  </a:solidFill>
                </a:rPr>
                <a:t>q</a:t>
              </a:r>
              <a:r>
                <a:rPr lang="es-ES_tradnl" sz="2400" baseline="-25000" noProof="0" dirty="0" err="1">
                  <a:solidFill>
                    <a:schemeClr val="tx1"/>
                  </a:solidFill>
                </a:rPr>
                <a:t>i</a:t>
              </a:r>
              <a:endParaRPr lang="es-ES_tradnl" sz="2400" baseline="-25000" noProof="0" dirty="0">
                <a:solidFill>
                  <a:schemeClr val="tx1"/>
                </a:solidFill>
              </a:endParaRPr>
            </a:p>
          </p:txBody>
        </p:sp>
        <p:sp>
          <p:nvSpPr>
            <p:cNvPr id="8" name="AutoShape 34">
              <a:extLst>
                <a:ext uri="{FF2B5EF4-FFF2-40B4-BE49-F238E27FC236}">
                  <a16:creationId xmlns:a16="http://schemas.microsoft.com/office/drawing/2014/main" id="{14C35CED-65EF-4284-999E-758A504E17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83" y="2167"/>
              <a:ext cx="997" cy="293"/>
            </a:xfrm>
            <a:prstGeom prst="flowChartProcess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s-ES_tradnl" noProof="0" dirty="0">
                  <a:solidFill>
                    <a:schemeClr val="tx1"/>
                  </a:solidFill>
                </a:rPr>
                <a:t>HI </a:t>
              </a:r>
              <a:r>
                <a:rPr lang="es-ES_tradnl" noProof="0" dirty="0">
                  <a:solidFill>
                    <a:schemeClr val="tx1"/>
                  </a:solidFill>
                  <a:sym typeface="Symbol" pitchFamily="18" charset="2"/>
                </a:rPr>
                <a:t> </a:t>
              </a:r>
              <a:r>
                <a:rPr lang="es-ES_tradnl" noProof="0" dirty="0">
                  <a:solidFill>
                    <a:schemeClr val="tx1"/>
                  </a:solidFill>
                </a:rPr>
                <a:t>HI + M</a:t>
              </a:r>
            </a:p>
          </p:txBody>
        </p:sp>
        <p:sp>
          <p:nvSpPr>
            <p:cNvPr id="9" name="AutoShape 35">
              <a:extLst>
                <a:ext uri="{FF2B5EF4-FFF2-40B4-BE49-F238E27FC236}">
                  <a16:creationId xmlns:a16="http://schemas.microsoft.com/office/drawing/2014/main" id="{A656FE59-5AB4-E188-20EA-6F54955B49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15" y="2697"/>
              <a:ext cx="1350" cy="349"/>
            </a:xfrm>
            <a:prstGeom prst="flowChartProcess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s-ES_tradnl" sz="1800" noProof="0" dirty="0">
                  <a:solidFill>
                    <a:schemeClr val="tx1"/>
                  </a:solidFill>
                </a:rPr>
                <a:t>Desplazar C-HI-LO</a:t>
              </a:r>
            </a:p>
            <a:p>
              <a:pPr algn="ctr"/>
              <a:r>
                <a:rPr lang="es-ES_tradnl" sz="1800" noProof="0" dirty="0">
                  <a:solidFill>
                    <a:schemeClr val="tx1"/>
                  </a:solidFill>
                </a:rPr>
                <a:t>un bit a la dcha.</a:t>
              </a:r>
            </a:p>
          </p:txBody>
        </p:sp>
        <p:sp>
          <p:nvSpPr>
            <p:cNvPr id="10" name="AutoShape 36">
              <a:extLst>
                <a:ext uri="{FF2B5EF4-FFF2-40B4-BE49-F238E27FC236}">
                  <a16:creationId xmlns:a16="http://schemas.microsoft.com/office/drawing/2014/main" id="{9F20F9E2-74D7-C1B2-9C54-FB1D90CEEE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53" y="3234"/>
              <a:ext cx="731" cy="394"/>
            </a:xfrm>
            <a:prstGeom prst="flowChartDecision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s-ES_tradnl" sz="1600" noProof="0" dirty="0" err="1">
                  <a:solidFill>
                    <a:schemeClr val="tx1"/>
                  </a:solidFill>
                </a:rPr>
                <a:t>Nº</a:t>
              </a:r>
              <a:r>
                <a:rPr lang="es-ES_tradnl" sz="1600" noProof="0" dirty="0">
                  <a:solidFill>
                    <a:schemeClr val="tx1"/>
                  </a:solidFill>
                </a:rPr>
                <a:t> Ciclo</a:t>
              </a:r>
            </a:p>
          </p:txBody>
        </p:sp>
        <p:sp>
          <p:nvSpPr>
            <p:cNvPr id="11" name="Line 40">
              <a:extLst>
                <a:ext uri="{FF2B5EF4-FFF2-40B4-BE49-F238E27FC236}">
                  <a16:creationId xmlns:a16="http://schemas.microsoft.com/office/drawing/2014/main" id="{0AF24055-5B23-2207-89B6-DB72AB4D6C9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19" y="1336"/>
              <a:ext cx="0" cy="281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s-ES_tradnl" noProof="0" dirty="0">
                <a:solidFill>
                  <a:schemeClr val="tx1"/>
                </a:solidFill>
              </a:endParaRPr>
            </a:p>
          </p:txBody>
        </p:sp>
        <p:sp>
          <p:nvSpPr>
            <p:cNvPr id="12" name="Freeform 41">
              <a:extLst>
                <a:ext uri="{FF2B5EF4-FFF2-40B4-BE49-F238E27FC236}">
                  <a16:creationId xmlns:a16="http://schemas.microsoft.com/office/drawing/2014/main" id="{D3DDCB8C-E74F-EABA-7B16-BCBE163E1012}"/>
                </a:ext>
              </a:extLst>
            </p:cNvPr>
            <p:cNvSpPr>
              <a:spLocks/>
            </p:cNvSpPr>
            <p:nvPr/>
          </p:nvSpPr>
          <p:spPr bwMode="auto">
            <a:xfrm>
              <a:off x="4065" y="1812"/>
              <a:ext cx="194" cy="348"/>
            </a:xfrm>
            <a:custGeom>
              <a:avLst/>
              <a:gdLst>
                <a:gd name="T0" fmla="*/ 206 w 183"/>
                <a:gd name="T1" fmla="*/ 4 h 342"/>
                <a:gd name="T2" fmla="*/ 0 w 183"/>
                <a:gd name="T3" fmla="*/ 4 h 342"/>
                <a:gd name="T4" fmla="*/ 0 w 183"/>
                <a:gd name="T5" fmla="*/ 354 h 342"/>
                <a:gd name="T6" fmla="*/ 0 60000 65536"/>
                <a:gd name="T7" fmla="*/ 0 60000 65536"/>
                <a:gd name="T8" fmla="*/ 0 60000 65536"/>
                <a:gd name="T9" fmla="*/ 0 w 183"/>
                <a:gd name="T10" fmla="*/ 0 h 342"/>
                <a:gd name="T11" fmla="*/ 183 w 183"/>
                <a:gd name="T12" fmla="*/ 342 h 34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83" h="342">
                  <a:moveTo>
                    <a:pt x="183" y="4"/>
                  </a:moveTo>
                  <a:cubicBezTo>
                    <a:pt x="116" y="0"/>
                    <a:pt x="64" y="4"/>
                    <a:pt x="0" y="4"/>
                  </a:cubicBezTo>
                  <a:lnTo>
                    <a:pt x="0" y="342"/>
                  </a:lnTo>
                </a:path>
              </a:pathLst>
            </a:custGeom>
            <a:noFill/>
            <a:ln w="158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s-ES_tradnl" noProof="0" dirty="0">
                <a:solidFill>
                  <a:schemeClr val="tx1"/>
                </a:solidFill>
              </a:endParaRPr>
            </a:p>
          </p:txBody>
        </p:sp>
        <p:sp>
          <p:nvSpPr>
            <p:cNvPr id="13" name="Freeform 42">
              <a:extLst>
                <a:ext uri="{FF2B5EF4-FFF2-40B4-BE49-F238E27FC236}">
                  <a16:creationId xmlns:a16="http://schemas.microsoft.com/office/drawing/2014/main" id="{2CFFD0F4-C323-67E3-CA10-9054B23A27BC}"/>
                </a:ext>
              </a:extLst>
            </p:cNvPr>
            <p:cNvSpPr>
              <a:spLocks/>
            </p:cNvSpPr>
            <p:nvPr/>
          </p:nvSpPr>
          <p:spPr bwMode="auto">
            <a:xfrm>
              <a:off x="4067" y="2471"/>
              <a:ext cx="452" cy="220"/>
            </a:xfrm>
            <a:custGeom>
              <a:avLst/>
              <a:gdLst>
                <a:gd name="T0" fmla="*/ 0 w 452"/>
                <a:gd name="T1" fmla="*/ 0 h 220"/>
                <a:gd name="T2" fmla="*/ 0 w 452"/>
                <a:gd name="T3" fmla="*/ 84 h 220"/>
                <a:gd name="T4" fmla="*/ 452 w 452"/>
                <a:gd name="T5" fmla="*/ 84 h 220"/>
                <a:gd name="T6" fmla="*/ 452 w 452"/>
                <a:gd name="T7" fmla="*/ 220 h 22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52"/>
                <a:gd name="T13" fmla="*/ 0 h 220"/>
                <a:gd name="T14" fmla="*/ 452 w 452"/>
                <a:gd name="T15" fmla="*/ 220 h 22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52" h="220">
                  <a:moveTo>
                    <a:pt x="0" y="0"/>
                  </a:moveTo>
                  <a:lnTo>
                    <a:pt x="0" y="84"/>
                  </a:lnTo>
                  <a:lnTo>
                    <a:pt x="452" y="84"/>
                  </a:lnTo>
                  <a:lnTo>
                    <a:pt x="452" y="220"/>
                  </a:lnTo>
                </a:path>
              </a:pathLst>
            </a:custGeom>
            <a:noFill/>
            <a:ln w="158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s-ES_tradnl" noProof="0" dirty="0">
                <a:solidFill>
                  <a:schemeClr val="tx1"/>
                </a:solidFill>
              </a:endParaRPr>
            </a:p>
          </p:txBody>
        </p:sp>
        <p:sp>
          <p:nvSpPr>
            <p:cNvPr id="14" name="Line 43">
              <a:extLst>
                <a:ext uri="{FF2B5EF4-FFF2-40B4-BE49-F238E27FC236}">
                  <a16:creationId xmlns:a16="http://schemas.microsoft.com/office/drawing/2014/main" id="{6E2F7973-10DB-1CBB-22FB-A62DC6EC2B6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19" y="3051"/>
              <a:ext cx="0" cy="172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s-ES_tradnl" noProof="0" dirty="0">
                <a:solidFill>
                  <a:schemeClr val="tx1"/>
                </a:solidFill>
              </a:endParaRPr>
            </a:p>
          </p:txBody>
        </p:sp>
        <p:sp>
          <p:nvSpPr>
            <p:cNvPr id="15" name="Freeform 46">
              <a:extLst>
                <a:ext uri="{FF2B5EF4-FFF2-40B4-BE49-F238E27FC236}">
                  <a16:creationId xmlns:a16="http://schemas.microsoft.com/office/drawing/2014/main" id="{029ECCE9-867F-E8F7-1A44-F2CF8BD9FE5A}"/>
                </a:ext>
              </a:extLst>
            </p:cNvPr>
            <p:cNvSpPr>
              <a:spLocks/>
            </p:cNvSpPr>
            <p:nvPr/>
          </p:nvSpPr>
          <p:spPr bwMode="auto">
            <a:xfrm>
              <a:off x="4741" y="1816"/>
              <a:ext cx="437" cy="875"/>
            </a:xfrm>
            <a:custGeom>
              <a:avLst/>
              <a:gdLst>
                <a:gd name="T0" fmla="*/ 238 w 437"/>
                <a:gd name="T1" fmla="*/ 0 h 875"/>
                <a:gd name="T2" fmla="*/ 437 w 437"/>
                <a:gd name="T3" fmla="*/ 0 h 875"/>
                <a:gd name="T4" fmla="*/ 436 w 437"/>
                <a:gd name="T5" fmla="*/ 738 h 875"/>
                <a:gd name="T6" fmla="*/ 1 w 437"/>
                <a:gd name="T7" fmla="*/ 739 h 875"/>
                <a:gd name="T8" fmla="*/ 0 w 437"/>
                <a:gd name="T9" fmla="*/ 875 h 87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37"/>
                <a:gd name="T16" fmla="*/ 0 h 875"/>
                <a:gd name="T17" fmla="*/ 437 w 437"/>
                <a:gd name="T18" fmla="*/ 875 h 87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37" h="875">
                  <a:moveTo>
                    <a:pt x="238" y="0"/>
                  </a:moveTo>
                  <a:lnTo>
                    <a:pt x="437" y="0"/>
                  </a:lnTo>
                  <a:lnTo>
                    <a:pt x="436" y="738"/>
                  </a:lnTo>
                  <a:lnTo>
                    <a:pt x="1" y="739"/>
                  </a:lnTo>
                  <a:lnTo>
                    <a:pt x="0" y="875"/>
                  </a:lnTo>
                </a:path>
              </a:pathLst>
            </a:custGeom>
            <a:noFill/>
            <a:ln w="158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s-ES_tradnl" noProof="0" dirty="0">
                <a:solidFill>
                  <a:schemeClr val="tx1"/>
                </a:solidFill>
              </a:endParaRPr>
            </a:p>
          </p:txBody>
        </p:sp>
        <p:sp>
          <p:nvSpPr>
            <p:cNvPr id="16" name="AutoShape 47">
              <a:extLst>
                <a:ext uri="{FF2B5EF4-FFF2-40B4-BE49-F238E27FC236}">
                  <a16:creationId xmlns:a16="http://schemas.microsoft.com/office/drawing/2014/main" id="{595AA9C5-EBF6-C00E-BAAE-BBC242FC4B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98" y="3801"/>
              <a:ext cx="653" cy="177"/>
            </a:xfrm>
            <a:prstGeom prst="flowChartAlternateProcess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s-ES_tradnl" noProof="0" dirty="0">
                  <a:solidFill>
                    <a:schemeClr val="tx1"/>
                  </a:solidFill>
                </a:rPr>
                <a:t>Fin</a:t>
              </a:r>
            </a:p>
          </p:txBody>
        </p:sp>
        <p:sp>
          <p:nvSpPr>
            <p:cNvPr id="17" name="Line 48">
              <a:extLst>
                <a:ext uri="{FF2B5EF4-FFF2-40B4-BE49-F238E27FC236}">
                  <a16:creationId xmlns:a16="http://schemas.microsoft.com/office/drawing/2014/main" id="{DB5EF4EE-9755-5389-CF6D-A6AEE40EA19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19" y="3629"/>
              <a:ext cx="0" cy="162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s-ES_tradnl" noProof="0" dirty="0">
                <a:solidFill>
                  <a:schemeClr val="tx1"/>
                </a:solidFill>
              </a:endParaRPr>
            </a:p>
          </p:txBody>
        </p:sp>
        <p:sp>
          <p:nvSpPr>
            <p:cNvPr id="18" name="Text Box 49">
              <a:extLst>
                <a:ext uri="{FF2B5EF4-FFF2-40B4-BE49-F238E27FC236}">
                  <a16:creationId xmlns:a16="http://schemas.microsoft.com/office/drawing/2014/main" id="{DF874D6A-DD51-826D-86D9-7FD693EB6F8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66" y="1623"/>
              <a:ext cx="206" cy="252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s-ES_tradnl" noProof="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19" name="Text Box 50">
              <a:extLst>
                <a:ext uri="{FF2B5EF4-FFF2-40B4-BE49-F238E27FC236}">
                  <a16:creationId xmlns:a16="http://schemas.microsoft.com/office/drawing/2014/main" id="{E5E25D9D-596E-7644-CB8C-CC0FDC85B56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63" y="1607"/>
              <a:ext cx="206" cy="252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s-ES_tradnl" noProof="0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20" name="Text Box 51">
              <a:extLst>
                <a:ext uri="{FF2B5EF4-FFF2-40B4-BE49-F238E27FC236}">
                  <a16:creationId xmlns:a16="http://schemas.microsoft.com/office/drawing/2014/main" id="{A37B9B5D-0DE8-0922-F948-685DE3970BA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10" y="3585"/>
              <a:ext cx="206" cy="252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s-ES_tradnl" noProof="0" dirty="0">
                  <a:solidFill>
                    <a:schemeClr val="tx1"/>
                  </a:solidFill>
                </a:rPr>
                <a:t>n</a:t>
              </a:r>
            </a:p>
          </p:txBody>
        </p:sp>
        <p:sp>
          <p:nvSpPr>
            <p:cNvPr id="21" name="Freeform 52">
              <a:extLst>
                <a:ext uri="{FF2B5EF4-FFF2-40B4-BE49-F238E27FC236}">
                  <a16:creationId xmlns:a16="http://schemas.microsoft.com/office/drawing/2014/main" id="{FF85E0D7-E391-E287-507E-B2B6FBAF997E}"/>
                </a:ext>
              </a:extLst>
            </p:cNvPr>
            <p:cNvSpPr>
              <a:spLocks/>
            </p:cNvSpPr>
            <p:nvPr/>
          </p:nvSpPr>
          <p:spPr bwMode="auto">
            <a:xfrm>
              <a:off x="4625" y="1450"/>
              <a:ext cx="856" cy="1981"/>
            </a:xfrm>
            <a:custGeom>
              <a:avLst/>
              <a:gdLst>
                <a:gd name="T0" fmla="*/ 354 w 856"/>
                <a:gd name="T1" fmla="*/ 1981 h 1981"/>
                <a:gd name="T2" fmla="*/ 856 w 856"/>
                <a:gd name="T3" fmla="*/ 1981 h 1981"/>
                <a:gd name="T4" fmla="*/ 856 w 856"/>
                <a:gd name="T5" fmla="*/ 0 h 1981"/>
                <a:gd name="T6" fmla="*/ 0 w 856"/>
                <a:gd name="T7" fmla="*/ 0 h 198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856"/>
                <a:gd name="T13" fmla="*/ 0 h 1981"/>
                <a:gd name="T14" fmla="*/ 856 w 856"/>
                <a:gd name="T15" fmla="*/ 1981 h 198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856" h="1981">
                  <a:moveTo>
                    <a:pt x="354" y="1981"/>
                  </a:moveTo>
                  <a:lnTo>
                    <a:pt x="856" y="1981"/>
                  </a:lnTo>
                  <a:lnTo>
                    <a:pt x="856" y="0"/>
                  </a:lnTo>
                  <a:lnTo>
                    <a:pt x="0" y="0"/>
                  </a:lnTo>
                </a:path>
              </a:pathLst>
            </a:custGeom>
            <a:noFill/>
            <a:ln w="158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s-ES_tradnl" noProof="0" dirty="0">
                <a:solidFill>
                  <a:schemeClr val="tx1"/>
                </a:solidFill>
              </a:endParaRPr>
            </a:p>
          </p:txBody>
        </p:sp>
        <p:sp>
          <p:nvSpPr>
            <p:cNvPr id="22" name="Text Box 57">
              <a:extLst>
                <a:ext uri="{FF2B5EF4-FFF2-40B4-BE49-F238E27FC236}">
                  <a16:creationId xmlns:a16="http://schemas.microsoft.com/office/drawing/2014/main" id="{B61455FB-C580-3CDB-2DF1-95A85121EF3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79" y="3231"/>
              <a:ext cx="300" cy="252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s-ES_tradnl" noProof="0" dirty="0">
                  <a:solidFill>
                    <a:schemeClr val="tx1"/>
                  </a:solidFill>
                </a:rPr>
                <a:t>&lt;n</a:t>
              </a:r>
            </a:p>
          </p:txBody>
        </p:sp>
      </p:grpSp>
      <p:sp>
        <p:nvSpPr>
          <p:cNvPr id="23" name="Text Box 92">
            <a:extLst>
              <a:ext uri="{FF2B5EF4-FFF2-40B4-BE49-F238E27FC236}">
                <a16:creationId xmlns:a16="http://schemas.microsoft.com/office/drawing/2014/main" id="{4F21B3ED-AF89-7FB8-87AA-68B8FCA489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6759" y="1690688"/>
            <a:ext cx="5805487" cy="424731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/>
            <a:r>
              <a:rPr lang="es-ES_tradnl" sz="1800" noProof="0" dirty="0">
                <a:solidFill>
                  <a:srgbClr val="FF0000"/>
                </a:solidFill>
              </a:rPr>
              <a:t>T (período del reloj del multiplicador) </a:t>
            </a:r>
            <a:r>
              <a:rPr lang="es-ES_tradnl" sz="1800" noProof="0" dirty="0">
                <a:solidFill>
                  <a:schemeClr val="tx1"/>
                </a:solidFill>
              </a:rPr>
              <a:t>=</a:t>
            </a:r>
          </a:p>
          <a:p>
            <a:pPr algn="l"/>
            <a:endParaRPr lang="es-ES_tradnl" sz="1800" noProof="0" dirty="0">
              <a:solidFill>
                <a:schemeClr val="tx1"/>
              </a:solidFill>
            </a:endParaRPr>
          </a:p>
          <a:p>
            <a:pPr algn="l"/>
            <a:r>
              <a:rPr lang="es-ES_tradnl" sz="1800" noProof="0" dirty="0">
                <a:solidFill>
                  <a:schemeClr val="tx1"/>
                </a:solidFill>
              </a:rPr>
              <a:t>Inspección </a:t>
            </a:r>
            <a:r>
              <a:rPr lang="es-ES_tradnl" sz="1800" noProof="0" dirty="0" err="1">
                <a:solidFill>
                  <a:schemeClr val="tx1"/>
                </a:solidFill>
              </a:rPr>
              <a:t>Q</a:t>
            </a:r>
            <a:r>
              <a:rPr lang="es-ES_tradnl" sz="1800" baseline="-25000" noProof="0" dirty="0" err="1">
                <a:solidFill>
                  <a:schemeClr val="tx1"/>
                </a:solidFill>
              </a:rPr>
              <a:t>i</a:t>
            </a:r>
            <a:r>
              <a:rPr lang="es-ES_tradnl" sz="1800" noProof="0" dirty="0">
                <a:solidFill>
                  <a:schemeClr val="tx1"/>
                </a:solidFill>
              </a:rPr>
              <a:t> + suma + escribir en HI +</a:t>
            </a:r>
          </a:p>
          <a:p>
            <a:pPr algn="l"/>
            <a:r>
              <a:rPr lang="es-ES_tradnl" sz="1800" noProof="0" dirty="0">
                <a:solidFill>
                  <a:schemeClr val="tx1"/>
                </a:solidFill>
              </a:rPr>
              <a:t>+ desplazar C-HI-LO + evaluar el </a:t>
            </a:r>
            <a:r>
              <a:rPr lang="es-ES_tradnl" sz="1800" noProof="0" dirty="0" err="1">
                <a:solidFill>
                  <a:schemeClr val="tx1"/>
                </a:solidFill>
              </a:rPr>
              <a:t>nº</a:t>
            </a:r>
            <a:r>
              <a:rPr lang="es-ES_tradnl" sz="1800" noProof="0" dirty="0">
                <a:solidFill>
                  <a:schemeClr val="tx1"/>
                </a:solidFill>
              </a:rPr>
              <a:t> ciclo</a:t>
            </a:r>
          </a:p>
          <a:p>
            <a:pPr algn="l"/>
            <a:endParaRPr lang="es-ES_tradnl" sz="1800" noProof="0" dirty="0">
              <a:solidFill>
                <a:schemeClr val="tx1"/>
              </a:solidFill>
            </a:endParaRPr>
          </a:p>
          <a:p>
            <a:pPr algn="l"/>
            <a:r>
              <a:rPr lang="es-ES_tradnl" sz="1800" noProof="0" dirty="0">
                <a:solidFill>
                  <a:srgbClr val="FF0000"/>
                </a:solidFill>
              </a:rPr>
              <a:t>Retardo-multiplicador</a:t>
            </a:r>
            <a:r>
              <a:rPr lang="es-ES_tradnl" sz="1800" noProof="0" dirty="0">
                <a:solidFill>
                  <a:schemeClr val="tx1"/>
                </a:solidFill>
              </a:rPr>
              <a:t> = n x T + </a:t>
            </a:r>
            <a:r>
              <a:rPr lang="es-ES_tradnl" sz="1800" noProof="0" dirty="0" err="1">
                <a:solidFill>
                  <a:schemeClr val="tx1"/>
                </a:solidFill>
              </a:rPr>
              <a:t>t</a:t>
            </a:r>
            <a:r>
              <a:rPr lang="es-ES_tradnl" sz="1800" baseline="-25000" noProof="0" dirty="0" err="1">
                <a:solidFill>
                  <a:schemeClr val="tx1"/>
                </a:solidFill>
              </a:rPr>
              <a:t>inicialización</a:t>
            </a:r>
            <a:endParaRPr lang="es-ES_tradnl" sz="1800" baseline="-25000" noProof="0" dirty="0">
              <a:solidFill>
                <a:schemeClr val="tx1"/>
              </a:solidFill>
            </a:endParaRPr>
          </a:p>
          <a:p>
            <a:pPr algn="l"/>
            <a:endParaRPr lang="es-ES_tradnl" sz="1800" noProof="0" dirty="0">
              <a:solidFill>
                <a:schemeClr val="tx1"/>
              </a:solidFill>
            </a:endParaRPr>
          </a:p>
          <a:p>
            <a:pPr algn="l"/>
            <a:r>
              <a:rPr lang="es-ES_tradnl" sz="1800" noProof="0" dirty="0">
                <a:solidFill>
                  <a:schemeClr val="tx1"/>
                </a:solidFill>
              </a:rPr>
              <a:t>Si la inicialización se hace en un ciclo a parte: </a:t>
            </a:r>
          </a:p>
          <a:p>
            <a:r>
              <a:rPr lang="es-ES_tradnl" sz="1800" noProof="0" dirty="0">
                <a:solidFill>
                  <a:schemeClr val="tx1"/>
                </a:solidFill>
              </a:rPr>
              <a:t>Retardo-multiplicador = (n+1) x T</a:t>
            </a:r>
            <a:endParaRPr lang="es-ES_tradnl" sz="1800" baseline="-25000" noProof="0" dirty="0">
              <a:solidFill>
                <a:schemeClr val="tx1"/>
              </a:solidFill>
            </a:endParaRPr>
          </a:p>
          <a:p>
            <a:pPr algn="l"/>
            <a:endParaRPr lang="es-ES_tradnl" sz="1800" noProof="0" dirty="0">
              <a:solidFill>
                <a:schemeClr val="tx1"/>
              </a:solidFill>
            </a:endParaRPr>
          </a:p>
          <a:p>
            <a:pPr algn="l"/>
            <a:endParaRPr lang="es-ES_tradnl" sz="1800" noProof="0" dirty="0">
              <a:solidFill>
                <a:schemeClr val="tx1"/>
              </a:solidFill>
            </a:endParaRPr>
          </a:p>
          <a:p>
            <a:pPr algn="l"/>
            <a:r>
              <a:rPr lang="es-ES_tradnl" sz="1800" noProof="0" dirty="0">
                <a:solidFill>
                  <a:srgbClr val="FF0000"/>
                </a:solidFill>
              </a:rPr>
              <a:t>Productividad</a:t>
            </a:r>
            <a:r>
              <a:rPr lang="es-ES_tradnl" sz="1800" noProof="0" dirty="0">
                <a:solidFill>
                  <a:schemeClr val="tx1"/>
                </a:solidFill>
              </a:rPr>
              <a:t> = 1 operación/retardo </a:t>
            </a:r>
          </a:p>
          <a:p>
            <a:pPr algn="l"/>
            <a:endParaRPr lang="es-ES_tradnl" sz="1800" noProof="0" dirty="0">
              <a:solidFill>
                <a:schemeClr val="tx1"/>
              </a:solidFill>
            </a:endParaRPr>
          </a:p>
          <a:p>
            <a:pPr algn="l"/>
            <a:r>
              <a:rPr lang="es-ES_tradnl" sz="1800" noProof="0" dirty="0">
                <a:solidFill>
                  <a:schemeClr val="tx1"/>
                </a:solidFill>
              </a:rPr>
              <a:t>Si retardo viene en </a:t>
            </a:r>
            <a:r>
              <a:rPr lang="es-ES_tradnl" sz="1800" noProof="0" dirty="0" err="1">
                <a:solidFill>
                  <a:schemeClr val="tx1"/>
                </a:solidFill>
              </a:rPr>
              <a:t>ns</a:t>
            </a:r>
            <a:r>
              <a:rPr lang="es-ES_tradnl" sz="1800" noProof="0" dirty="0">
                <a:solidFill>
                  <a:schemeClr val="tx1"/>
                </a:solidFill>
              </a:rPr>
              <a:t>, Productividad = (1000/retardo) MOPS</a:t>
            </a:r>
          </a:p>
        </p:txBody>
      </p:sp>
    </p:spTree>
    <p:extLst>
      <p:ext uri="{BB962C8B-B14F-4D97-AF65-F5344CB8AC3E}">
        <p14:creationId xmlns:p14="http://schemas.microsoft.com/office/powerpoint/2010/main" val="28155869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DFE500-D26D-7652-2212-8326CC1FD9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AF69C41D-6F87-FC01-5087-E498094B4F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Operadores de multiplicación sin signo</a:t>
            </a:r>
            <a:endParaRPr lang="en-US" dirty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D78A179-7BED-4704-A8A3-AB46B31D60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_tradnl" dirty="0"/>
              <a:t>Ejemplo: n=4; M=</a:t>
            </a:r>
            <a:r>
              <a:rPr lang="es-ES_tradnl" dirty="0">
                <a:solidFill>
                  <a:srgbClr val="C00000"/>
                </a:solidFill>
              </a:rPr>
              <a:t>1011</a:t>
            </a:r>
            <a:r>
              <a:rPr lang="es-ES_tradnl" baseline="-25000" dirty="0"/>
              <a:t>2</a:t>
            </a:r>
            <a:r>
              <a:rPr lang="es-ES_tradnl" dirty="0"/>
              <a:t>; Q=</a:t>
            </a:r>
            <a:r>
              <a:rPr lang="es-ES_tradnl" dirty="0">
                <a:solidFill>
                  <a:srgbClr val="0070C0"/>
                </a:solidFill>
              </a:rPr>
              <a:t>0101</a:t>
            </a:r>
            <a:r>
              <a:rPr lang="es-ES_tradnl" baseline="-25000" dirty="0"/>
              <a:t>2 	</a:t>
            </a:r>
            <a:r>
              <a:rPr lang="es-ES_tradnl" dirty="0"/>
              <a:t>(11</a:t>
            </a:r>
            <a:r>
              <a:rPr lang="es-ES_tradnl" baseline="-25000" dirty="0"/>
              <a:t>10</a:t>
            </a:r>
            <a:r>
              <a:rPr lang="es-ES_tradnl" dirty="0">
                <a:sym typeface="Symbol" pitchFamily="18" charset="2"/>
              </a:rPr>
              <a:t>5</a:t>
            </a:r>
            <a:r>
              <a:rPr lang="es-ES_tradnl" baseline="-25000" dirty="0">
                <a:sym typeface="Symbol" pitchFamily="18" charset="2"/>
              </a:rPr>
              <a:t>10</a:t>
            </a:r>
            <a:r>
              <a:rPr lang="es-ES_tradnl" dirty="0">
                <a:sym typeface="Symbol" pitchFamily="18" charset="2"/>
              </a:rPr>
              <a:t>=55</a:t>
            </a:r>
            <a:r>
              <a:rPr lang="es-ES_tradnl" baseline="-25000" dirty="0">
                <a:sym typeface="Symbol" pitchFamily="18" charset="2"/>
              </a:rPr>
              <a:t>10</a:t>
            </a:r>
            <a:r>
              <a:rPr lang="es-ES_tradnl" dirty="0">
                <a:sym typeface="Symbol" pitchFamily="18" charset="2"/>
              </a:rPr>
              <a:t>)</a:t>
            </a:r>
            <a:endParaRPr lang="es-ES_tradnl" dirty="0"/>
          </a:p>
          <a:p>
            <a:endParaRPr lang="en-US" dirty="0"/>
          </a:p>
        </p:txBody>
      </p:sp>
      <p:sp>
        <p:nvSpPr>
          <p:cNvPr id="2" name="Marcador de número de diapositiva 3">
            <a:extLst>
              <a:ext uri="{FF2B5EF4-FFF2-40B4-BE49-F238E27FC236}">
                <a16:creationId xmlns:a16="http://schemas.microsoft.com/office/drawing/2014/main" id="{B565D027-4FC7-5DD5-8D4B-481759F237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86800" y="6529388"/>
            <a:ext cx="457200" cy="328612"/>
          </a:xfrm>
        </p:spPr>
        <p:txBody>
          <a:bodyPr/>
          <a:lstStyle/>
          <a:p>
            <a:fld id="{165D9AA3-C110-4682-A7ED-0B7E64F42347}" type="slidenum">
              <a:rPr lang="es-ES_tradnl" noProof="0" smtClean="0"/>
              <a:pPr/>
              <a:t>52</a:t>
            </a:fld>
            <a:endParaRPr lang="es-ES_tradnl" noProof="0" dirty="0"/>
          </a:p>
        </p:txBody>
      </p:sp>
      <p:graphicFrame>
        <p:nvGraphicFramePr>
          <p:cNvPr id="5" name="Group 239">
            <a:extLst>
              <a:ext uri="{FF2B5EF4-FFF2-40B4-BE49-F238E27FC236}">
                <a16:creationId xmlns:a16="http://schemas.microsoft.com/office/drawing/2014/main" id="{D40BBB57-4B02-0DFC-46A4-365DCF4483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1995636"/>
              </p:ext>
            </p:extLst>
          </p:nvPr>
        </p:nvGraphicFramePr>
        <p:xfrm>
          <a:off x="1187624" y="1988840"/>
          <a:ext cx="6980237" cy="4064000"/>
        </p:xfrm>
        <a:graphic>
          <a:graphicData uri="http://schemas.openxmlformats.org/drawingml/2006/table">
            <a:tbl>
              <a:tblPr/>
              <a:tblGrid>
                <a:gridCol w="841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03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51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Arial" charset="0"/>
                        </a:rPr>
                        <a:t>Ciclo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Arial" charset="0"/>
                        </a:rPr>
                        <a:t>Acción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Arial" charset="0"/>
                        </a:rPr>
                        <a:t>C-HI-LO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Valores iniciales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0 0000 </a:t>
                      </a: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010</a:t>
                      </a:r>
                      <a:r>
                        <a:rPr kumimoji="0" lang="es-ES_tradnl" sz="2000" b="0" i="0" u="sng" strike="noStrike" cap="none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HI </a:t>
                      </a: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sym typeface="Symbol" pitchFamily="18" charset="2"/>
                        </a:rPr>
                        <a:t></a:t>
                      </a: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HI + M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0 1011 </a:t>
                      </a: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0101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s-ES_tradnl" sz="20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Desplazar C-HI-LO 1 bit a la derecha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0 0101 </a:t>
                      </a: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Arial" charset="0"/>
                        </a:rPr>
                        <a:t>1</a:t>
                      </a: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01</a:t>
                      </a:r>
                      <a:r>
                        <a:rPr kumimoji="0" lang="es-ES_tradnl" sz="2000" b="0" i="0" u="sng" strike="noStrike" cap="none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No sumar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0 0101 </a:t>
                      </a: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Arial" charset="0"/>
                        </a:rPr>
                        <a:t>1</a:t>
                      </a: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010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s-ES_tradnl" sz="20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Desplazar C-HI-LO 1 bit a la derecha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0 0010 </a:t>
                      </a: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Arial" charset="0"/>
                        </a:rPr>
                        <a:t>11</a:t>
                      </a: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0</a:t>
                      </a:r>
                      <a:r>
                        <a:rPr kumimoji="0" lang="es-ES_tradnl" sz="2000" b="0" i="0" u="sng" strike="noStrike" cap="none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HI </a:t>
                      </a: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sym typeface="Symbol" pitchFamily="18" charset="2"/>
                        </a:rPr>
                        <a:t></a:t>
                      </a: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HI + M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0 1101 </a:t>
                      </a: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Arial" charset="0"/>
                        </a:rPr>
                        <a:t>11</a:t>
                      </a: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01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s-ES_tradnl" sz="20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Desplazar C-HI-LO 1 bit a la derecha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0 0110 </a:t>
                      </a: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Arial" charset="0"/>
                        </a:rPr>
                        <a:t>111</a:t>
                      </a:r>
                      <a:r>
                        <a:rPr kumimoji="0" lang="es-ES_tradnl" sz="2000" b="0" i="0" u="sng" strike="noStrike" cap="none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No sumar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0 0110 </a:t>
                      </a: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Arial" charset="0"/>
                        </a:rPr>
                        <a:t>111</a:t>
                      </a: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s-ES_tradnl" sz="20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Desplazar C-HI-LO 1 bit a la derecha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 </a:t>
                      </a: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Arial" charset="0"/>
                        </a:rPr>
                        <a:t>0011 0111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8908344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BA63A6-EE69-A782-38DA-446EC2A338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967A1782-1BFA-262E-A717-1BD371D8F3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Operadores de multiplicación sin signo</a:t>
            </a:r>
            <a:endParaRPr lang="en-US" dirty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FD811B7-CBF8-FBB5-AAC6-3FD6FD25A4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_tradnl" dirty="0"/>
              <a:t>Ejemplo: n=4; M=</a:t>
            </a:r>
            <a:r>
              <a:rPr lang="es-ES_tradnl" dirty="0">
                <a:solidFill>
                  <a:srgbClr val="FF0000"/>
                </a:solidFill>
              </a:rPr>
              <a:t>1101</a:t>
            </a:r>
            <a:r>
              <a:rPr lang="es-ES_tradnl" baseline="-25000" dirty="0"/>
              <a:t>2</a:t>
            </a:r>
            <a:r>
              <a:rPr lang="es-ES_tradnl" dirty="0"/>
              <a:t>; Q=</a:t>
            </a:r>
            <a:r>
              <a:rPr lang="es-ES_tradnl" dirty="0">
                <a:solidFill>
                  <a:srgbClr val="0070C0"/>
                </a:solidFill>
              </a:rPr>
              <a:t>1011</a:t>
            </a:r>
            <a:r>
              <a:rPr lang="es-ES_tradnl" baseline="-25000" dirty="0"/>
              <a:t>2 	</a:t>
            </a:r>
            <a:r>
              <a:rPr lang="es-ES_tradnl" dirty="0"/>
              <a:t>(13</a:t>
            </a:r>
            <a:r>
              <a:rPr lang="es-ES_tradnl" baseline="-25000" dirty="0"/>
              <a:t>10</a:t>
            </a:r>
            <a:r>
              <a:rPr lang="es-ES_tradnl" dirty="0">
                <a:sym typeface="Symbol" pitchFamily="18" charset="2"/>
              </a:rPr>
              <a:t>11</a:t>
            </a:r>
            <a:r>
              <a:rPr lang="es-ES_tradnl" baseline="-25000" dirty="0">
                <a:sym typeface="Symbol" pitchFamily="18" charset="2"/>
              </a:rPr>
              <a:t>10</a:t>
            </a:r>
            <a:r>
              <a:rPr lang="es-ES_tradnl" dirty="0">
                <a:sym typeface="Symbol" pitchFamily="18" charset="2"/>
              </a:rPr>
              <a:t>=143</a:t>
            </a:r>
            <a:r>
              <a:rPr lang="es-ES_tradnl" baseline="-25000" dirty="0">
                <a:sym typeface="Symbol" pitchFamily="18" charset="2"/>
              </a:rPr>
              <a:t>10</a:t>
            </a:r>
            <a:r>
              <a:rPr lang="es-ES_tradnl" dirty="0">
                <a:sym typeface="Symbol" pitchFamily="18" charset="2"/>
              </a:rPr>
              <a:t>)</a:t>
            </a:r>
            <a:endParaRPr lang="es-ES_tradnl" dirty="0"/>
          </a:p>
          <a:p>
            <a:endParaRPr lang="en-US" dirty="0"/>
          </a:p>
        </p:txBody>
      </p:sp>
      <p:sp>
        <p:nvSpPr>
          <p:cNvPr id="2" name="Marcador de número de diapositiva 3">
            <a:extLst>
              <a:ext uri="{FF2B5EF4-FFF2-40B4-BE49-F238E27FC236}">
                <a16:creationId xmlns:a16="http://schemas.microsoft.com/office/drawing/2014/main" id="{1AE50384-6D3D-2E5B-D5A0-F850E9C1DE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86800" y="6529388"/>
            <a:ext cx="457200" cy="328612"/>
          </a:xfrm>
        </p:spPr>
        <p:txBody>
          <a:bodyPr/>
          <a:lstStyle/>
          <a:p>
            <a:fld id="{165D9AA3-C110-4682-A7ED-0B7E64F42347}" type="slidenum">
              <a:rPr lang="es-ES_tradnl" noProof="0" smtClean="0"/>
              <a:pPr/>
              <a:t>53</a:t>
            </a:fld>
            <a:endParaRPr lang="es-ES_tradnl" noProof="0" dirty="0"/>
          </a:p>
        </p:txBody>
      </p:sp>
      <p:graphicFrame>
        <p:nvGraphicFramePr>
          <p:cNvPr id="5" name="Group 239">
            <a:extLst>
              <a:ext uri="{FF2B5EF4-FFF2-40B4-BE49-F238E27FC236}">
                <a16:creationId xmlns:a16="http://schemas.microsoft.com/office/drawing/2014/main" id="{6BF29504-9B0A-5BD9-A91B-98C53A1375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3422608"/>
              </p:ext>
            </p:extLst>
          </p:nvPr>
        </p:nvGraphicFramePr>
        <p:xfrm>
          <a:off x="1187624" y="1988840"/>
          <a:ext cx="6980237" cy="4064000"/>
        </p:xfrm>
        <a:graphic>
          <a:graphicData uri="http://schemas.openxmlformats.org/drawingml/2006/table">
            <a:tbl>
              <a:tblPr/>
              <a:tblGrid>
                <a:gridCol w="841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03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51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Arial" charset="0"/>
                        </a:rPr>
                        <a:t>Ciclo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Arial" charset="0"/>
                        </a:rPr>
                        <a:t>Acción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Arial" charset="0"/>
                        </a:rPr>
                        <a:t>C-HI-LO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Valores iniciales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0 0000</a:t>
                      </a: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 101</a:t>
                      </a:r>
                      <a:r>
                        <a:rPr kumimoji="0" lang="es-ES_tradnl" sz="2000" b="0" i="0" u="sng" strike="noStrike" cap="none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s-ES_tradnl" sz="20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s-ES_tradnl" sz="20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s-ES_tradnl" sz="20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s-ES_tradnl" sz="20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s-ES_tradnl" sz="2000" b="0" i="0" u="sng" strike="noStrike" cap="none" normalizeH="0" baseline="0" noProof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s-ES_tradnl" sz="20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s-ES_tradnl" sz="20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s-ES_tradnl" sz="20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s-ES_tradnl" sz="20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s-ES_tradnl" sz="2000" b="0" i="0" u="sng" strike="noStrike" cap="none" normalizeH="0" baseline="0" noProof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s-ES_tradnl" sz="20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s-ES_tradnl" sz="20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s-ES_tradnl" sz="20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s-ES_tradnl" sz="20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s-ES_tradnl" sz="2000" b="0" i="0" u="sng" strike="noStrike" cap="none" normalizeH="0" baseline="0" noProof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s-ES_tradnl" sz="20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s-ES_tradnl" sz="20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s-ES_tradnl" sz="20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s-ES_tradnl" sz="20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s-ES_tradnl" sz="2000" b="0" i="0" u="none" strike="noStrike" cap="none" normalizeH="0" baseline="0" noProof="0" dirty="0">
                        <a:ln>
                          <a:noFill/>
                        </a:ln>
                        <a:solidFill>
                          <a:srgbClr val="66FF33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7226864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2E5E98-0F88-E89E-B143-D4AC0C7CA1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F93BD54-4D64-E10A-819A-FC58388114EC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1357290" y="1573892"/>
            <a:ext cx="5572196" cy="2143140"/>
          </a:xfrm>
          <a:prstGeom prst="rect">
            <a:avLst/>
          </a:prstGeom>
          <a:solidFill>
            <a:schemeClr val="accent2">
              <a:lumMod val="40000"/>
              <a:lumOff val="60000"/>
              <a:alpha val="83922"/>
            </a:schemeClr>
          </a:solidFill>
          <a:ln w="12700">
            <a:solidFill>
              <a:schemeClr val="accent2">
                <a:lumMod val="75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s-ES_tradnl" noProof="0" dirty="0"/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CE8C9EEB-5DBE-024A-757A-0CF7697388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Operadores de multiplicación con signo</a:t>
            </a:r>
            <a:endParaRPr lang="en-US" dirty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D979027-FAE8-16CF-386E-343168E99B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_tradnl" dirty="0"/>
              <a:t>Tratamiento del signo por separado</a:t>
            </a:r>
          </a:p>
          <a:p>
            <a:pPr lvl="2">
              <a:buFontTx/>
              <a:buNone/>
            </a:pPr>
            <a:r>
              <a:rPr lang="es-ES_tradnl" sz="1600" b="1" dirty="0" err="1">
                <a:latin typeface="Courier New" pitchFamily="49" charset="0"/>
              </a:rPr>
              <a:t>Signo_Prod</a:t>
            </a:r>
            <a:r>
              <a:rPr lang="es-ES_tradnl" sz="1600" b="1" dirty="0">
                <a:latin typeface="Courier New" pitchFamily="49" charset="0"/>
              </a:rPr>
              <a:t> </a:t>
            </a:r>
            <a:r>
              <a:rPr lang="es-ES_tradnl" sz="1600" dirty="0">
                <a:sym typeface="Symbol" pitchFamily="18" charset="2"/>
              </a:rPr>
              <a:t></a:t>
            </a:r>
            <a:r>
              <a:rPr lang="es-ES_tradnl" sz="1600" b="1" dirty="0">
                <a:latin typeface="Courier New" pitchFamily="49" charset="0"/>
              </a:rPr>
              <a:t> Signo(M) </a:t>
            </a:r>
            <a:r>
              <a:rPr lang="es-ES_tradnl" sz="1600" b="1" dirty="0" err="1">
                <a:latin typeface="Courier New" pitchFamily="49" charset="0"/>
              </a:rPr>
              <a:t>xor</a:t>
            </a:r>
            <a:r>
              <a:rPr lang="es-ES_tradnl" sz="1600" b="1" dirty="0">
                <a:latin typeface="Courier New" pitchFamily="49" charset="0"/>
              </a:rPr>
              <a:t> Signo(Q)</a:t>
            </a:r>
          </a:p>
          <a:p>
            <a:pPr lvl="2">
              <a:buFontTx/>
              <a:buNone/>
            </a:pPr>
            <a:r>
              <a:rPr lang="es-ES_tradnl" sz="1600" b="1" dirty="0">
                <a:latin typeface="Courier New" pitchFamily="49" charset="0"/>
              </a:rPr>
              <a:t>Si M &lt; 0, entonces M </a:t>
            </a:r>
            <a:r>
              <a:rPr lang="es-ES_tradnl" sz="1600" dirty="0">
                <a:sym typeface="Symbol" pitchFamily="18" charset="2"/>
              </a:rPr>
              <a:t></a:t>
            </a:r>
            <a:r>
              <a:rPr lang="es-ES_tradnl" sz="1600" b="1" dirty="0">
                <a:latin typeface="Courier New" pitchFamily="49" charset="0"/>
              </a:rPr>
              <a:t> -</a:t>
            </a:r>
            <a:r>
              <a:rPr lang="es-ES_tradnl" sz="1600" b="1" dirty="0">
                <a:latin typeface="Courier New" pitchFamily="49" charset="0"/>
                <a:cs typeface="Courier New" pitchFamily="49" charset="0"/>
              </a:rPr>
              <a:t>­</a:t>
            </a:r>
            <a:r>
              <a:rPr lang="es-ES_tradnl" sz="1600" b="1" dirty="0">
                <a:latin typeface="Courier New" pitchFamily="49" charset="0"/>
              </a:rPr>
              <a:t>M; fin si</a:t>
            </a:r>
          </a:p>
          <a:p>
            <a:pPr lvl="2">
              <a:buFontTx/>
              <a:buNone/>
            </a:pPr>
            <a:r>
              <a:rPr lang="es-ES_tradnl" sz="1600" b="1" dirty="0">
                <a:latin typeface="Courier New" pitchFamily="49" charset="0"/>
              </a:rPr>
              <a:t>Si Q &lt; 0, entonces Q </a:t>
            </a:r>
            <a:r>
              <a:rPr lang="es-ES_tradnl" sz="1600" dirty="0">
                <a:sym typeface="Symbol" pitchFamily="18" charset="2"/>
              </a:rPr>
              <a:t></a:t>
            </a:r>
            <a:r>
              <a:rPr lang="es-ES_tradnl" sz="1600" b="1" dirty="0">
                <a:latin typeface="Courier New" pitchFamily="49" charset="0"/>
              </a:rPr>
              <a:t> -Q; fin si</a:t>
            </a:r>
          </a:p>
          <a:p>
            <a:pPr lvl="2">
              <a:buFontTx/>
              <a:buNone/>
            </a:pPr>
            <a:r>
              <a:rPr lang="es-ES_tradnl" sz="1600" b="1" dirty="0">
                <a:latin typeface="Courier New" pitchFamily="49" charset="0"/>
              </a:rPr>
              <a:t>P </a:t>
            </a:r>
            <a:r>
              <a:rPr lang="es-ES_tradnl" sz="1600" dirty="0">
                <a:sym typeface="Symbol" pitchFamily="18" charset="2"/>
              </a:rPr>
              <a:t></a:t>
            </a:r>
            <a:r>
              <a:rPr lang="es-ES_tradnl" sz="1600" b="1" dirty="0">
                <a:latin typeface="Courier New" pitchFamily="49" charset="0"/>
              </a:rPr>
              <a:t> M </a:t>
            </a:r>
            <a:r>
              <a:rPr lang="es-ES_tradnl" sz="1600" b="1" dirty="0">
                <a:latin typeface="Courier New" pitchFamily="49" charset="0"/>
                <a:cs typeface="Courier New" pitchFamily="49" charset="0"/>
              </a:rPr>
              <a:t>×</a:t>
            </a:r>
            <a:r>
              <a:rPr lang="es-ES_tradnl" sz="1600" b="1" dirty="0">
                <a:latin typeface="Courier New" pitchFamily="49" charset="0"/>
              </a:rPr>
              <a:t> Q; # multiplicador sin signo</a:t>
            </a:r>
          </a:p>
          <a:p>
            <a:pPr lvl="2">
              <a:buFontTx/>
              <a:buNone/>
            </a:pPr>
            <a:r>
              <a:rPr lang="es-ES_tradnl" sz="1600" b="1" dirty="0">
                <a:latin typeface="Courier New" pitchFamily="49" charset="0"/>
              </a:rPr>
              <a:t>Si </a:t>
            </a:r>
            <a:r>
              <a:rPr lang="es-ES_tradnl" sz="1600" b="1" dirty="0" err="1">
                <a:latin typeface="Courier New" pitchFamily="49" charset="0"/>
              </a:rPr>
              <a:t>Signo_Prod</a:t>
            </a:r>
            <a:r>
              <a:rPr lang="es-ES_tradnl" sz="1600" b="1" dirty="0">
                <a:latin typeface="Courier New" pitchFamily="49" charset="0"/>
              </a:rPr>
              <a:t> = 1, entonces P </a:t>
            </a:r>
            <a:r>
              <a:rPr lang="es-ES_tradnl" sz="1600" dirty="0">
                <a:sym typeface="Symbol" pitchFamily="18" charset="2"/>
              </a:rPr>
              <a:t></a:t>
            </a:r>
            <a:r>
              <a:rPr lang="es-ES_tradnl" sz="1600" b="1" dirty="0">
                <a:latin typeface="Courier New" pitchFamily="49" charset="0"/>
              </a:rPr>
              <a:t> -P; fin si</a:t>
            </a:r>
            <a:br>
              <a:rPr lang="es-ES_tradnl" sz="1600" b="1" dirty="0">
                <a:latin typeface="Courier New" pitchFamily="49" charset="0"/>
              </a:rPr>
            </a:br>
            <a:endParaRPr lang="es-ES_tradnl" sz="1600" b="1" dirty="0">
              <a:latin typeface="Courier New" pitchFamily="49" charset="0"/>
            </a:endParaRPr>
          </a:p>
          <a:p>
            <a:r>
              <a:rPr lang="es-ES_tradnl" dirty="0"/>
              <a:t>Inconvenientes</a:t>
            </a:r>
          </a:p>
          <a:p>
            <a:pPr lvl="1"/>
            <a:r>
              <a:rPr lang="es-ES_tradnl" sz="1800" dirty="0"/>
              <a:t>Requiere cierto hardware adicional para el caso particular de números con signo, a fin de complementar M, Q o P</a:t>
            </a:r>
          </a:p>
          <a:p>
            <a:pPr lvl="1"/>
            <a:r>
              <a:rPr lang="es-ES_tradnl" sz="1800" dirty="0"/>
              <a:t>Existen otros métodos para tratar uniformemente el producto de números con o sin signo (algoritmo de Booth)</a:t>
            </a:r>
          </a:p>
          <a:p>
            <a:endParaRPr lang="en-US" dirty="0"/>
          </a:p>
        </p:txBody>
      </p:sp>
      <p:sp>
        <p:nvSpPr>
          <p:cNvPr id="2" name="Marcador de número de diapositiva 3">
            <a:extLst>
              <a:ext uri="{FF2B5EF4-FFF2-40B4-BE49-F238E27FC236}">
                <a16:creationId xmlns:a16="http://schemas.microsoft.com/office/drawing/2014/main" id="{51227F07-F53C-85D2-A755-08018EA563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86800" y="6529388"/>
            <a:ext cx="457200" cy="328612"/>
          </a:xfrm>
        </p:spPr>
        <p:txBody>
          <a:bodyPr/>
          <a:lstStyle/>
          <a:p>
            <a:fld id="{165D9AA3-C110-4682-A7ED-0B7E64F42347}" type="slidenum">
              <a:rPr lang="es-ES_tradnl" noProof="0" smtClean="0"/>
              <a:pPr/>
              <a:t>54</a:t>
            </a:fld>
            <a:endParaRPr lang="es-ES_tradnl" noProof="0" dirty="0"/>
          </a:p>
        </p:txBody>
      </p:sp>
    </p:spTree>
    <p:extLst>
      <p:ext uri="{BB962C8B-B14F-4D97-AF65-F5344CB8AC3E}">
        <p14:creationId xmlns:p14="http://schemas.microsoft.com/office/powerpoint/2010/main" val="48034206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6123B5-997D-A641-E60F-FBECB39FA9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3FEC7892-2D0A-516E-10F7-9FB6F9F3D1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Operadores de multiplicación con signo</a:t>
            </a:r>
            <a:endParaRPr lang="en-US" dirty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99C1D4C-FBB1-AB3E-6989-58A5209139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_tradnl" dirty="0"/>
              <a:t>Recodificación del multiplicador por el método de Booth</a:t>
            </a:r>
          </a:p>
          <a:p>
            <a:pPr lvl="1"/>
            <a:r>
              <a:rPr lang="es-ES_tradnl" dirty="0"/>
              <a:t>Deben considerarse parejas de bits correlativos, de dcha. a izda.</a:t>
            </a:r>
          </a:p>
          <a:p>
            <a:pPr lvl="1"/>
            <a:r>
              <a:rPr lang="es-ES_tradnl" dirty="0"/>
              <a:t>Debe suponerse un bit implícito = 0 a la derecha del LSB </a:t>
            </a:r>
          </a:p>
          <a:p>
            <a:pPr lvl="1"/>
            <a:r>
              <a:rPr lang="es-ES_tradnl" dirty="0"/>
              <a:t>Debe aplicarse la siguiente tabla de conversión:</a:t>
            </a:r>
          </a:p>
          <a:p>
            <a:pPr lvl="1"/>
            <a:endParaRPr lang="es-ES_tradnl" dirty="0"/>
          </a:p>
          <a:p>
            <a:pPr lvl="1"/>
            <a:endParaRPr lang="es-ES_tradnl" dirty="0"/>
          </a:p>
          <a:p>
            <a:pPr lvl="1"/>
            <a:endParaRPr lang="es-ES_tradnl" dirty="0"/>
          </a:p>
          <a:p>
            <a:pPr lvl="1"/>
            <a:endParaRPr lang="es-ES_tradnl" dirty="0"/>
          </a:p>
          <a:p>
            <a:pPr marL="403225" lvl="1" indent="0">
              <a:buNone/>
            </a:pPr>
            <a:endParaRPr lang="es-ES_tradnl" dirty="0"/>
          </a:p>
          <a:p>
            <a:pPr lvl="1"/>
            <a:r>
              <a:rPr lang="es-ES_tradnl" dirty="0"/>
              <a:t>Dígito 0: no hacer nada (o sumar 0)</a:t>
            </a:r>
          </a:p>
          <a:p>
            <a:pPr lvl="1"/>
            <a:r>
              <a:rPr lang="es-ES_tradnl" dirty="0"/>
              <a:t>Dígito 1: sumar</a:t>
            </a:r>
          </a:p>
          <a:p>
            <a:pPr lvl="1"/>
            <a:r>
              <a:rPr lang="es-ES_tradnl" dirty="0"/>
              <a:t>Dígito -1: resta</a:t>
            </a:r>
          </a:p>
        </p:txBody>
      </p:sp>
      <p:sp>
        <p:nvSpPr>
          <p:cNvPr id="2" name="Marcador de número de diapositiva 3">
            <a:extLst>
              <a:ext uri="{FF2B5EF4-FFF2-40B4-BE49-F238E27FC236}">
                <a16:creationId xmlns:a16="http://schemas.microsoft.com/office/drawing/2014/main" id="{267FB5BA-ACEE-DFE1-2480-EF949D9C93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86800" y="6529388"/>
            <a:ext cx="457200" cy="328612"/>
          </a:xfrm>
        </p:spPr>
        <p:txBody>
          <a:bodyPr/>
          <a:lstStyle/>
          <a:p>
            <a:fld id="{165D9AA3-C110-4682-A7ED-0B7E64F42347}" type="slidenum">
              <a:rPr lang="es-ES_tradnl" noProof="0" smtClean="0"/>
              <a:pPr/>
              <a:t>55</a:t>
            </a:fld>
            <a:endParaRPr lang="es-ES_tradnl" noProof="0" dirty="0"/>
          </a:p>
        </p:txBody>
      </p:sp>
      <p:graphicFrame>
        <p:nvGraphicFramePr>
          <p:cNvPr id="5" name="Group 63">
            <a:extLst>
              <a:ext uri="{FF2B5EF4-FFF2-40B4-BE49-F238E27FC236}">
                <a16:creationId xmlns:a16="http://schemas.microsoft.com/office/drawing/2014/main" id="{633EFF33-04AF-C863-493B-24F404E232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2868607"/>
              </p:ext>
            </p:extLst>
          </p:nvPr>
        </p:nvGraphicFramePr>
        <p:xfrm>
          <a:off x="2071670" y="3071810"/>
          <a:ext cx="2909888" cy="2012316"/>
        </p:xfrm>
        <a:graphic>
          <a:graphicData uri="http://schemas.openxmlformats.org/drawingml/2006/table">
            <a:tbl>
              <a:tblPr/>
              <a:tblGrid>
                <a:gridCol w="6492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5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95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83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20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q</a:t>
                      </a:r>
                      <a:r>
                        <a:rPr kumimoji="0" lang="es-ES_tradnl" sz="2000" b="0" i="0" u="none" strike="noStrike" cap="none" normalizeH="0" baseline="-2500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</a:t>
                      </a:r>
                      <a:endParaRPr kumimoji="0" lang="es-ES_tradnl" sz="2000" b="0" i="0" u="none" strike="noStrike" cap="none" normalizeH="0" baseline="-2500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q</a:t>
                      </a:r>
                      <a:r>
                        <a:rPr kumimoji="0" lang="es-ES_tradnl" sz="2000" b="0" i="0" u="none" strike="noStrike" cap="none" normalizeH="0" baseline="-2500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i-1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Dígito Booth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322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2000" b="1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2000" b="1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2000" b="1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481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2000" b="1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2000" b="1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2000" b="1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+1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322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2000" b="1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2000" b="1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2000" b="1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-1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481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2000" b="1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2000" b="1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2000" b="1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 Box 62">
            <a:extLst>
              <a:ext uri="{FF2B5EF4-FFF2-40B4-BE49-F238E27FC236}">
                <a16:creationId xmlns:a16="http://schemas.microsoft.com/office/drawing/2014/main" id="{7B68A742-E00F-249B-AD45-08672E8E16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43570" y="3500438"/>
            <a:ext cx="2436710" cy="646331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_tradnl" sz="1800" noProof="0" dirty="0">
                <a:solidFill>
                  <a:schemeClr val="tx1"/>
                </a:solidFill>
              </a:rPr>
              <a:t>Para recordar:</a:t>
            </a:r>
          </a:p>
          <a:p>
            <a:r>
              <a:rPr lang="es-ES_tradnl" sz="1800" noProof="0" dirty="0">
                <a:solidFill>
                  <a:schemeClr val="tx1"/>
                </a:solidFill>
              </a:rPr>
              <a:t>Dígito Booth = q</a:t>
            </a:r>
            <a:r>
              <a:rPr lang="es-ES_tradnl" sz="1800" baseline="-25000" noProof="0" dirty="0">
                <a:solidFill>
                  <a:schemeClr val="tx1"/>
                </a:solidFill>
              </a:rPr>
              <a:t>i-1</a:t>
            </a:r>
            <a:r>
              <a:rPr lang="es-ES_tradnl" sz="1800" noProof="0" dirty="0">
                <a:solidFill>
                  <a:schemeClr val="tx1"/>
                </a:solidFill>
              </a:rPr>
              <a:t> </a:t>
            </a:r>
            <a:r>
              <a:rPr lang="es-ES_tradnl" sz="1800" noProof="0" dirty="0">
                <a:solidFill>
                  <a:schemeClr val="tx1"/>
                </a:solidFill>
                <a:cs typeface="Arial" charset="0"/>
              </a:rPr>
              <a:t>–</a:t>
            </a:r>
            <a:r>
              <a:rPr lang="es-ES_tradnl" sz="1800" noProof="0" dirty="0">
                <a:solidFill>
                  <a:schemeClr val="tx1"/>
                </a:solidFill>
              </a:rPr>
              <a:t> </a:t>
            </a:r>
            <a:r>
              <a:rPr lang="es-ES_tradnl" sz="1800" noProof="0" dirty="0" err="1">
                <a:solidFill>
                  <a:schemeClr val="tx1"/>
                </a:solidFill>
              </a:rPr>
              <a:t>q</a:t>
            </a:r>
            <a:r>
              <a:rPr lang="es-ES_tradnl" sz="1800" baseline="-25000" noProof="0" dirty="0" err="1">
                <a:solidFill>
                  <a:schemeClr val="tx1"/>
                </a:solidFill>
              </a:rPr>
              <a:t>i</a:t>
            </a:r>
            <a:endParaRPr lang="es-ES_tradnl" sz="1800" baseline="-25000" noProof="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6742540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D819BD-B0B4-76E3-29C8-67113D53A1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B10C3D0B-86BB-7888-F021-914F690FD5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Operadores de multiplicación con signo</a:t>
            </a:r>
            <a:endParaRPr lang="en-US" dirty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3083FAB-78D3-9959-0B38-77A98601D8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_tradnl" dirty="0"/>
              <a:t>Recodificación del multiplicador por el método de Booth</a:t>
            </a:r>
          </a:p>
          <a:p>
            <a:pPr lvl="1"/>
            <a:r>
              <a:rPr lang="es-ES_tradnl" dirty="0"/>
              <a:t>Ejemplo: Obténgase el código Booth de </a:t>
            </a:r>
            <a:r>
              <a:rPr lang="es-ES_tradnl" dirty="0">
                <a:solidFill>
                  <a:srgbClr val="FF0000"/>
                </a:solidFill>
              </a:rPr>
              <a:t>1110 0111 0011 (</a:t>
            </a:r>
            <a:r>
              <a:rPr lang="es-ES_tradnl" dirty="0">
                <a:solidFill>
                  <a:srgbClr val="FF0000"/>
                </a:solidFill>
                <a:cs typeface="Arial" charset="0"/>
              </a:rPr>
              <a:t>–</a:t>
            </a:r>
            <a:r>
              <a:rPr lang="es-ES_tradnl" dirty="0">
                <a:solidFill>
                  <a:srgbClr val="FF0000"/>
                </a:solidFill>
              </a:rPr>
              <a:t>397</a:t>
            </a:r>
            <a:r>
              <a:rPr lang="es-ES_tradnl" baseline="-25000" dirty="0">
                <a:solidFill>
                  <a:srgbClr val="FF0000"/>
                </a:solidFill>
              </a:rPr>
              <a:t>10</a:t>
            </a:r>
            <a:r>
              <a:rPr lang="es-ES_tradnl" dirty="0">
                <a:solidFill>
                  <a:srgbClr val="FF0000"/>
                </a:solidFill>
              </a:rPr>
              <a:t>)</a:t>
            </a:r>
          </a:p>
          <a:p>
            <a:pPr lvl="2"/>
            <a:endParaRPr lang="es-ES_tradnl" sz="2000" dirty="0"/>
          </a:p>
          <a:p>
            <a:pPr lvl="2"/>
            <a:r>
              <a:rPr lang="es-ES_tradnl" sz="2000" dirty="0"/>
              <a:t>Solución:	0   0  –1   0    +1   0   0  –1    0   +1   0  –1 = </a:t>
            </a:r>
          </a:p>
          <a:p>
            <a:pPr lvl="2"/>
            <a:endParaRPr lang="es-ES_tradnl" sz="2000" dirty="0"/>
          </a:p>
          <a:p>
            <a:pPr lvl="2">
              <a:buFontTx/>
              <a:buNone/>
            </a:pPr>
            <a:r>
              <a:rPr lang="es-ES_tradnl" sz="2000" dirty="0"/>
              <a:t> 		 – 1</a:t>
            </a:r>
            <a:r>
              <a:rPr lang="es-ES_tradnl" sz="2000" dirty="0">
                <a:sym typeface="Symbol" pitchFamily="18" charset="2"/>
              </a:rPr>
              <a:t></a:t>
            </a:r>
            <a:r>
              <a:rPr lang="es-ES_tradnl" sz="2000" dirty="0"/>
              <a:t>2</a:t>
            </a:r>
            <a:r>
              <a:rPr lang="es-ES_tradnl" sz="2000" baseline="30000" dirty="0"/>
              <a:t>0</a:t>
            </a:r>
            <a:r>
              <a:rPr lang="es-ES_tradnl" sz="2000" dirty="0"/>
              <a:t> + 1</a:t>
            </a:r>
            <a:r>
              <a:rPr lang="es-ES_tradnl" sz="2000" dirty="0">
                <a:sym typeface="Symbol" pitchFamily="18" charset="2"/>
              </a:rPr>
              <a:t></a:t>
            </a:r>
            <a:r>
              <a:rPr lang="es-ES_tradnl" sz="2000" dirty="0"/>
              <a:t>2</a:t>
            </a:r>
            <a:r>
              <a:rPr lang="es-ES_tradnl" sz="2000" baseline="30000" dirty="0"/>
              <a:t>2</a:t>
            </a:r>
            <a:r>
              <a:rPr lang="es-ES_tradnl" sz="2000" dirty="0"/>
              <a:t> – 1</a:t>
            </a:r>
            <a:r>
              <a:rPr lang="es-ES_tradnl" sz="2000" dirty="0">
                <a:sym typeface="Symbol" pitchFamily="18" charset="2"/>
              </a:rPr>
              <a:t></a:t>
            </a:r>
            <a:r>
              <a:rPr lang="es-ES_tradnl" sz="2000" dirty="0"/>
              <a:t>2</a:t>
            </a:r>
            <a:r>
              <a:rPr lang="es-ES_tradnl" sz="2000" baseline="30000" dirty="0"/>
              <a:t>4</a:t>
            </a:r>
            <a:r>
              <a:rPr lang="es-ES_tradnl" sz="2000" dirty="0"/>
              <a:t>  + 1</a:t>
            </a:r>
            <a:r>
              <a:rPr lang="es-ES_tradnl" sz="2000" dirty="0">
                <a:sym typeface="Symbol" pitchFamily="18" charset="2"/>
              </a:rPr>
              <a:t></a:t>
            </a:r>
            <a:r>
              <a:rPr lang="es-ES_tradnl" sz="2000" dirty="0"/>
              <a:t>2</a:t>
            </a:r>
            <a:r>
              <a:rPr lang="es-ES_tradnl" sz="2000" baseline="30000" dirty="0"/>
              <a:t>7</a:t>
            </a:r>
            <a:r>
              <a:rPr lang="es-ES_tradnl" sz="2000" dirty="0"/>
              <a:t>  – 1</a:t>
            </a:r>
            <a:r>
              <a:rPr lang="es-ES_tradnl" sz="2000" dirty="0">
                <a:sym typeface="Symbol" pitchFamily="18" charset="2"/>
              </a:rPr>
              <a:t></a:t>
            </a:r>
            <a:r>
              <a:rPr lang="es-ES_tradnl" sz="2000" dirty="0"/>
              <a:t>2</a:t>
            </a:r>
            <a:r>
              <a:rPr lang="es-ES_tradnl" sz="2000" baseline="30000" dirty="0"/>
              <a:t>9</a:t>
            </a:r>
            <a:r>
              <a:rPr lang="es-ES_tradnl" sz="2000" dirty="0"/>
              <a:t> =</a:t>
            </a:r>
          </a:p>
          <a:p>
            <a:pPr lvl="2">
              <a:buFontTx/>
              <a:buNone/>
            </a:pPr>
            <a:r>
              <a:rPr lang="es-ES_tradnl" sz="2000" dirty="0"/>
              <a:t>		 – 1      + 4      – 16    + 128  – 512 =  – 397</a:t>
            </a:r>
          </a:p>
        </p:txBody>
      </p:sp>
      <p:sp>
        <p:nvSpPr>
          <p:cNvPr id="2" name="Marcador de número de diapositiva 3">
            <a:extLst>
              <a:ext uri="{FF2B5EF4-FFF2-40B4-BE49-F238E27FC236}">
                <a16:creationId xmlns:a16="http://schemas.microsoft.com/office/drawing/2014/main" id="{E08E495B-D464-D4AD-2F1F-A0C5BFE8CF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86800" y="6529388"/>
            <a:ext cx="457200" cy="328612"/>
          </a:xfrm>
        </p:spPr>
        <p:txBody>
          <a:bodyPr/>
          <a:lstStyle/>
          <a:p>
            <a:fld id="{165D9AA3-C110-4682-A7ED-0B7E64F42347}" type="slidenum">
              <a:rPr lang="es-ES_tradnl" noProof="0" smtClean="0"/>
              <a:pPr/>
              <a:t>56</a:t>
            </a:fld>
            <a:endParaRPr lang="es-ES_tradnl" noProof="0" dirty="0"/>
          </a:p>
        </p:txBody>
      </p:sp>
    </p:spTree>
    <p:extLst>
      <p:ext uri="{BB962C8B-B14F-4D97-AF65-F5344CB8AC3E}">
        <p14:creationId xmlns:p14="http://schemas.microsoft.com/office/powerpoint/2010/main" val="1641008753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FF7B67-2159-5724-D13B-AD6C0783F4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F5BF90AA-2C1D-FC48-D538-453404A487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Operadores de multiplicación con signo</a:t>
            </a:r>
            <a:endParaRPr lang="en-US" dirty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C12E7A2-E95A-F2BB-52CE-9618F1806E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_tradnl" dirty="0">
                <a:solidFill>
                  <a:srgbClr val="FF0000"/>
                </a:solidFill>
              </a:rPr>
              <a:t>Algoritmo y operador secuencial para Booth</a:t>
            </a:r>
          </a:p>
          <a:p>
            <a:endParaRPr lang="en-US" dirty="0"/>
          </a:p>
        </p:txBody>
      </p:sp>
      <p:sp>
        <p:nvSpPr>
          <p:cNvPr id="2" name="Marcador de número de diapositiva 3">
            <a:extLst>
              <a:ext uri="{FF2B5EF4-FFF2-40B4-BE49-F238E27FC236}">
                <a16:creationId xmlns:a16="http://schemas.microsoft.com/office/drawing/2014/main" id="{EDBD90E2-89DE-B11D-F0AD-28EA65880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86800" y="6529388"/>
            <a:ext cx="457200" cy="328612"/>
          </a:xfrm>
        </p:spPr>
        <p:txBody>
          <a:bodyPr/>
          <a:lstStyle/>
          <a:p>
            <a:fld id="{165D9AA3-C110-4682-A7ED-0B7E64F42347}" type="slidenum">
              <a:rPr lang="es-ES_tradnl" noProof="0" smtClean="0"/>
              <a:pPr/>
              <a:t>57</a:t>
            </a:fld>
            <a:endParaRPr lang="es-ES_tradnl" noProof="0" dirty="0"/>
          </a:p>
        </p:txBody>
      </p:sp>
      <p:grpSp>
        <p:nvGrpSpPr>
          <p:cNvPr id="5" name="Group 69">
            <a:extLst>
              <a:ext uri="{FF2B5EF4-FFF2-40B4-BE49-F238E27FC236}">
                <a16:creationId xmlns:a16="http://schemas.microsoft.com/office/drawing/2014/main" id="{8CC22002-E399-8894-C68B-9A947B1F801F}"/>
              </a:ext>
            </a:extLst>
          </p:cNvPr>
          <p:cNvGrpSpPr>
            <a:grpSpLocks/>
          </p:cNvGrpSpPr>
          <p:nvPr/>
        </p:nvGrpSpPr>
        <p:grpSpPr bwMode="auto">
          <a:xfrm>
            <a:off x="493713" y="1716682"/>
            <a:ext cx="3252787" cy="4484688"/>
            <a:chOff x="311" y="1168"/>
            <a:chExt cx="2049" cy="2825"/>
          </a:xfrm>
        </p:grpSpPr>
        <p:sp>
          <p:nvSpPr>
            <p:cNvPr id="6" name="AutoShape 38">
              <a:extLst>
                <a:ext uri="{FF2B5EF4-FFF2-40B4-BE49-F238E27FC236}">
                  <a16:creationId xmlns:a16="http://schemas.microsoft.com/office/drawing/2014/main" id="{272A99C0-9A3C-7DB7-4305-796ED748E6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0" y="1168"/>
              <a:ext cx="653" cy="177"/>
            </a:xfrm>
            <a:prstGeom prst="flowChartAlternateProcess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s-ES_tradnl" sz="1600" noProof="0" dirty="0">
                  <a:solidFill>
                    <a:schemeClr val="tx1"/>
                  </a:solidFill>
                </a:rPr>
                <a:t>Inicio</a:t>
              </a:r>
            </a:p>
          </p:txBody>
        </p:sp>
        <p:sp>
          <p:nvSpPr>
            <p:cNvPr id="7" name="AutoShape 39">
              <a:extLst>
                <a:ext uri="{FF2B5EF4-FFF2-40B4-BE49-F238E27FC236}">
                  <a16:creationId xmlns:a16="http://schemas.microsoft.com/office/drawing/2014/main" id="{75C651C8-9816-634D-E075-FE074E8CBC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7" y="1559"/>
              <a:ext cx="731" cy="394"/>
            </a:xfrm>
            <a:prstGeom prst="flowChartDecision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s-ES_tradnl" sz="1600" noProof="0" dirty="0">
                  <a:solidFill>
                    <a:schemeClr val="tx1"/>
                  </a:solidFill>
                </a:rPr>
                <a:t>q</a:t>
              </a:r>
              <a:r>
                <a:rPr lang="es-ES_tradnl" sz="1600" baseline="-25000" noProof="0" dirty="0">
                  <a:solidFill>
                    <a:schemeClr val="tx1"/>
                  </a:solidFill>
                </a:rPr>
                <a:t>i</a:t>
              </a:r>
              <a:r>
                <a:rPr lang="es-ES_tradnl" sz="1600" noProof="0" dirty="0">
                  <a:solidFill>
                    <a:schemeClr val="tx1"/>
                  </a:solidFill>
                </a:rPr>
                <a:t>q</a:t>
              </a:r>
              <a:r>
                <a:rPr lang="es-ES_tradnl" sz="1600" baseline="-25000" noProof="0" dirty="0">
                  <a:solidFill>
                    <a:schemeClr val="tx1"/>
                  </a:solidFill>
                </a:rPr>
                <a:t>i-1</a:t>
              </a:r>
            </a:p>
          </p:txBody>
        </p:sp>
        <p:sp>
          <p:nvSpPr>
            <p:cNvPr id="8" name="AutoShape 40">
              <a:extLst>
                <a:ext uri="{FF2B5EF4-FFF2-40B4-BE49-F238E27FC236}">
                  <a16:creationId xmlns:a16="http://schemas.microsoft.com/office/drawing/2014/main" id="{78A0F76D-6CBB-B23D-BE97-F5B9DB1976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1" y="2182"/>
              <a:ext cx="809" cy="293"/>
            </a:xfrm>
            <a:prstGeom prst="flowChartProcess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s-ES_tradnl" sz="1600" noProof="0" dirty="0">
                  <a:solidFill>
                    <a:schemeClr val="tx1"/>
                  </a:solidFill>
                </a:rPr>
                <a:t>HI </a:t>
              </a:r>
              <a:r>
                <a:rPr lang="es-ES_tradnl" sz="1600" noProof="0" dirty="0">
                  <a:solidFill>
                    <a:schemeClr val="tx1"/>
                  </a:solidFill>
                  <a:sym typeface="Symbol" pitchFamily="18" charset="2"/>
                </a:rPr>
                <a:t> </a:t>
              </a:r>
              <a:r>
                <a:rPr lang="es-ES_tradnl" sz="1600" noProof="0" dirty="0">
                  <a:solidFill>
                    <a:schemeClr val="tx1"/>
                  </a:solidFill>
                </a:rPr>
                <a:t>HI + M</a:t>
              </a:r>
            </a:p>
          </p:txBody>
        </p:sp>
        <p:sp>
          <p:nvSpPr>
            <p:cNvPr id="9" name="AutoShape 41">
              <a:extLst>
                <a:ext uri="{FF2B5EF4-FFF2-40B4-BE49-F238E27FC236}">
                  <a16:creationId xmlns:a16="http://schemas.microsoft.com/office/drawing/2014/main" id="{FD2EA544-04C7-23B4-7ECD-9457784797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3" y="2712"/>
              <a:ext cx="1258" cy="349"/>
            </a:xfrm>
            <a:prstGeom prst="flowChartProcess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s-ES_tradnl" sz="1600" noProof="0" dirty="0">
                  <a:solidFill>
                    <a:schemeClr val="tx1"/>
                  </a:solidFill>
                </a:rPr>
                <a:t>Desplazar S-HI-LO-X</a:t>
              </a:r>
            </a:p>
            <a:p>
              <a:pPr algn="ctr"/>
              <a:r>
                <a:rPr lang="es-ES_tradnl" sz="1600" noProof="0" dirty="0">
                  <a:solidFill>
                    <a:schemeClr val="tx1"/>
                  </a:solidFill>
                </a:rPr>
                <a:t>un bit a la dcha.</a:t>
              </a:r>
            </a:p>
          </p:txBody>
        </p:sp>
        <p:sp>
          <p:nvSpPr>
            <p:cNvPr id="10" name="AutoShape 42">
              <a:extLst>
                <a:ext uri="{FF2B5EF4-FFF2-40B4-BE49-F238E27FC236}">
                  <a16:creationId xmlns:a16="http://schemas.microsoft.com/office/drawing/2014/main" id="{460A0744-2543-45E0-FB36-54CF054482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1" y="3249"/>
              <a:ext cx="731" cy="394"/>
            </a:xfrm>
            <a:prstGeom prst="flowChartDecision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s-ES_tradnl" sz="1600" noProof="0" dirty="0" err="1">
                  <a:solidFill>
                    <a:schemeClr val="tx1"/>
                  </a:solidFill>
                </a:rPr>
                <a:t>Nº</a:t>
              </a:r>
              <a:r>
                <a:rPr lang="es-ES_tradnl" sz="1600" noProof="0" dirty="0">
                  <a:solidFill>
                    <a:schemeClr val="tx1"/>
                  </a:solidFill>
                </a:rPr>
                <a:t> Ciclo</a:t>
              </a:r>
            </a:p>
          </p:txBody>
        </p:sp>
        <p:sp>
          <p:nvSpPr>
            <p:cNvPr id="11" name="Line 43">
              <a:extLst>
                <a:ext uri="{FF2B5EF4-FFF2-40B4-BE49-F238E27FC236}">
                  <a16:creationId xmlns:a16="http://schemas.microsoft.com/office/drawing/2014/main" id="{00790EDB-4B3C-FB9C-05DA-A4242E317DB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53" y="1351"/>
              <a:ext cx="0" cy="205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pPr algn="ctr"/>
              <a:endParaRPr lang="es-ES_tradnl" sz="1600" noProof="0" dirty="0">
                <a:solidFill>
                  <a:schemeClr val="tx1"/>
                </a:solidFill>
              </a:endParaRPr>
            </a:p>
          </p:txBody>
        </p:sp>
        <p:sp>
          <p:nvSpPr>
            <p:cNvPr id="12" name="Freeform 44">
              <a:extLst>
                <a:ext uri="{FF2B5EF4-FFF2-40B4-BE49-F238E27FC236}">
                  <a16:creationId xmlns:a16="http://schemas.microsoft.com/office/drawing/2014/main" id="{2B92227B-DDC5-14E6-41D6-A0F13BE30003}"/>
                </a:ext>
              </a:extLst>
            </p:cNvPr>
            <p:cNvSpPr>
              <a:spLocks/>
            </p:cNvSpPr>
            <p:nvPr/>
          </p:nvSpPr>
          <p:spPr bwMode="auto">
            <a:xfrm>
              <a:off x="693" y="1751"/>
              <a:ext cx="194" cy="424"/>
            </a:xfrm>
            <a:custGeom>
              <a:avLst/>
              <a:gdLst>
                <a:gd name="T0" fmla="*/ 206 w 183"/>
                <a:gd name="T1" fmla="*/ 6 h 342"/>
                <a:gd name="T2" fmla="*/ 0 w 183"/>
                <a:gd name="T3" fmla="*/ 6 h 342"/>
                <a:gd name="T4" fmla="*/ 0 w 183"/>
                <a:gd name="T5" fmla="*/ 526 h 342"/>
                <a:gd name="T6" fmla="*/ 0 60000 65536"/>
                <a:gd name="T7" fmla="*/ 0 60000 65536"/>
                <a:gd name="T8" fmla="*/ 0 60000 65536"/>
                <a:gd name="T9" fmla="*/ 0 w 183"/>
                <a:gd name="T10" fmla="*/ 0 h 342"/>
                <a:gd name="T11" fmla="*/ 183 w 183"/>
                <a:gd name="T12" fmla="*/ 342 h 34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83" h="342">
                  <a:moveTo>
                    <a:pt x="183" y="4"/>
                  </a:moveTo>
                  <a:cubicBezTo>
                    <a:pt x="116" y="0"/>
                    <a:pt x="64" y="4"/>
                    <a:pt x="0" y="4"/>
                  </a:cubicBezTo>
                  <a:lnTo>
                    <a:pt x="0" y="342"/>
                  </a:lnTo>
                </a:path>
              </a:pathLst>
            </a:custGeom>
            <a:noFill/>
            <a:ln w="158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pPr algn="ctr"/>
              <a:endParaRPr lang="es-ES_tradnl" sz="1600" noProof="0" dirty="0">
                <a:solidFill>
                  <a:schemeClr val="tx1"/>
                </a:solidFill>
              </a:endParaRPr>
            </a:p>
          </p:txBody>
        </p:sp>
        <p:sp>
          <p:nvSpPr>
            <p:cNvPr id="13" name="Freeform 45">
              <a:extLst>
                <a:ext uri="{FF2B5EF4-FFF2-40B4-BE49-F238E27FC236}">
                  <a16:creationId xmlns:a16="http://schemas.microsoft.com/office/drawing/2014/main" id="{A8DAAE71-5932-F238-4DEC-0CB7DE081A7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5" y="2486"/>
              <a:ext cx="452" cy="220"/>
            </a:xfrm>
            <a:custGeom>
              <a:avLst/>
              <a:gdLst>
                <a:gd name="T0" fmla="*/ 0 w 452"/>
                <a:gd name="T1" fmla="*/ 0 h 220"/>
                <a:gd name="T2" fmla="*/ 0 w 452"/>
                <a:gd name="T3" fmla="*/ 84 h 220"/>
                <a:gd name="T4" fmla="*/ 452 w 452"/>
                <a:gd name="T5" fmla="*/ 84 h 220"/>
                <a:gd name="T6" fmla="*/ 452 w 452"/>
                <a:gd name="T7" fmla="*/ 220 h 22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52"/>
                <a:gd name="T13" fmla="*/ 0 h 220"/>
                <a:gd name="T14" fmla="*/ 452 w 452"/>
                <a:gd name="T15" fmla="*/ 220 h 22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52" h="220">
                  <a:moveTo>
                    <a:pt x="0" y="0"/>
                  </a:moveTo>
                  <a:lnTo>
                    <a:pt x="0" y="84"/>
                  </a:lnTo>
                  <a:lnTo>
                    <a:pt x="452" y="84"/>
                  </a:lnTo>
                  <a:lnTo>
                    <a:pt x="452" y="220"/>
                  </a:lnTo>
                </a:path>
              </a:pathLst>
            </a:custGeom>
            <a:noFill/>
            <a:ln w="158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pPr algn="ctr"/>
              <a:endParaRPr lang="es-ES_tradnl" sz="1600" noProof="0" dirty="0">
                <a:solidFill>
                  <a:schemeClr val="tx1"/>
                </a:solidFill>
              </a:endParaRPr>
            </a:p>
          </p:txBody>
        </p:sp>
        <p:sp>
          <p:nvSpPr>
            <p:cNvPr id="14" name="Line 46">
              <a:extLst>
                <a:ext uri="{FF2B5EF4-FFF2-40B4-BE49-F238E27FC236}">
                  <a16:creationId xmlns:a16="http://schemas.microsoft.com/office/drawing/2014/main" id="{029FF6A0-2086-402A-F6CB-967A23131B0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47" y="3066"/>
              <a:ext cx="0" cy="172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pPr algn="ctr"/>
              <a:endParaRPr lang="es-ES_tradnl" sz="1600" noProof="0" dirty="0">
                <a:solidFill>
                  <a:schemeClr val="tx1"/>
                </a:solidFill>
              </a:endParaRPr>
            </a:p>
          </p:txBody>
        </p:sp>
        <p:sp>
          <p:nvSpPr>
            <p:cNvPr id="15" name="Freeform 47">
              <a:extLst>
                <a:ext uri="{FF2B5EF4-FFF2-40B4-BE49-F238E27FC236}">
                  <a16:creationId xmlns:a16="http://schemas.microsoft.com/office/drawing/2014/main" id="{C8CD4A75-9202-C33F-B212-B82BB18F516C}"/>
                </a:ext>
              </a:extLst>
            </p:cNvPr>
            <p:cNvSpPr>
              <a:spLocks/>
            </p:cNvSpPr>
            <p:nvPr/>
          </p:nvSpPr>
          <p:spPr bwMode="auto">
            <a:xfrm>
              <a:off x="1369" y="2477"/>
              <a:ext cx="436" cy="229"/>
            </a:xfrm>
            <a:custGeom>
              <a:avLst/>
              <a:gdLst>
                <a:gd name="T0" fmla="*/ 436 w 436"/>
                <a:gd name="T1" fmla="*/ 0 h 229"/>
                <a:gd name="T2" fmla="*/ 436 w 436"/>
                <a:gd name="T3" fmla="*/ 92 h 229"/>
                <a:gd name="T4" fmla="*/ 1 w 436"/>
                <a:gd name="T5" fmla="*/ 93 h 229"/>
                <a:gd name="T6" fmla="*/ 0 w 436"/>
                <a:gd name="T7" fmla="*/ 229 h 22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36"/>
                <a:gd name="T13" fmla="*/ 0 h 229"/>
                <a:gd name="T14" fmla="*/ 436 w 436"/>
                <a:gd name="T15" fmla="*/ 229 h 22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36" h="229">
                  <a:moveTo>
                    <a:pt x="436" y="0"/>
                  </a:moveTo>
                  <a:lnTo>
                    <a:pt x="436" y="92"/>
                  </a:lnTo>
                  <a:lnTo>
                    <a:pt x="1" y="93"/>
                  </a:lnTo>
                  <a:lnTo>
                    <a:pt x="0" y="229"/>
                  </a:lnTo>
                </a:path>
              </a:pathLst>
            </a:custGeom>
            <a:noFill/>
            <a:ln w="158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pPr algn="ctr"/>
              <a:endParaRPr lang="es-ES_tradnl" sz="1600" noProof="0" dirty="0">
                <a:solidFill>
                  <a:schemeClr val="tx1"/>
                </a:solidFill>
              </a:endParaRPr>
            </a:p>
          </p:txBody>
        </p:sp>
        <p:sp>
          <p:nvSpPr>
            <p:cNvPr id="16" name="AutoShape 48">
              <a:extLst>
                <a:ext uri="{FF2B5EF4-FFF2-40B4-BE49-F238E27FC236}">
                  <a16:creationId xmlns:a16="http://schemas.microsoft.com/office/drawing/2014/main" id="{E21A2916-D506-ABAB-70B5-DEC3DF0A4F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6" y="3816"/>
              <a:ext cx="653" cy="177"/>
            </a:xfrm>
            <a:prstGeom prst="flowChartAlternateProcess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s-ES_tradnl" sz="1600" noProof="0" dirty="0">
                  <a:solidFill>
                    <a:schemeClr val="tx1"/>
                  </a:solidFill>
                </a:rPr>
                <a:t>Fin</a:t>
              </a:r>
            </a:p>
          </p:txBody>
        </p:sp>
        <p:sp>
          <p:nvSpPr>
            <p:cNvPr id="17" name="Line 49">
              <a:extLst>
                <a:ext uri="{FF2B5EF4-FFF2-40B4-BE49-F238E27FC236}">
                  <a16:creationId xmlns:a16="http://schemas.microsoft.com/office/drawing/2014/main" id="{B4BAFFCC-DEAD-A6ED-A22C-370FC57CC72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47" y="3644"/>
              <a:ext cx="0" cy="162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pPr algn="ctr"/>
              <a:endParaRPr lang="es-ES_tradnl" sz="1600" noProof="0" dirty="0">
                <a:solidFill>
                  <a:schemeClr val="tx1"/>
                </a:solidFill>
              </a:endParaRPr>
            </a:p>
          </p:txBody>
        </p:sp>
        <p:sp>
          <p:nvSpPr>
            <p:cNvPr id="18" name="Text Box 50">
              <a:extLst>
                <a:ext uri="{FF2B5EF4-FFF2-40B4-BE49-F238E27FC236}">
                  <a16:creationId xmlns:a16="http://schemas.microsoft.com/office/drawing/2014/main" id="{A12A38B7-6A9F-BE3B-0A16-3968A11E0D9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0" y="1551"/>
              <a:ext cx="260" cy="213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s-ES_tradnl" sz="1600" noProof="0" dirty="0">
                  <a:solidFill>
                    <a:schemeClr val="tx1"/>
                  </a:solidFill>
                </a:rPr>
                <a:t>01</a:t>
              </a:r>
            </a:p>
          </p:txBody>
        </p:sp>
        <p:sp>
          <p:nvSpPr>
            <p:cNvPr id="19" name="Text Box 51">
              <a:extLst>
                <a:ext uri="{FF2B5EF4-FFF2-40B4-BE49-F238E27FC236}">
                  <a16:creationId xmlns:a16="http://schemas.microsoft.com/office/drawing/2014/main" id="{F868FF78-6377-B2FA-B9BC-0A6B7794847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53" y="1915"/>
              <a:ext cx="430" cy="213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s-ES_tradnl" sz="1600" noProof="0" dirty="0">
                  <a:solidFill>
                    <a:schemeClr val="tx1"/>
                  </a:solidFill>
                </a:rPr>
                <a:t>00/11</a:t>
              </a:r>
            </a:p>
          </p:txBody>
        </p:sp>
        <p:sp>
          <p:nvSpPr>
            <p:cNvPr id="20" name="Text Box 52">
              <a:extLst>
                <a:ext uri="{FF2B5EF4-FFF2-40B4-BE49-F238E27FC236}">
                  <a16:creationId xmlns:a16="http://schemas.microsoft.com/office/drawing/2014/main" id="{D5D9BBF9-1E03-E989-62D1-C755665E098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38" y="3600"/>
              <a:ext cx="188" cy="213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s-ES_tradnl" sz="1600" noProof="0" dirty="0">
                  <a:solidFill>
                    <a:schemeClr val="tx1"/>
                  </a:solidFill>
                </a:rPr>
                <a:t>n</a:t>
              </a:r>
            </a:p>
          </p:txBody>
        </p:sp>
        <p:sp>
          <p:nvSpPr>
            <p:cNvPr id="21" name="Freeform 53">
              <a:extLst>
                <a:ext uri="{FF2B5EF4-FFF2-40B4-BE49-F238E27FC236}">
                  <a16:creationId xmlns:a16="http://schemas.microsoft.com/office/drawing/2014/main" id="{FC9F5840-B022-882C-3BDA-23BB4D93476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59" y="1427"/>
              <a:ext cx="1101" cy="2019"/>
            </a:xfrm>
            <a:custGeom>
              <a:avLst/>
              <a:gdLst>
                <a:gd name="T0" fmla="*/ 345 w 1101"/>
                <a:gd name="T1" fmla="*/ 2019 h 2019"/>
                <a:gd name="T2" fmla="*/ 1101 w 1101"/>
                <a:gd name="T3" fmla="*/ 2013 h 2019"/>
                <a:gd name="T4" fmla="*/ 1101 w 1101"/>
                <a:gd name="T5" fmla="*/ 0 h 2019"/>
                <a:gd name="T6" fmla="*/ 0 w 1101"/>
                <a:gd name="T7" fmla="*/ 0 h 201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101"/>
                <a:gd name="T13" fmla="*/ 0 h 2019"/>
                <a:gd name="T14" fmla="*/ 1101 w 1101"/>
                <a:gd name="T15" fmla="*/ 2019 h 201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101" h="2019">
                  <a:moveTo>
                    <a:pt x="345" y="2019"/>
                  </a:moveTo>
                  <a:lnTo>
                    <a:pt x="1101" y="2013"/>
                  </a:lnTo>
                  <a:lnTo>
                    <a:pt x="1101" y="0"/>
                  </a:lnTo>
                  <a:lnTo>
                    <a:pt x="0" y="0"/>
                  </a:lnTo>
                </a:path>
              </a:pathLst>
            </a:custGeom>
            <a:noFill/>
            <a:ln w="158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pPr algn="ctr"/>
              <a:endParaRPr lang="es-ES_tradnl" sz="1600" noProof="0" dirty="0">
                <a:solidFill>
                  <a:schemeClr val="tx1"/>
                </a:solidFill>
              </a:endParaRPr>
            </a:p>
          </p:txBody>
        </p:sp>
        <p:sp>
          <p:nvSpPr>
            <p:cNvPr id="22" name="Text Box 54">
              <a:extLst>
                <a:ext uri="{FF2B5EF4-FFF2-40B4-BE49-F238E27FC236}">
                  <a16:creationId xmlns:a16="http://schemas.microsoft.com/office/drawing/2014/main" id="{24279854-05C9-F2AE-2630-6D7AF90938E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07" y="3246"/>
              <a:ext cx="264" cy="213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s-ES_tradnl" sz="1600" noProof="0" dirty="0">
                  <a:solidFill>
                    <a:schemeClr val="tx1"/>
                  </a:solidFill>
                </a:rPr>
                <a:t>&lt;n</a:t>
              </a:r>
            </a:p>
          </p:txBody>
        </p:sp>
        <p:sp>
          <p:nvSpPr>
            <p:cNvPr id="23" name="AutoShape 55">
              <a:extLst>
                <a:ext uri="{FF2B5EF4-FFF2-40B4-BE49-F238E27FC236}">
                  <a16:creationId xmlns:a16="http://schemas.microsoft.com/office/drawing/2014/main" id="{59D3215F-CB16-F735-87E1-1B4EFA4694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01" y="2183"/>
              <a:ext cx="809" cy="293"/>
            </a:xfrm>
            <a:prstGeom prst="flowChartProcess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s-ES_tradnl" sz="1600" noProof="0" dirty="0">
                  <a:solidFill>
                    <a:schemeClr val="tx1"/>
                  </a:solidFill>
                </a:rPr>
                <a:t>HI </a:t>
              </a:r>
              <a:r>
                <a:rPr lang="es-ES_tradnl" sz="1600" noProof="0" dirty="0">
                  <a:solidFill>
                    <a:schemeClr val="tx1"/>
                  </a:solidFill>
                  <a:sym typeface="Symbol" pitchFamily="18" charset="2"/>
                </a:rPr>
                <a:t> </a:t>
              </a:r>
              <a:r>
                <a:rPr lang="es-ES_tradnl" sz="1600" noProof="0" dirty="0">
                  <a:solidFill>
                    <a:schemeClr val="tx1"/>
                  </a:solidFill>
                </a:rPr>
                <a:t>HI </a:t>
              </a:r>
              <a:r>
                <a:rPr lang="es-ES_tradnl" sz="1600" noProof="0" dirty="0">
                  <a:solidFill>
                    <a:schemeClr val="tx1"/>
                  </a:solidFill>
                  <a:cs typeface="Arial" charset="0"/>
                </a:rPr>
                <a:t>–</a:t>
              </a:r>
              <a:r>
                <a:rPr lang="es-ES_tradnl" sz="1600" noProof="0" dirty="0">
                  <a:solidFill>
                    <a:schemeClr val="tx1"/>
                  </a:solidFill>
                </a:rPr>
                <a:t> M</a:t>
              </a:r>
            </a:p>
          </p:txBody>
        </p:sp>
        <p:sp>
          <p:nvSpPr>
            <p:cNvPr id="24" name="Text Box 56">
              <a:extLst>
                <a:ext uri="{FF2B5EF4-FFF2-40B4-BE49-F238E27FC236}">
                  <a16:creationId xmlns:a16="http://schemas.microsoft.com/office/drawing/2014/main" id="{387DEF8E-E4A0-8E92-D91F-3D0FBE3CCE0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66" y="1552"/>
              <a:ext cx="260" cy="213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s-ES_tradnl" sz="1600" noProof="0" dirty="0">
                  <a:solidFill>
                    <a:schemeClr val="tx1"/>
                  </a:solidFill>
                </a:rPr>
                <a:t>10</a:t>
              </a:r>
            </a:p>
          </p:txBody>
        </p:sp>
        <p:sp>
          <p:nvSpPr>
            <p:cNvPr id="25" name="Freeform 57">
              <a:extLst>
                <a:ext uri="{FF2B5EF4-FFF2-40B4-BE49-F238E27FC236}">
                  <a16:creationId xmlns:a16="http://schemas.microsoft.com/office/drawing/2014/main" id="{CAE53185-67C8-864F-7BB1-F89C10ACC7A0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1621" y="1752"/>
              <a:ext cx="194" cy="424"/>
            </a:xfrm>
            <a:custGeom>
              <a:avLst/>
              <a:gdLst>
                <a:gd name="T0" fmla="*/ 206 w 183"/>
                <a:gd name="T1" fmla="*/ 6 h 342"/>
                <a:gd name="T2" fmla="*/ 0 w 183"/>
                <a:gd name="T3" fmla="*/ 6 h 342"/>
                <a:gd name="T4" fmla="*/ 0 w 183"/>
                <a:gd name="T5" fmla="*/ 526 h 342"/>
                <a:gd name="T6" fmla="*/ 0 60000 65536"/>
                <a:gd name="T7" fmla="*/ 0 60000 65536"/>
                <a:gd name="T8" fmla="*/ 0 60000 65536"/>
                <a:gd name="T9" fmla="*/ 0 w 183"/>
                <a:gd name="T10" fmla="*/ 0 h 342"/>
                <a:gd name="T11" fmla="*/ 183 w 183"/>
                <a:gd name="T12" fmla="*/ 342 h 34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83" h="342">
                  <a:moveTo>
                    <a:pt x="183" y="4"/>
                  </a:moveTo>
                  <a:cubicBezTo>
                    <a:pt x="116" y="0"/>
                    <a:pt x="64" y="4"/>
                    <a:pt x="0" y="4"/>
                  </a:cubicBezTo>
                  <a:lnTo>
                    <a:pt x="0" y="342"/>
                  </a:lnTo>
                </a:path>
              </a:pathLst>
            </a:custGeom>
            <a:noFill/>
            <a:ln w="158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pPr algn="ctr"/>
              <a:endParaRPr lang="es-ES_tradnl" sz="1600" noProof="0" dirty="0">
                <a:solidFill>
                  <a:schemeClr val="tx1"/>
                </a:solidFill>
              </a:endParaRPr>
            </a:p>
          </p:txBody>
        </p:sp>
        <p:sp>
          <p:nvSpPr>
            <p:cNvPr id="26" name="Line 58">
              <a:extLst>
                <a:ext uri="{FF2B5EF4-FFF2-40B4-BE49-F238E27FC236}">
                  <a16:creationId xmlns:a16="http://schemas.microsoft.com/office/drawing/2014/main" id="{A4460DD1-6734-4F4F-DB8A-E43599A9BE1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50" y="1967"/>
              <a:ext cx="0" cy="74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pPr algn="ctr"/>
              <a:endParaRPr lang="es-ES_tradnl" sz="1600" noProof="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27" name="Group 66">
            <a:extLst>
              <a:ext uri="{FF2B5EF4-FFF2-40B4-BE49-F238E27FC236}">
                <a16:creationId xmlns:a16="http://schemas.microsoft.com/office/drawing/2014/main" id="{1707BBDC-3759-E5C9-C8DD-38C1690516B5}"/>
              </a:ext>
            </a:extLst>
          </p:cNvPr>
          <p:cNvGrpSpPr>
            <a:grpSpLocks/>
          </p:cNvGrpSpPr>
          <p:nvPr/>
        </p:nvGrpSpPr>
        <p:grpSpPr bwMode="auto">
          <a:xfrm>
            <a:off x="4357686" y="2264360"/>
            <a:ext cx="4549775" cy="2651125"/>
            <a:chOff x="2772" y="1623"/>
            <a:chExt cx="2866" cy="1670"/>
          </a:xfrm>
        </p:grpSpPr>
        <p:sp>
          <p:nvSpPr>
            <p:cNvPr id="28" name="Rectangle 5">
              <a:extLst>
                <a:ext uri="{FF2B5EF4-FFF2-40B4-BE49-F238E27FC236}">
                  <a16:creationId xmlns:a16="http://schemas.microsoft.com/office/drawing/2014/main" id="{3E5324AD-A4E3-3F89-5E02-57C1FC3564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97" y="1623"/>
              <a:ext cx="885" cy="133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s-ES_tradnl" sz="1000" noProof="0" dirty="0">
                  <a:solidFill>
                    <a:schemeClr val="tx1"/>
                  </a:solidFill>
                </a:rPr>
                <a:t>Multiplicando (M)</a:t>
              </a:r>
            </a:p>
          </p:txBody>
        </p:sp>
        <p:grpSp>
          <p:nvGrpSpPr>
            <p:cNvPr id="29" name="Group 6">
              <a:extLst>
                <a:ext uri="{FF2B5EF4-FFF2-40B4-BE49-F238E27FC236}">
                  <a16:creationId xmlns:a16="http://schemas.microsoft.com/office/drawing/2014/main" id="{7D39AA2B-BCB6-9753-E9F6-BA7C20598CA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030" y="2054"/>
              <a:ext cx="899" cy="320"/>
              <a:chOff x="1654" y="1993"/>
              <a:chExt cx="1314" cy="468"/>
            </a:xfrm>
          </p:grpSpPr>
          <p:sp>
            <p:nvSpPr>
              <p:cNvPr id="57" name="Line 7">
                <a:extLst>
                  <a:ext uri="{FF2B5EF4-FFF2-40B4-BE49-F238E27FC236}">
                    <a16:creationId xmlns:a16="http://schemas.microsoft.com/office/drawing/2014/main" id="{81139CE7-C658-46D0-BBFF-5DD287EF670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59" y="1997"/>
                <a:ext cx="367" cy="464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s-ES_tradnl" noProof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8" name="Line 8">
                <a:extLst>
                  <a:ext uri="{FF2B5EF4-FFF2-40B4-BE49-F238E27FC236}">
                    <a16:creationId xmlns:a16="http://schemas.microsoft.com/office/drawing/2014/main" id="{E4E2211D-7058-ED41-DA00-1C0D6835F67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20" y="2461"/>
                <a:ext cx="580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s-ES_tradnl" noProof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9" name="Line 9">
                <a:extLst>
                  <a:ext uri="{FF2B5EF4-FFF2-40B4-BE49-F238E27FC236}">
                    <a16:creationId xmlns:a16="http://schemas.microsoft.com/office/drawing/2014/main" id="{FE3CE401-4A1A-27BB-CF00-478B0015195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654" y="1997"/>
                <a:ext cx="512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s-ES_tradnl" noProof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0" name="Line 10">
                <a:extLst>
                  <a:ext uri="{FF2B5EF4-FFF2-40B4-BE49-F238E27FC236}">
                    <a16:creationId xmlns:a16="http://schemas.microsoft.com/office/drawing/2014/main" id="{1091E7FF-4960-6D74-937D-65F000ECA4E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59" y="1997"/>
                <a:ext cx="154" cy="189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s-ES_tradnl" noProof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1" name="Line 11">
                <a:extLst>
                  <a:ext uri="{FF2B5EF4-FFF2-40B4-BE49-F238E27FC236}">
                    <a16:creationId xmlns:a16="http://schemas.microsoft.com/office/drawing/2014/main" id="{4DCB9B6A-BA5D-90B1-DB11-D45A967E957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592" y="1997"/>
                <a:ext cx="370" cy="464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s-ES_tradnl" noProof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2" name="Line 12">
                <a:extLst>
                  <a:ext uri="{FF2B5EF4-FFF2-40B4-BE49-F238E27FC236}">
                    <a16:creationId xmlns:a16="http://schemas.microsoft.com/office/drawing/2014/main" id="{B872743A-5B3B-227B-6AF0-C1CB1F863FD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2456" y="1997"/>
                <a:ext cx="512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s-ES_tradnl" noProof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3" name="Line 13">
                <a:extLst>
                  <a:ext uri="{FF2B5EF4-FFF2-40B4-BE49-F238E27FC236}">
                    <a16:creationId xmlns:a16="http://schemas.microsoft.com/office/drawing/2014/main" id="{06573C5D-39E8-8989-CE81-C4EC791055D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305" y="1993"/>
                <a:ext cx="157" cy="196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s-ES_tradnl" noProof="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30" name="Line 14">
              <a:extLst>
                <a:ext uri="{FF2B5EF4-FFF2-40B4-BE49-F238E27FC236}">
                  <a16:creationId xmlns:a16="http://schemas.microsoft.com/office/drawing/2014/main" id="{520FA4DF-DFD5-C33A-B5FB-7DE86506D7C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23" y="1754"/>
              <a:ext cx="0" cy="29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s-ES_tradnl" noProof="0" dirty="0">
                <a:solidFill>
                  <a:schemeClr val="tx1"/>
                </a:solidFill>
              </a:endParaRPr>
            </a:p>
          </p:txBody>
        </p:sp>
        <p:sp>
          <p:nvSpPr>
            <p:cNvPr id="31" name="Rectangle 15">
              <a:extLst>
                <a:ext uri="{FF2B5EF4-FFF2-40B4-BE49-F238E27FC236}">
                  <a16:creationId xmlns:a16="http://schemas.microsoft.com/office/drawing/2014/main" id="{71AE9FDA-E8BA-1D84-AC99-E69F4D373E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05" y="2607"/>
              <a:ext cx="848" cy="133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s-ES_tradnl" sz="1000" noProof="0" dirty="0">
                  <a:solidFill>
                    <a:schemeClr val="tx1"/>
                  </a:solidFill>
                </a:rPr>
                <a:t>HI</a:t>
              </a:r>
            </a:p>
          </p:txBody>
        </p:sp>
        <p:sp>
          <p:nvSpPr>
            <p:cNvPr id="32" name="Rectangle 16">
              <a:extLst>
                <a:ext uri="{FF2B5EF4-FFF2-40B4-BE49-F238E27FC236}">
                  <a16:creationId xmlns:a16="http://schemas.microsoft.com/office/drawing/2014/main" id="{350204DE-5B75-D212-DA0F-7B665051FF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53" y="2607"/>
              <a:ext cx="885" cy="133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s-ES_tradnl" sz="1000" noProof="0" dirty="0">
                  <a:solidFill>
                    <a:schemeClr val="tx1"/>
                  </a:solidFill>
                </a:rPr>
                <a:t>LO</a:t>
              </a:r>
            </a:p>
          </p:txBody>
        </p:sp>
        <p:sp>
          <p:nvSpPr>
            <p:cNvPr id="33" name="Line 17">
              <a:extLst>
                <a:ext uri="{FF2B5EF4-FFF2-40B4-BE49-F238E27FC236}">
                  <a16:creationId xmlns:a16="http://schemas.microsoft.com/office/drawing/2014/main" id="{E9E4A99E-D4C7-9184-422A-5C1EC2AED6D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61" y="2377"/>
              <a:ext cx="0" cy="23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s-ES_tradnl" noProof="0" dirty="0">
                <a:solidFill>
                  <a:schemeClr val="tx1"/>
                </a:solidFill>
              </a:endParaRPr>
            </a:p>
          </p:txBody>
        </p:sp>
        <p:sp>
          <p:nvSpPr>
            <p:cNvPr id="34" name="Line 18">
              <a:extLst>
                <a:ext uri="{FF2B5EF4-FFF2-40B4-BE49-F238E27FC236}">
                  <a16:creationId xmlns:a16="http://schemas.microsoft.com/office/drawing/2014/main" id="{130A8767-E3AA-59CB-4FB4-E1FB8A969A2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54" y="2531"/>
              <a:ext cx="197" cy="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s-ES_tradnl" noProof="0" dirty="0">
                <a:solidFill>
                  <a:schemeClr val="tx1"/>
                </a:solidFill>
              </a:endParaRPr>
            </a:p>
          </p:txBody>
        </p:sp>
        <p:sp>
          <p:nvSpPr>
            <p:cNvPr id="35" name="Freeform 19">
              <a:extLst>
                <a:ext uri="{FF2B5EF4-FFF2-40B4-BE49-F238E27FC236}">
                  <a16:creationId xmlns:a16="http://schemas.microsoft.com/office/drawing/2014/main" id="{8BD8D978-5AFB-DF9F-B357-C80481C69C41}"/>
                </a:ext>
              </a:extLst>
            </p:cNvPr>
            <p:cNvSpPr>
              <a:spLocks/>
            </p:cNvSpPr>
            <p:nvPr/>
          </p:nvSpPr>
          <p:spPr bwMode="auto">
            <a:xfrm>
              <a:off x="2772" y="1853"/>
              <a:ext cx="689" cy="1082"/>
            </a:xfrm>
            <a:custGeom>
              <a:avLst/>
              <a:gdLst>
                <a:gd name="T0" fmla="*/ 471 w 1008"/>
                <a:gd name="T1" fmla="*/ 605 h 1584"/>
                <a:gd name="T2" fmla="*/ 471 w 1008"/>
                <a:gd name="T3" fmla="*/ 694 h 1584"/>
                <a:gd name="T4" fmla="*/ 471 w 1008"/>
                <a:gd name="T5" fmla="*/ 739 h 1584"/>
                <a:gd name="T6" fmla="*/ 0 w 1008"/>
                <a:gd name="T7" fmla="*/ 739 h 1584"/>
                <a:gd name="T8" fmla="*/ 0 w 1008"/>
                <a:gd name="T9" fmla="*/ 0 h 1584"/>
                <a:gd name="T10" fmla="*/ 292 w 1008"/>
                <a:gd name="T11" fmla="*/ 0 h 1584"/>
                <a:gd name="T12" fmla="*/ 292 w 1008"/>
                <a:gd name="T13" fmla="*/ 135 h 158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008"/>
                <a:gd name="T22" fmla="*/ 0 h 1584"/>
                <a:gd name="T23" fmla="*/ 1008 w 1008"/>
                <a:gd name="T24" fmla="*/ 1584 h 1584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008" h="1584">
                  <a:moveTo>
                    <a:pt x="1008" y="1296"/>
                  </a:moveTo>
                  <a:lnTo>
                    <a:pt x="1008" y="1488"/>
                  </a:lnTo>
                  <a:lnTo>
                    <a:pt x="1008" y="1584"/>
                  </a:lnTo>
                  <a:lnTo>
                    <a:pt x="0" y="1584"/>
                  </a:lnTo>
                  <a:lnTo>
                    <a:pt x="0" y="0"/>
                  </a:lnTo>
                  <a:lnTo>
                    <a:pt x="624" y="0"/>
                  </a:lnTo>
                  <a:lnTo>
                    <a:pt x="624" y="288"/>
                  </a:lnTo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s-ES_tradnl" noProof="0" dirty="0">
                <a:solidFill>
                  <a:schemeClr val="tx1"/>
                </a:solidFill>
              </a:endParaRPr>
            </a:p>
          </p:txBody>
        </p:sp>
        <p:sp>
          <p:nvSpPr>
            <p:cNvPr id="36" name="Text Box 20">
              <a:extLst>
                <a:ext uri="{FF2B5EF4-FFF2-40B4-BE49-F238E27FC236}">
                  <a16:creationId xmlns:a16="http://schemas.microsoft.com/office/drawing/2014/main" id="{5E5CE08D-DF9D-E1AE-B135-BE81DF8F8C2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39" y="2135"/>
              <a:ext cx="484" cy="250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s-ES_tradnl" sz="1000" b="1" noProof="0" dirty="0">
                  <a:solidFill>
                    <a:schemeClr val="tx1"/>
                  </a:solidFill>
                </a:rPr>
                <a:t>Sum/Rest</a:t>
              </a:r>
            </a:p>
            <a:p>
              <a:pPr algn="ctr"/>
              <a:r>
                <a:rPr lang="es-ES_tradnl" sz="1000" b="1" noProof="0" dirty="0">
                  <a:solidFill>
                    <a:schemeClr val="tx1"/>
                  </a:solidFill>
                </a:rPr>
                <a:t>n bits</a:t>
              </a:r>
            </a:p>
          </p:txBody>
        </p:sp>
        <p:sp>
          <p:nvSpPr>
            <p:cNvPr id="37" name="Line 21">
              <a:extLst>
                <a:ext uri="{FF2B5EF4-FFF2-40B4-BE49-F238E27FC236}">
                  <a16:creationId xmlns:a16="http://schemas.microsoft.com/office/drawing/2014/main" id="{8EDB3CA3-8673-FDC1-286E-3104B9021DC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72" y="2607"/>
              <a:ext cx="0" cy="13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/>
            <a:p>
              <a:endParaRPr lang="es-ES_tradnl" noProof="0" dirty="0">
                <a:solidFill>
                  <a:schemeClr val="tx1"/>
                </a:solidFill>
              </a:endParaRPr>
            </a:p>
          </p:txBody>
        </p:sp>
        <p:sp>
          <p:nvSpPr>
            <p:cNvPr id="38" name="Text Box 22">
              <a:extLst>
                <a:ext uri="{FF2B5EF4-FFF2-40B4-BE49-F238E27FC236}">
                  <a16:creationId xmlns:a16="http://schemas.microsoft.com/office/drawing/2014/main" id="{5EE214A3-6858-EB8C-8065-3E13F9893D0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23" y="2727"/>
              <a:ext cx="160" cy="154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s-ES_tradnl" sz="1000" noProof="0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39" name="Text Box 23">
              <a:extLst>
                <a:ext uri="{FF2B5EF4-FFF2-40B4-BE49-F238E27FC236}">
                  <a16:creationId xmlns:a16="http://schemas.microsoft.com/office/drawing/2014/main" id="{1EAC5C6C-8234-13BB-BAC8-0F11C8DA262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47" y="1801"/>
              <a:ext cx="306" cy="154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s-ES_tradnl" sz="1000" noProof="0" dirty="0">
                  <a:solidFill>
                    <a:schemeClr val="tx1"/>
                  </a:solidFill>
                </a:rPr>
                <a:t>n bits</a:t>
              </a:r>
            </a:p>
          </p:txBody>
        </p:sp>
        <p:sp>
          <p:nvSpPr>
            <p:cNvPr id="40" name="Line 24">
              <a:extLst>
                <a:ext uri="{FF2B5EF4-FFF2-40B4-BE49-F238E27FC236}">
                  <a16:creationId xmlns:a16="http://schemas.microsoft.com/office/drawing/2014/main" id="{68F448EF-8375-C513-6EC7-D8ADFE3FE3E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379" y="2804"/>
              <a:ext cx="0" cy="16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s-ES_tradnl" noProof="0" dirty="0">
                <a:solidFill>
                  <a:schemeClr val="tx1"/>
                </a:solidFill>
              </a:endParaRPr>
            </a:p>
          </p:txBody>
        </p:sp>
        <p:sp>
          <p:nvSpPr>
            <p:cNvPr id="41" name="Text Box 25">
              <a:extLst>
                <a:ext uri="{FF2B5EF4-FFF2-40B4-BE49-F238E27FC236}">
                  <a16:creationId xmlns:a16="http://schemas.microsoft.com/office/drawing/2014/main" id="{0CD3F485-ED3E-4C77-2157-DCED531EED5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18" y="2947"/>
              <a:ext cx="722" cy="346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s-ES_tradnl" sz="1000" noProof="0" dirty="0">
                  <a:solidFill>
                    <a:schemeClr val="tx1"/>
                  </a:solidFill>
                </a:rPr>
                <a:t>Inicialmente contiene el multiplicador Q</a:t>
              </a:r>
            </a:p>
          </p:txBody>
        </p:sp>
        <p:sp>
          <p:nvSpPr>
            <p:cNvPr id="42" name="Oval 26">
              <a:extLst>
                <a:ext uri="{FF2B5EF4-FFF2-40B4-BE49-F238E27FC236}">
                  <a16:creationId xmlns:a16="http://schemas.microsoft.com/office/drawing/2014/main" id="{E94E9F8B-CEE0-6EC1-A0DA-4F2C4D9FE8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13" y="1951"/>
              <a:ext cx="525" cy="492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r>
                <a:rPr lang="es-ES_tradnl" sz="1000" noProof="0" dirty="0">
                  <a:solidFill>
                    <a:schemeClr val="tx1"/>
                  </a:solidFill>
                </a:rPr>
                <a:t>Control</a:t>
              </a:r>
            </a:p>
            <a:p>
              <a:r>
                <a:rPr lang="es-ES_tradnl" sz="1000" noProof="0" dirty="0">
                  <a:solidFill>
                    <a:schemeClr val="tx1"/>
                  </a:solidFill>
                </a:rPr>
                <a:t>secuencial</a:t>
              </a:r>
            </a:p>
          </p:txBody>
        </p:sp>
        <p:sp>
          <p:nvSpPr>
            <p:cNvPr id="43" name="Line 27">
              <a:extLst>
                <a:ext uri="{FF2B5EF4-FFF2-40B4-BE49-F238E27FC236}">
                  <a16:creationId xmlns:a16="http://schemas.microsoft.com/office/drawing/2014/main" id="{011A0871-8ED1-3FC1-B32F-52C5A576606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789" y="2213"/>
              <a:ext cx="132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s-ES_tradnl" noProof="0" dirty="0">
                <a:solidFill>
                  <a:schemeClr val="tx1"/>
                </a:solidFill>
              </a:endParaRPr>
            </a:p>
          </p:txBody>
        </p:sp>
        <p:sp>
          <p:nvSpPr>
            <p:cNvPr id="44" name="Freeform 28">
              <a:extLst>
                <a:ext uri="{FF2B5EF4-FFF2-40B4-BE49-F238E27FC236}">
                  <a16:creationId xmlns:a16="http://schemas.microsoft.com/office/drawing/2014/main" id="{E79EDC39-2F43-3962-89F3-F7592628E45E}"/>
                </a:ext>
              </a:extLst>
            </p:cNvPr>
            <p:cNvSpPr>
              <a:spLocks/>
            </p:cNvSpPr>
            <p:nvPr/>
          </p:nvSpPr>
          <p:spPr bwMode="auto">
            <a:xfrm>
              <a:off x="4805" y="2291"/>
              <a:ext cx="324" cy="316"/>
            </a:xfrm>
            <a:custGeom>
              <a:avLst/>
              <a:gdLst>
                <a:gd name="T0" fmla="*/ 0 w 192"/>
                <a:gd name="T1" fmla="*/ 260 h 384"/>
                <a:gd name="T2" fmla="*/ 0 w 192"/>
                <a:gd name="T3" fmla="*/ 98 h 384"/>
                <a:gd name="T4" fmla="*/ 547 w 192"/>
                <a:gd name="T5" fmla="*/ 0 h 384"/>
                <a:gd name="T6" fmla="*/ 0 60000 65536"/>
                <a:gd name="T7" fmla="*/ 0 60000 65536"/>
                <a:gd name="T8" fmla="*/ 0 60000 65536"/>
                <a:gd name="T9" fmla="*/ 0 w 192"/>
                <a:gd name="T10" fmla="*/ 0 h 384"/>
                <a:gd name="T11" fmla="*/ 192 w 192"/>
                <a:gd name="T12" fmla="*/ 384 h 38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92" h="384">
                  <a:moveTo>
                    <a:pt x="0" y="384"/>
                  </a:moveTo>
                  <a:lnTo>
                    <a:pt x="0" y="144"/>
                  </a:lnTo>
                  <a:lnTo>
                    <a:pt x="192" y="0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s-ES_tradnl" noProof="0" dirty="0">
                <a:solidFill>
                  <a:schemeClr val="tx1"/>
                </a:solidFill>
              </a:endParaRPr>
            </a:p>
          </p:txBody>
        </p:sp>
        <p:sp>
          <p:nvSpPr>
            <p:cNvPr id="45" name="Freeform 29">
              <a:extLst>
                <a:ext uri="{FF2B5EF4-FFF2-40B4-BE49-F238E27FC236}">
                  <a16:creationId xmlns:a16="http://schemas.microsoft.com/office/drawing/2014/main" id="{C099411C-56E8-C501-F6E4-4A8B9B8BC652}"/>
                </a:ext>
              </a:extLst>
            </p:cNvPr>
            <p:cNvSpPr>
              <a:spLocks/>
            </p:cNvSpPr>
            <p:nvPr/>
          </p:nvSpPr>
          <p:spPr bwMode="auto">
            <a:xfrm>
              <a:off x="4942" y="2420"/>
              <a:ext cx="322" cy="220"/>
            </a:xfrm>
            <a:custGeom>
              <a:avLst/>
              <a:gdLst>
                <a:gd name="T0" fmla="*/ 322 w 322"/>
                <a:gd name="T1" fmla="*/ 0 h 220"/>
                <a:gd name="T2" fmla="*/ 322 w 322"/>
                <a:gd name="T3" fmla="*/ 220 h 220"/>
                <a:gd name="T4" fmla="*/ 0 w 322"/>
                <a:gd name="T5" fmla="*/ 219 h 220"/>
                <a:gd name="T6" fmla="*/ 0 60000 65536"/>
                <a:gd name="T7" fmla="*/ 0 60000 65536"/>
                <a:gd name="T8" fmla="*/ 0 60000 65536"/>
                <a:gd name="T9" fmla="*/ 0 w 322"/>
                <a:gd name="T10" fmla="*/ 0 h 220"/>
                <a:gd name="T11" fmla="*/ 322 w 322"/>
                <a:gd name="T12" fmla="*/ 220 h 22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22" h="220">
                  <a:moveTo>
                    <a:pt x="322" y="0"/>
                  </a:moveTo>
                  <a:lnTo>
                    <a:pt x="322" y="220"/>
                  </a:lnTo>
                  <a:lnTo>
                    <a:pt x="0" y="219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s-ES_tradnl" noProof="0" dirty="0">
                <a:solidFill>
                  <a:schemeClr val="tx1"/>
                </a:solidFill>
              </a:endParaRPr>
            </a:p>
          </p:txBody>
        </p:sp>
        <p:sp>
          <p:nvSpPr>
            <p:cNvPr id="46" name="Freeform 30">
              <a:extLst>
                <a:ext uri="{FF2B5EF4-FFF2-40B4-BE49-F238E27FC236}">
                  <a16:creationId xmlns:a16="http://schemas.microsoft.com/office/drawing/2014/main" id="{46BDF363-FC3F-D800-A1CF-525D609127C3}"/>
                </a:ext>
              </a:extLst>
            </p:cNvPr>
            <p:cNvSpPr>
              <a:spLocks/>
            </p:cNvSpPr>
            <p:nvPr/>
          </p:nvSpPr>
          <p:spPr bwMode="auto">
            <a:xfrm>
              <a:off x="4946" y="2421"/>
              <a:ext cx="548" cy="285"/>
            </a:xfrm>
            <a:custGeom>
              <a:avLst/>
              <a:gdLst>
                <a:gd name="T0" fmla="*/ 548 w 548"/>
                <a:gd name="T1" fmla="*/ 0 h 285"/>
                <a:gd name="T2" fmla="*/ 548 w 548"/>
                <a:gd name="T3" fmla="*/ 284 h 285"/>
                <a:gd name="T4" fmla="*/ 0 w 548"/>
                <a:gd name="T5" fmla="*/ 285 h 285"/>
                <a:gd name="T6" fmla="*/ 0 60000 65536"/>
                <a:gd name="T7" fmla="*/ 0 60000 65536"/>
                <a:gd name="T8" fmla="*/ 0 60000 65536"/>
                <a:gd name="T9" fmla="*/ 0 w 548"/>
                <a:gd name="T10" fmla="*/ 0 h 285"/>
                <a:gd name="T11" fmla="*/ 548 w 548"/>
                <a:gd name="T12" fmla="*/ 285 h 28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48" h="285">
                  <a:moveTo>
                    <a:pt x="548" y="0"/>
                  </a:moveTo>
                  <a:lnTo>
                    <a:pt x="548" y="284"/>
                  </a:lnTo>
                  <a:lnTo>
                    <a:pt x="0" y="285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s-ES_tradnl" noProof="0" dirty="0">
                <a:solidFill>
                  <a:schemeClr val="tx1"/>
                </a:solidFill>
              </a:endParaRPr>
            </a:p>
          </p:txBody>
        </p:sp>
        <p:sp>
          <p:nvSpPr>
            <p:cNvPr id="47" name="Text Box 31">
              <a:extLst>
                <a:ext uri="{FF2B5EF4-FFF2-40B4-BE49-F238E27FC236}">
                  <a16:creationId xmlns:a16="http://schemas.microsoft.com/office/drawing/2014/main" id="{D9A22CB3-C56C-38FE-1F3C-BC61468584A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85" y="2496"/>
              <a:ext cx="383" cy="154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s-ES_tradnl" sz="1000" noProof="0" dirty="0">
                  <a:solidFill>
                    <a:schemeClr val="tx1"/>
                  </a:solidFill>
                </a:rPr>
                <a:t>Escribir</a:t>
              </a:r>
            </a:p>
          </p:txBody>
        </p:sp>
        <p:sp>
          <p:nvSpPr>
            <p:cNvPr id="48" name="Text Box 32">
              <a:extLst>
                <a:ext uri="{FF2B5EF4-FFF2-40B4-BE49-F238E27FC236}">
                  <a16:creationId xmlns:a16="http://schemas.microsoft.com/office/drawing/2014/main" id="{0BDE15B9-C461-0C7F-B7A6-D2AFEE1F4BC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93" y="2686"/>
              <a:ext cx="691" cy="154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s-ES_tradnl" sz="1000" noProof="0" dirty="0">
                  <a:solidFill>
                    <a:schemeClr val="tx1"/>
                  </a:solidFill>
                </a:rPr>
                <a:t>Desplazar dcha.</a:t>
              </a:r>
            </a:p>
          </p:txBody>
        </p:sp>
        <p:sp>
          <p:nvSpPr>
            <p:cNvPr id="49" name="Text Box 33">
              <a:extLst>
                <a:ext uri="{FF2B5EF4-FFF2-40B4-BE49-F238E27FC236}">
                  <a16:creationId xmlns:a16="http://schemas.microsoft.com/office/drawing/2014/main" id="{CCE9903E-A866-5ED5-07CB-6AEC8982054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83" y="2036"/>
              <a:ext cx="844" cy="192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s-ES_tradnl" sz="1400" b="1" noProof="0" dirty="0">
                  <a:solidFill>
                    <a:schemeClr val="tx1"/>
                  </a:solidFill>
                </a:rPr>
                <a:t>Sumar/Restar</a:t>
              </a:r>
            </a:p>
          </p:txBody>
        </p:sp>
        <p:sp>
          <p:nvSpPr>
            <p:cNvPr id="50" name="Rectangle 34">
              <a:extLst>
                <a:ext uri="{FF2B5EF4-FFF2-40B4-BE49-F238E27FC236}">
                  <a16:creationId xmlns:a16="http://schemas.microsoft.com/office/drawing/2014/main" id="{97BB3722-8627-2CC7-E2F7-8CBE30D27F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69" y="2607"/>
              <a:ext cx="136" cy="133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s-ES_tradnl" sz="1000" noProof="0" dirty="0">
                  <a:solidFill>
                    <a:schemeClr val="tx1"/>
                  </a:solidFill>
                </a:rPr>
                <a:t>S</a:t>
              </a:r>
            </a:p>
          </p:txBody>
        </p:sp>
        <p:sp>
          <p:nvSpPr>
            <p:cNvPr id="51" name="Freeform 35">
              <a:extLst>
                <a:ext uri="{FF2B5EF4-FFF2-40B4-BE49-F238E27FC236}">
                  <a16:creationId xmlns:a16="http://schemas.microsoft.com/office/drawing/2014/main" id="{75CCC1BD-3EC8-D429-ADF6-6CC6893111A3}"/>
                </a:ext>
              </a:extLst>
            </p:cNvPr>
            <p:cNvSpPr>
              <a:spLocks/>
            </p:cNvSpPr>
            <p:nvPr/>
          </p:nvSpPr>
          <p:spPr bwMode="auto">
            <a:xfrm>
              <a:off x="3012" y="2300"/>
              <a:ext cx="203" cy="299"/>
            </a:xfrm>
            <a:custGeom>
              <a:avLst/>
              <a:gdLst>
                <a:gd name="T0" fmla="*/ 138 w 298"/>
                <a:gd name="T1" fmla="*/ 0 h 438"/>
                <a:gd name="T2" fmla="*/ 0 w 298"/>
                <a:gd name="T3" fmla="*/ 119 h 438"/>
                <a:gd name="T4" fmla="*/ 0 w 298"/>
                <a:gd name="T5" fmla="*/ 204 h 438"/>
                <a:gd name="T6" fmla="*/ 0 60000 65536"/>
                <a:gd name="T7" fmla="*/ 0 60000 65536"/>
                <a:gd name="T8" fmla="*/ 0 60000 65536"/>
                <a:gd name="T9" fmla="*/ 0 w 298"/>
                <a:gd name="T10" fmla="*/ 0 h 438"/>
                <a:gd name="T11" fmla="*/ 298 w 298"/>
                <a:gd name="T12" fmla="*/ 438 h 43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98" h="438">
                  <a:moveTo>
                    <a:pt x="298" y="0"/>
                  </a:moveTo>
                  <a:lnTo>
                    <a:pt x="0" y="257"/>
                  </a:lnTo>
                  <a:lnTo>
                    <a:pt x="0" y="438"/>
                  </a:lnTo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s-ES_tradnl" noProof="0" dirty="0">
                <a:solidFill>
                  <a:schemeClr val="tx1"/>
                </a:solidFill>
              </a:endParaRPr>
            </a:p>
          </p:txBody>
        </p:sp>
        <p:sp>
          <p:nvSpPr>
            <p:cNvPr id="52" name="Text Box 36">
              <a:extLst>
                <a:ext uri="{FF2B5EF4-FFF2-40B4-BE49-F238E27FC236}">
                  <a16:creationId xmlns:a16="http://schemas.microsoft.com/office/drawing/2014/main" id="{76DCF329-DAFA-C050-806F-64BF6EED271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47" y="2246"/>
              <a:ext cx="306" cy="154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s-ES_tradnl" sz="1000" noProof="0" dirty="0">
                  <a:solidFill>
                    <a:schemeClr val="tx1"/>
                  </a:solidFill>
                </a:rPr>
                <a:t>signo</a:t>
              </a:r>
            </a:p>
          </p:txBody>
        </p:sp>
        <p:sp>
          <p:nvSpPr>
            <p:cNvPr id="53" name="Rectangle 59">
              <a:extLst>
                <a:ext uri="{FF2B5EF4-FFF2-40B4-BE49-F238E27FC236}">
                  <a16:creationId xmlns:a16="http://schemas.microsoft.com/office/drawing/2014/main" id="{9AF876B3-5EA5-E29E-0F7C-6ECE878C6E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54" y="2606"/>
              <a:ext cx="76" cy="135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s-ES_tradnl" noProof="0" dirty="0">
                <a:solidFill>
                  <a:schemeClr val="tx1"/>
                </a:solidFill>
              </a:endParaRPr>
            </a:p>
          </p:txBody>
        </p:sp>
        <p:sp>
          <p:nvSpPr>
            <p:cNvPr id="54" name="Line 60">
              <a:extLst>
                <a:ext uri="{FF2B5EF4-FFF2-40B4-BE49-F238E27FC236}">
                  <a16:creationId xmlns:a16="http://schemas.microsoft.com/office/drawing/2014/main" id="{4B61D0A1-EA15-7AE8-D358-0B9CBBA3EDF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906" y="2766"/>
              <a:ext cx="0" cy="27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s-ES_tradnl" noProof="0" dirty="0">
                <a:solidFill>
                  <a:schemeClr val="tx1"/>
                </a:solidFill>
              </a:endParaRPr>
            </a:p>
          </p:txBody>
        </p:sp>
        <p:sp>
          <p:nvSpPr>
            <p:cNvPr id="55" name="Text Box 61">
              <a:extLst>
                <a:ext uri="{FF2B5EF4-FFF2-40B4-BE49-F238E27FC236}">
                  <a16:creationId xmlns:a16="http://schemas.microsoft.com/office/drawing/2014/main" id="{90E308B8-2256-737D-AC96-B4580585ED0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27" y="3020"/>
              <a:ext cx="563" cy="192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s-ES_tradnl" sz="1400" b="1" noProof="0" dirty="0">
                  <a:solidFill>
                    <a:schemeClr val="tx1"/>
                  </a:solidFill>
                </a:rPr>
                <a:t>Bit extra</a:t>
              </a:r>
            </a:p>
          </p:txBody>
        </p:sp>
        <p:sp>
          <p:nvSpPr>
            <p:cNvPr id="56" name="Freeform 64">
              <a:extLst>
                <a:ext uri="{FF2B5EF4-FFF2-40B4-BE49-F238E27FC236}">
                  <a16:creationId xmlns:a16="http://schemas.microsoft.com/office/drawing/2014/main" id="{E0AF316C-FC9C-0090-6F99-D5695815BE97}"/>
                </a:ext>
              </a:extLst>
            </p:cNvPr>
            <p:cNvSpPr>
              <a:spLocks/>
            </p:cNvSpPr>
            <p:nvPr/>
          </p:nvSpPr>
          <p:spPr bwMode="auto">
            <a:xfrm>
              <a:off x="4901" y="2387"/>
              <a:ext cx="324" cy="221"/>
            </a:xfrm>
            <a:custGeom>
              <a:avLst/>
              <a:gdLst>
                <a:gd name="T0" fmla="*/ 0 w 324"/>
                <a:gd name="T1" fmla="*/ 221 h 221"/>
                <a:gd name="T2" fmla="*/ 0 w 324"/>
                <a:gd name="T3" fmla="*/ 119 h 221"/>
                <a:gd name="T4" fmla="*/ 324 w 324"/>
                <a:gd name="T5" fmla="*/ 0 h 221"/>
                <a:gd name="T6" fmla="*/ 0 60000 65536"/>
                <a:gd name="T7" fmla="*/ 0 60000 65536"/>
                <a:gd name="T8" fmla="*/ 0 60000 65536"/>
                <a:gd name="T9" fmla="*/ 0 w 324"/>
                <a:gd name="T10" fmla="*/ 0 h 221"/>
                <a:gd name="T11" fmla="*/ 324 w 324"/>
                <a:gd name="T12" fmla="*/ 221 h 22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24" h="221">
                  <a:moveTo>
                    <a:pt x="0" y="221"/>
                  </a:moveTo>
                  <a:lnTo>
                    <a:pt x="0" y="119"/>
                  </a:lnTo>
                  <a:lnTo>
                    <a:pt x="324" y="0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s-ES_tradnl" noProof="0" dirty="0">
                <a:solidFill>
                  <a:schemeClr val="tx1"/>
                </a:solidFill>
              </a:endParaRPr>
            </a:p>
          </p:txBody>
        </p:sp>
      </p:grpSp>
      <p:sp>
        <p:nvSpPr>
          <p:cNvPr id="64" name="Text Box 68">
            <a:extLst>
              <a:ext uri="{FF2B5EF4-FFF2-40B4-BE49-F238E27FC236}">
                <a16:creationId xmlns:a16="http://schemas.microsoft.com/office/drawing/2014/main" id="{609CAFFF-19E8-93C7-B658-C755BE4B24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98913" y="5290145"/>
            <a:ext cx="4881562" cy="10191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marL="195263" indent="-195263" algn="l">
              <a:buFontTx/>
              <a:buChar char="•"/>
            </a:pPr>
            <a:r>
              <a:rPr lang="es-ES_tradnl" sz="2000" noProof="0" dirty="0">
                <a:solidFill>
                  <a:schemeClr val="tx1"/>
                </a:solidFill>
              </a:rPr>
              <a:t>El algoritmo requiere </a:t>
            </a:r>
            <a:r>
              <a:rPr lang="es-ES_tradnl" sz="2000" noProof="0" dirty="0">
                <a:solidFill>
                  <a:srgbClr val="FF0000"/>
                </a:solidFill>
              </a:rPr>
              <a:t>n ciclos</a:t>
            </a:r>
          </a:p>
          <a:p>
            <a:pPr marL="195263" indent="-195263" algn="l">
              <a:buFontTx/>
              <a:buChar char="•"/>
            </a:pPr>
            <a:r>
              <a:rPr lang="es-ES_tradnl" sz="2000" noProof="0" dirty="0">
                <a:solidFill>
                  <a:schemeClr val="tx1"/>
                </a:solidFill>
              </a:rPr>
              <a:t>En cada ciclo hay que hacer </a:t>
            </a:r>
            <a:r>
              <a:rPr lang="es-ES_tradnl" sz="2000" noProof="0" dirty="0">
                <a:solidFill>
                  <a:srgbClr val="FF0000"/>
                </a:solidFill>
              </a:rPr>
              <a:t>una suma o una resta</a:t>
            </a:r>
            <a:r>
              <a:rPr lang="es-ES_tradnl" sz="2000" noProof="0" dirty="0">
                <a:solidFill>
                  <a:schemeClr val="tx1"/>
                </a:solidFill>
              </a:rPr>
              <a:t> más un desplazamiento</a:t>
            </a:r>
          </a:p>
        </p:txBody>
      </p:sp>
      <p:sp>
        <p:nvSpPr>
          <p:cNvPr id="65" name="Freeform 73">
            <a:extLst>
              <a:ext uri="{FF2B5EF4-FFF2-40B4-BE49-F238E27FC236}">
                <a16:creationId xmlns:a16="http://schemas.microsoft.com/office/drawing/2014/main" id="{9CA1125C-F32D-C815-5DE3-9961BB861AC8}"/>
              </a:ext>
            </a:extLst>
          </p:cNvPr>
          <p:cNvSpPr>
            <a:spLocks/>
          </p:cNvSpPr>
          <p:nvPr/>
        </p:nvSpPr>
        <p:spPr bwMode="auto">
          <a:xfrm>
            <a:off x="4464050" y="3893145"/>
            <a:ext cx="230188" cy="276225"/>
          </a:xfrm>
          <a:custGeom>
            <a:avLst/>
            <a:gdLst>
              <a:gd name="T0" fmla="*/ 365424189 w 145"/>
              <a:gd name="T1" fmla="*/ 151209372 h 174"/>
              <a:gd name="T2" fmla="*/ 219254871 w 145"/>
              <a:gd name="T3" fmla="*/ 12601574 h 174"/>
              <a:gd name="T4" fmla="*/ 37803216 w 145"/>
              <a:gd name="T5" fmla="*/ 73083737 h 174"/>
              <a:gd name="T6" fmla="*/ 7561279 w 145"/>
              <a:gd name="T7" fmla="*/ 199093117 h 174"/>
              <a:gd name="T8" fmla="*/ 32762895 w 145"/>
              <a:gd name="T9" fmla="*/ 370463732 h 174"/>
              <a:gd name="T10" fmla="*/ 206653224 w 145"/>
              <a:gd name="T11" fmla="*/ 430947560 h 174"/>
              <a:gd name="T12" fmla="*/ 347782271 w 145"/>
              <a:gd name="T13" fmla="*/ 418345989 h 17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45"/>
              <a:gd name="T22" fmla="*/ 0 h 174"/>
              <a:gd name="T23" fmla="*/ 145 w 145"/>
              <a:gd name="T24" fmla="*/ 174 h 174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45" h="174">
                <a:moveTo>
                  <a:pt x="145" y="60"/>
                </a:moveTo>
                <a:cubicBezTo>
                  <a:pt x="135" y="51"/>
                  <a:pt x="109" y="10"/>
                  <a:pt x="87" y="5"/>
                </a:cubicBezTo>
                <a:cubicBezTo>
                  <a:pt x="65" y="0"/>
                  <a:pt x="29" y="17"/>
                  <a:pt x="15" y="29"/>
                </a:cubicBezTo>
                <a:cubicBezTo>
                  <a:pt x="1" y="41"/>
                  <a:pt x="3" y="59"/>
                  <a:pt x="3" y="79"/>
                </a:cubicBezTo>
                <a:cubicBezTo>
                  <a:pt x="3" y="99"/>
                  <a:pt x="0" y="132"/>
                  <a:pt x="13" y="147"/>
                </a:cubicBezTo>
                <a:cubicBezTo>
                  <a:pt x="26" y="162"/>
                  <a:pt x="61" y="168"/>
                  <a:pt x="82" y="171"/>
                </a:cubicBezTo>
                <a:cubicBezTo>
                  <a:pt x="103" y="174"/>
                  <a:pt x="119" y="169"/>
                  <a:pt x="138" y="166"/>
                </a:cubicBezTo>
              </a:path>
            </a:pathLst>
          </a:cu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s-ES_tradnl" noProof="0" dirty="0"/>
          </a:p>
        </p:txBody>
      </p:sp>
    </p:spTree>
    <p:extLst>
      <p:ext uri="{BB962C8B-B14F-4D97-AF65-F5344CB8AC3E}">
        <p14:creationId xmlns:p14="http://schemas.microsoft.com/office/powerpoint/2010/main" val="20640229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" grpId="0" animBg="1" autoUpdateAnimBg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AD4F92-862D-8C17-EB90-715614DADB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24759BA8-6C5C-E2B4-8E07-78FA75F7D4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Operadores de multiplicación con signo</a:t>
            </a:r>
            <a:endParaRPr lang="en-US" dirty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26675C9-E74D-4BEA-5353-BF7C858FE6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_tradnl" dirty="0"/>
              <a:t>Retardo y productividad del multiplicador de Booth</a:t>
            </a:r>
          </a:p>
          <a:p>
            <a:endParaRPr lang="en-US" dirty="0"/>
          </a:p>
        </p:txBody>
      </p:sp>
      <p:sp>
        <p:nvSpPr>
          <p:cNvPr id="2" name="Marcador de número de diapositiva 3">
            <a:extLst>
              <a:ext uri="{FF2B5EF4-FFF2-40B4-BE49-F238E27FC236}">
                <a16:creationId xmlns:a16="http://schemas.microsoft.com/office/drawing/2014/main" id="{FF5F8E88-5837-809A-80F5-70455E0F15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86800" y="6529388"/>
            <a:ext cx="457200" cy="328612"/>
          </a:xfrm>
        </p:spPr>
        <p:txBody>
          <a:bodyPr/>
          <a:lstStyle/>
          <a:p>
            <a:fld id="{165D9AA3-C110-4682-A7ED-0B7E64F42347}" type="slidenum">
              <a:rPr lang="es-ES_tradnl" noProof="0" smtClean="0"/>
              <a:pPr/>
              <a:t>58</a:t>
            </a:fld>
            <a:endParaRPr lang="es-ES_tradnl" noProof="0" dirty="0"/>
          </a:p>
        </p:txBody>
      </p:sp>
      <p:sp>
        <p:nvSpPr>
          <p:cNvPr id="5" name="Text Box 92">
            <a:extLst>
              <a:ext uri="{FF2B5EF4-FFF2-40B4-BE49-F238E27FC236}">
                <a16:creationId xmlns:a16="http://schemas.microsoft.com/office/drawing/2014/main" id="{DD2A60F9-41B1-CF10-D870-92A194621D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6759" y="1690688"/>
            <a:ext cx="5805487" cy="424731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/>
            <a:r>
              <a:rPr lang="es-ES_tradnl" sz="1800" noProof="0" dirty="0">
                <a:solidFill>
                  <a:srgbClr val="FF0000"/>
                </a:solidFill>
              </a:rPr>
              <a:t>T (período del reloj del multiplicador) </a:t>
            </a:r>
            <a:r>
              <a:rPr lang="es-ES_tradnl" sz="1800" noProof="0" dirty="0">
                <a:solidFill>
                  <a:schemeClr val="tx1"/>
                </a:solidFill>
              </a:rPr>
              <a:t>=</a:t>
            </a:r>
          </a:p>
          <a:p>
            <a:pPr algn="l"/>
            <a:endParaRPr lang="es-ES_tradnl" sz="1800" noProof="0" dirty="0">
              <a:solidFill>
                <a:schemeClr val="tx1"/>
              </a:solidFill>
            </a:endParaRPr>
          </a:p>
          <a:p>
            <a:pPr algn="l"/>
            <a:r>
              <a:rPr lang="es-ES_tradnl" sz="1800" noProof="0" dirty="0">
                <a:solidFill>
                  <a:schemeClr val="tx1"/>
                </a:solidFill>
              </a:rPr>
              <a:t>Inspección q</a:t>
            </a:r>
            <a:r>
              <a:rPr lang="es-ES_tradnl" sz="1800" baseline="-25000" noProof="0" dirty="0">
                <a:solidFill>
                  <a:schemeClr val="tx1"/>
                </a:solidFill>
              </a:rPr>
              <a:t>i</a:t>
            </a:r>
            <a:r>
              <a:rPr lang="es-ES_tradnl" sz="1800" noProof="0" dirty="0">
                <a:solidFill>
                  <a:schemeClr val="tx1"/>
                </a:solidFill>
              </a:rPr>
              <a:t>q</a:t>
            </a:r>
            <a:r>
              <a:rPr lang="es-ES_tradnl" sz="1800" baseline="-25000" noProof="0" dirty="0">
                <a:solidFill>
                  <a:schemeClr val="tx1"/>
                </a:solidFill>
              </a:rPr>
              <a:t>i-1</a:t>
            </a:r>
            <a:r>
              <a:rPr lang="es-ES_tradnl" sz="1800" noProof="0" dirty="0">
                <a:solidFill>
                  <a:schemeClr val="tx1"/>
                </a:solidFill>
              </a:rPr>
              <a:t> + resta + escribir en HI +</a:t>
            </a:r>
          </a:p>
          <a:p>
            <a:pPr algn="l"/>
            <a:r>
              <a:rPr lang="es-ES_tradnl" sz="1800" noProof="0" dirty="0">
                <a:solidFill>
                  <a:schemeClr val="tx1"/>
                </a:solidFill>
              </a:rPr>
              <a:t>+ desplazar S-HI-LO-X </a:t>
            </a:r>
            <a:r>
              <a:rPr lang="es-ES_tradnl" sz="1800" noProof="0" dirty="0" err="1">
                <a:solidFill>
                  <a:schemeClr val="tx1"/>
                </a:solidFill>
              </a:rPr>
              <a:t>der</a:t>
            </a:r>
            <a:r>
              <a:rPr lang="es-ES_tradnl" sz="1800" noProof="0" dirty="0">
                <a:solidFill>
                  <a:schemeClr val="tx1"/>
                </a:solidFill>
              </a:rPr>
              <a:t>. + evaluar el </a:t>
            </a:r>
            <a:r>
              <a:rPr lang="es-ES_tradnl" sz="1800" noProof="0" dirty="0" err="1">
                <a:solidFill>
                  <a:schemeClr val="tx1"/>
                </a:solidFill>
              </a:rPr>
              <a:t>nº</a:t>
            </a:r>
            <a:r>
              <a:rPr lang="es-ES_tradnl" sz="1800" noProof="0" dirty="0">
                <a:solidFill>
                  <a:schemeClr val="tx1"/>
                </a:solidFill>
              </a:rPr>
              <a:t> ciclo</a:t>
            </a:r>
          </a:p>
          <a:p>
            <a:pPr algn="l"/>
            <a:endParaRPr lang="es-ES_tradnl" sz="1800" noProof="0" dirty="0">
              <a:solidFill>
                <a:schemeClr val="tx1"/>
              </a:solidFill>
            </a:endParaRPr>
          </a:p>
          <a:p>
            <a:pPr algn="l"/>
            <a:r>
              <a:rPr lang="es-ES_tradnl" sz="1800" noProof="0" dirty="0">
                <a:solidFill>
                  <a:srgbClr val="FF0000"/>
                </a:solidFill>
              </a:rPr>
              <a:t>Retardo-multiplicador</a:t>
            </a:r>
            <a:r>
              <a:rPr lang="es-ES_tradnl" sz="1800" noProof="0" dirty="0">
                <a:solidFill>
                  <a:schemeClr val="tx1"/>
                </a:solidFill>
              </a:rPr>
              <a:t> = n x T + </a:t>
            </a:r>
            <a:r>
              <a:rPr lang="es-ES_tradnl" sz="1800" noProof="0" dirty="0" err="1">
                <a:solidFill>
                  <a:schemeClr val="tx1"/>
                </a:solidFill>
              </a:rPr>
              <a:t>t</a:t>
            </a:r>
            <a:r>
              <a:rPr lang="es-ES_tradnl" sz="1800" baseline="-25000" noProof="0" dirty="0" err="1">
                <a:solidFill>
                  <a:schemeClr val="tx1"/>
                </a:solidFill>
              </a:rPr>
              <a:t>inicialización</a:t>
            </a:r>
            <a:endParaRPr lang="es-ES_tradnl" sz="1800" baseline="-25000" noProof="0" dirty="0">
              <a:solidFill>
                <a:schemeClr val="tx1"/>
              </a:solidFill>
            </a:endParaRPr>
          </a:p>
          <a:p>
            <a:pPr algn="l"/>
            <a:endParaRPr lang="es-ES_tradnl" sz="1800" noProof="0" dirty="0">
              <a:solidFill>
                <a:schemeClr val="tx1"/>
              </a:solidFill>
            </a:endParaRPr>
          </a:p>
          <a:p>
            <a:pPr algn="l"/>
            <a:r>
              <a:rPr lang="es-ES_tradnl" sz="1800" noProof="0" dirty="0">
                <a:solidFill>
                  <a:schemeClr val="tx1"/>
                </a:solidFill>
              </a:rPr>
              <a:t>Si la inicialización se hace en un ciclo a parte: </a:t>
            </a:r>
          </a:p>
          <a:p>
            <a:r>
              <a:rPr lang="es-ES_tradnl" sz="1800" noProof="0" dirty="0">
                <a:solidFill>
                  <a:schemeClr val="tx1"/>
                </a:solidFill>
              </a:rPr>
              <a:t>Retardo-multiplicador = (n+1) x T</a:t>
            </a:r>
            <a:endParaRPr lang="es-ES_tradnl" sz="1800" baseline="-25000" noProof="0" dirty="0">
              <a:solidFill>
                <a:schemeClr val="tx1"/>
              </a:solidFill>
            </a:endParaRPr>
          </a:p>
          <a:p>
            <a:pPr algn="l"/>
            <a:endParaRPr lang="es-ES_tradnl" sz="1800" noProof="0" dirty="0">
              <a:solidFill>
                <a:schemeClr val="tx1"/>
              </a:solidFill>
            </a:endParaRPr>
          </a:p>
          <a:p>
            <a:pPr algn="l"/>
            <a:endParaRPr lang="es-ES_tradnl" sz="1800" noProof="0" dirty="0">
              <a:solidFill>
                <a:schemeClr val="tx1"/>
              </a:solidFill>
            </a:endParaRPr>
          </a:p>
          <a:p>
            <a:pPr algn="l"/>
            <a:r>
              <a:rPr lang="es-ES_tradnl" sz="1800" noProof="0" dirty="0">
                <a:solidFill>
                  <a:srgbClr val="FF0000"/>
                </a:solidFill>
              </a:rPr>
              <a:t>Productividad</a:t>
            </a:r>
            <a:r>
              <a:rPr lang="es-ES_tradnl" sz="1800" noProof="0" dirty="0">
                <a:solidFill>
                  <a:schemeClr val="tx1"/>
                </a:solidFill>
              </a:rPr>
              <a:t> = 1 operación/retardo </a:t>
            </a:r>
          </a:p>
          <a:p>
            <a:pPr algn="l"/>
            <a:endParaRPr lang="es-ES_tradnl" sz="1800" noProof="0" dirty="0">
              <a:solidFill>
                <a:schemeClr val="tx1"/>
              </a:solidFill>
            </a:endParaRPr>
          </a:p>
          <a:p>
            <a:pPr algn="l"/>
            <a:r>
              <a:rPr lang="es-ES_tradnl" sz="1800" noProof="0" dirty="0">
                <a:solidFill>
                  <a:schemeClr val="tx1"/>
                </a:solidFill>
              </a:rPr>
              <a:t>Si retardo viene en </a:t>
            </a:r>
            <a:r>
              <a:rPr lang="es-ES_tradnl" sz="1800" noProof="0" dirty="0" err="1">
                <a:solidFill>
                  <a:schemeClr val="tx1"/>
                </a:solidFill>
              </a:rPr>
              <a:t>ns</a:t>
            </a:r>
            <a:r>
              <a:rPr lang="es-ES_tradnl" sz="1800" noProof="0" dirty="0">
                <a:solidFill>
                  <a:schemeClr val="tx1"/>
                </a:solidFill>
              </a:rPr>
              <a:t>, Productividad = (1000/retardo) MOPS</a:t>
            </a:r>
          </a:p>
        </p:txBody>
      </p:sp>
      <p:grpSp>
        <p:nvGrpSpPr>
          <p:cNvPr id="6" name="Group 69">
            <a:extLst>
              <a:ext uri="{FF2B5EF4-FFF2-40B4-BE49-F238E27FC236}">
                <a16:creationId xmlns:a16="http://schemas.microsoft.com/office/drawing/2014/main" id="{FB5192F6-9B9D-1FC3-4CF4-3CD4DFB2FA97}"/>
              </a:ext>
            </a:extLst>
          </p:cNvPr>
          <p:cNvGrpSpPr>
            <a:grpSpLocks/>
          </p:cNvGrpSpPr>
          <p:nvPr/>
        </p:nvGrpSpPr>
        <p:grpSpPr bwMode="auto">
          <a:xfrm>
            <a:off x="5738813" y="1690688"/>
            <a:ext cx="3252787" cy="4484688"/>
            <a:chOff x="311" y="1168"/>
            <a:chExt cx="2049" cy="2825"/>
          </a:xfrm>
        </p:grpSpPr>
        <p:sp>
          <p:nvSpPr>
            <p:cNvPr id="7" name="AutoShape 38">
              <a:extLst>
                <a:ext uri="{FF2B5EF4-FFF2-40B4-BE49-F238E27FC236}">
                  <a16:creationId xmlns:a16="http://schemas.microsoft.com/office/drawing/2014/main" id="{DC4F5336-B9E7-0554-8807-CDE0430335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0" y="1168"/>
              <a:ext cx="653" cy="177"/>
            </a:xfrm>
            <a:prstGeom prst="flowChartAlternateProcess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s-ES_tradnl" sz="1600" noProof="0" dirty="0">
                  <a:solidFill>
                    <a:schemeClr val="tx1"/>
                  </a:solidFill>
                </a:rPr>
                <a:t>Inicio</a:t>
              </a:r>
            </a:p>
          </p:txBody>
        </p:sp>
        <p:sp>
          <p:nvSpPr>
            <p:cNvPr id="8" name="AutoShape 39">
              <a:extLst>
                <a:ext uri="{FF2B5EF4-FFF2-40B4-BE49-F238E27FC236}">
                  <a16:creationId xmlns:a16="http://schemas.microsoft.com/office/drawing/2014/main" id="{D43DC946-B530-8BA9-A25D-DBABD7FB8B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7" y="1559"/>
              <a:ext cx="731" cy="394"/>
            </a:xfrm>
            <a:prstGeom prst="flowChartDecision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s-ES_tradnl" sz="1600" noProof="0" dirty="0">
                  <a:solidFill>
                    <a:schemeClr val="tx1"/>
                  </a:solidFill>
                </a:rPr>
                <a:t>q</a:t>
              </a:r>
              <a:r>
                <a:rPr lang="es-ES_tradnl" sz="1600" baseline="-25000" noProof="0" dirty="0">
                  <a:solidFill>
                    <a:schemeClr val="tx1"/>
                  </a:solidFill>
                </a:rPr>
                <a:t>i</a:t>
              </a:r>
              <a:r>
                <a:rPr lang="es-ES_tradnl" sz="1600" noProof="0" dirty="0">
                  <a:solidFill>
                    <a:schemeClr val="tx1"/>
                  </a:solidFill>
                </a:rPr>
                <a:t>q</a:t>
              </a:r>
              <a:r>
                <a:rPr lang="es-ES_tradnl" sz="1600" baseline="-25000" noProof="0" dirty="0">
                  <a:solidFill>
                    <a:schemeClr val="tx1"/>
                  </a:solidFill>
                </a:rPr>
                <a:t>i-1</a:t>
              </a:r>
            </a:p>
          </p:txBody>
        </p:sp>
        <p:sp>
          <p:nvSpPr>
            <p:cNvPr id="9" name="AutoShape 40">
              <a:extLst>
                <a:ext uri="{FF2B5EF4-FFF2-40B4-BE49-F238E27FC236}">
                  <a16:creationId xmlns:a16="http://schemas.microsoft.com/office/drawing/2014/main" id="{86E0D929-D550-FE73-971D-2B82854F34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1" y="2182"/>
              <a:ext cx="809" cy="293"/>
            </a:xfrm>
            <a:prstGeom prst="flowChartProcess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s-ES_tradnl" sz="1600" noProof="0" dirty="0">
                  <a:solidFill>
                    <a:schemeClr val="tx1"/>
                  </a:solidFill>
                </a:rPr>
                <a:t>HI </a:t>
              </a:r>
              <a:r>
                <a:rPr lang="es-ES_tradnl" sz="1600" noProof="0" dirty="0">
                  <a:solidFill>
                    <a:schemeClr val="tx1"/>
                  </a:solidFill>
                  <a:sym typeface="Symbol" pitchFamily="18" charset="2"/>
                </a:rPr>
                <a:t> </a:t>
              </a:r>
              <a:r>
                <a:rPr lang="es-ES_tradnl" sz="1600" noProof="0" dirty="0">
                  <a:solidFill>
                    <a:schemeClr val="tx1"/>
                  </a:solidFill>
                </a:rPr>
                <a:t>HI + M</a:t>
              </a:r>
            </a:p>
          </p:txBody>
        </p:sp>
        <p:sp>
          <p:nvSpPr>
            <p:cNvPr id="10" name="AutoShape 41">
              <a:extLst>
                <a:ext uri="{FF2B5EF4-FFF2-40B4-BE49-F238E27FC236}">
                  <a16:creationId xmlns:a16="http://schemas.microsoft.com/office/drawing/2014/main" id="{4FB80E1B-7B22-0406-3B67-3E527DEC87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3" y="2712"/>
              <a:ext cx="1258" cy="349"/>
            </a:xfrm>
            <a:prstGeom prst="flowChartProcess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s-ES_tradnl" sz="1600" noProof="0" dirty="0">
                  <a:solidFill>
                    <a:schemeClr val="tx1"/>
                  </a:solidFill>
                </a:rPr>
                <a:t>Desplazar S-HI-LO-X</a:t>
              </a:r>
            </a:p>
            <a:p>
              <a:pPr algn="ctr"/>
              <a:r>
                <a:rPr lang="es-ES_tradnl" sz="1600" noProof="0" dirty="0">
                  <a:solidFill>
                    <a:schemeClr val="tx1"/>
                  </a:solidFill>
                </a:rPr>
                <a:t>un bit a la dcha.</a:t>
              </a:r>
            </a:p>
          </p:txBody>
        </p:sp>
        <p:sp>
          <p:nvSpPr>
            <p:cNvPr id="11" name="AutoShape 42">
              <a:extLst>
                <a:ext uri="{FF2B5EF4-FFF2-40B4-BE49-F238E27FC236}">
                  <a16:creationId xmlns:a16="http://schemas.microsoft.com/office/drawing/2014/main" id="{56354B0A-F897-1611-E32B-9C67846DA1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1" y="3249"/>
              <a:ext cx="731" cy="394"/>
            </a:xfrm>
            <a:prstGeom prst="flowChartDecision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s-ES_tradnl" sz="1600" noProof="0" dirty="0" err="1">
                  <a:solidFill>
                    <a:schemeClr val="tx1"/>
                  </a:solidFill>
                </a:rPr>
                <a:t>Nº</a:t>
              </a:r>
              <a:r>
                <a:rPr lang="es-ES_tradnl" sz="1600" noProof="0" dirty="0">
                  <a:solidFill>
                    <a:schemeClr val="tx1"/>
                  </a:solidFill>
                </a:rPr>
                <a:t> Ciclo</a:t>
              </a:r>
            </a:p>
          </p:txBody>
        </p:sp>
        <p:sp>
          <p:nvSpPr>
            <p:cNvPr id="12" name="Line 43">
              <a:extLst>
                <a:ext uri="{FF2B5EF4-FFF2-40B4-BE49-F238E27FC236}">
                  <a16:creationId xmlns:a16="http://schemas.microsoft.com/office/drawing/2014/main" id="{F6059C32-8546-ED49-B53C-67ED117D3B8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53" y="1351"/>
              <a:ext cx="0" cy="205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pPr algn="ctr"/>
              <a:endParaRPr lang="es-ES_tradnl" sz="1600" noProof="0" dirty="0">
                <a:solidFill>
                  <a:schemeClr val="tx1"/>
                </a:solidFill>
              </a:endParaRPr>
            </a:p>
          </p:txBody>
        </p:sp>
        <p:sp>
          <p:nvSpPr>
            <p:cNvPr id="13" name="Freeform 44">
              <a:extLst>
                <a:ext uri="{FF2B5EF4-FFF2-40B4-BE49-F238E27FC236}">
                  <a16:creationId xmlns:a16="http://schemas.microsoft.com/office/drawing/2014/main" id="{2CEE46AB-5CEA-8D93-60CB-B1A7AF2DB3C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3" y="1751"/>
              <a:ext cx="194" cy="424"/>
            </a:xfrm>
            <a:custGeom>
              <a:avLst/>
              <a:gdLst>
                <a:gd name="T0" fmla="*/ 206 w 183"/>
                <a:gd name="T1" fmla="*/ 6 h 342"/>
                <a:gd name="T2" fmla="*/ 0 w 183"/>
                <a:gd name="T3" fmla="*/ 6 h 342"/>
                <a:gd name="T4" fmla="*/ 0 w 183"/>
                <a:gd name="T5" fmla="*/ 526 h 342"/>
                <a:gd name="T6" fmla="*/ 0 60000 65536"/>
                <a:gd name="T7" fmla="*/ 0 60000 65536"/>
                <a:gd name="T8" fmla="*/ 0 60000 65536"/>
                <a:gd name="T9" fmla="*/ 0 w 183"/>
                <a:gd name="T10" fmla="*/ 0 h 342"/>
                <a:gd name="T11" fmla="*/ 183 w 183"/>
                <a:gd name="T12" fmla="*/ 342 h 34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83" h="342">
                  <a:moveTo>
                    <a:pt x="183" y="4"/>
                  </a:moveTo>
                  <a:cubicBezTo>
                    <a:pt x="116" y="0"/>
                    <a:pt x="64" y="4"/>
                    <a:pt x="0" y="4"/>
                  </a:cubicBezTo>
                  <a:lnTo>
                    <a:pt x="0" y="342"/>
                  </a:lnTo>
                </a:path>
              </a:pathLst>
            </a:custGeom>
            <a:noFill/>
            <a:ln w="158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pPr algn="ctr"/>
              <a:endParaRPr lang="es-ES_tradnl" sz="1600" noProof="0" dirty="0">
                <a:solidFill>
                  <a:schemeClr val="tx1"/>
                </a:solidFill>
              </a:endParaRPr>
            </a:p>
          </p:txBody>
        </p:sp>
        <p:sp>
          <p:nvSpPr>
            <p:cNvPr id="14" name="Freeform 45">
              <a:extLst>
                <a:ext uri="{FF2B5EF4-FFF2-40B4-BE49-F238E27FC236}">
                  <a16:creationId xmlns:a16="http://schemas.microsoft.com/office/drawing/2014/main" id="{52CEA860-19B7-346D-C6DE-FD09ACD23039}"/>
                </a:ext>
              </a:extLst>
            </p:cNvPr>
            <p:cNvSpPr>
              <a:spLocks/>
            </p:cNvSpPr>
            <p:nvPr/>
          </p:nvSpPr>
          <p:spPr bwMode="auto">
            <a:xfrm>
              <a:off x="695" y="2486"/>
              <a:ext cx="452" cy="220"/>
            </a:xfrm>
            <a:custGeom>
              <a:avLst/>
              <a:gdLst>
                <a:gd name="T0" fmla="*/ 0 w 452"/>
                <a:gd name="T1" fmla="*/ 0 h 220"/>
                <a:gd name="T2" fmla="*/ 0 w 452"/>
                <a:gd name="T3" fmla="*/ 84 h 220"/>
                <a:gd name="T4" fmla="*/ 452 w 452"/>
                <a:gd name="T5" fmla="*/ 84 h 220"/>
                <a:gd name="T6" fmla="*/ 452 w 452"/>
                <a:gd name="T7" fmla="*/ 220 h 22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52"/>
                <a:gd name="T13" fmla="*/ 0 h 220"/>
                <a:gd name="T14" fmla="*/ 452 w 452"/>
                <a:gd name="T15" fmla="*/ 220 h 22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52" h="220">
                  <a:moveTo>
                    <a:pt x="0" y="0"/>
                  </a:moveTo>
                  <a:lnTo>
                    <a:pt x="0" y="84"/>
                  </a:lnTo>
                  <a:lnTo>
                    <a:pt x="452" y="84"/>
                  </a:lnTo>
                  <a:lnTo>
                    <a:pt x="452" y="220"/>
                  </a:lnTo>
                </a:path>
              </a:pathLst>
            </a:custGeom>
            <a:noFill/>
            <a:ln w="158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pPr algn="ctr"/>
              <a:endParaRPr lang="es-ES_tradnl" sz="1600" noProof="0" dirty="0">
                <a:solidFill>
                  <a:schemeClr val="tx1"/>
                </a:solidFill>
              </a:endParaRPr>
            </a:p>
          </p:txBody>
        </p:sp>
        <p:sp>
          <p:nvSpPr>
            <p:cNvPr id="15" name="Line 46">
              <a:extLst>
                <a:ext uri="{FF2B5EF4-FFF2-40B4-BE49-F238E27FC236}">
                  <a16:creationId xmlns:a16="http://schemas.microsoft.com/office/drawing/2014/main" id="{7F45D4F9-B816-38ED-9982-E29D391DC26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47" y="3066"/>
              <a:ext cx="0" cy="172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pPr algn="ctr"/>
              <a:endParaRPr lang="es-ES_tradnl" sz="1600" noProof="0" dirty="0">
                <a:solidFill>
                  <a:schemeClr val="tx1"/>
                </a:solidFill>
              </a:endParaRPr>
            </a:p>
          </p:txBody>
        </p:sp>
        <p:sp>
          <p:nvSpPr>
            <p:cNvPr id="16" name="Freeform 47">
              <a:extLst>
                <a:ext uri="{FF2B5EF4-FFF2-40B4-BE49-F238E27FC236}">
                  <a16:creationId xmlns:a16="http://schemas.microsoft.com/office/drawing/2014/main" id="{DDDCAD6D-6598-3475-B0BC-BE1A277D855E}"/>
                </a:ext>
              </a:extLst>
            </p:cNvPr>
            <p:cNvSpPr>
              <a:spLocks/>
            </p:cNvSpPr>
            <p:nvPr/>
          </p:nvSpPr>
          <p:spPr bwMode="auto">
            <a:xfrm>
              <a:off x="1369" y="2477"/>
              <a:ext cx="436" cy="229"/>
            </a:xfrm>
            <a:custGeom>
              <a:avLst/>
              <a:gdLst>
                <a:gd name="T0" fmla="*/ 436 w 436"/>
                <a:gd name="T1" fmla="*/ 0 h 229"/>
                <a:gd name="T2" fmla="*/ 436 w 436"/>
                <a:gd name="T3" fmla="*/ 92 h 229"/>
                <a:gd name="T4" fmla="*/ 1 w 436"/>
                <a:gd name="T5" fmla="*/ 93 h 229"/>
                <a:gd name="T6" fmla="*/ 0 w 436"/>
                <a:gd name="T7" fmla="*/ 229 h 22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36"/>
                <a:gd name="T13" fmla="*/ 0 h 229"/>
                <a:gd name="T14" fmla="*/ 436 w 436"/>
                <a:gd name="T15" fmla="*/ 229 h 22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36" h="229">
                  <a:moveTo>
                    <a:pt x="436" y="0"/>
                  </a:moveTo>
                  <a:lnTo>
                    <a:pt x="436" y="92"/>
                  </a:lnTo>
                  <a:lnTo>
                    <a:pt x="1" y="93"/>
                  </a:lnTo>
                  <a:lnTo>
                    <a:pt x="0" y="229"/>
                  </a:lnTo>
                </a:path>
              </a:pathLst>
            </a:custGeom>
            <a:noFill/>
            <a:ln w="158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pPr algn="ctr"/>
              <a:endParaRPr lang="es-ES_tradnl" sz="1600" noProof="0" dirty="0">
                <a:solidFill>
                  <a:schemeClr val="tx1"/>
                </a:solidFill>
              </a:endParaRPr>
            </a:p>
          </p:txBody>
        </p:sp>
        <p:sp>
          <p:nvSpPr>
            <p:cNvPr id="17" name="AutoShape 48">
              <a:extLst>
                <a:ext uri="{FF2B5EF4-FFF2-40B4-BE49-F238E27FC236}">
                  <a16:creationId xmlns:a16="http://schemas.microsoft.com/office/drawing/2014/main" id="{E057E357-0E37-320F-DF31-4D3A257AB0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6" y="3816"/>
              <a:ext cx="653" cy="177"/>
            </a:xfrm>
            <a:prstGeom prst="flowChartAlternateProcess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s-ES_tradnl" sz="1600" noProof="0" dirty="0">
                  <a:solidFill>
                    <a:schemeClr val="tx1"/>
                  </a:solidFill>
                </a:rPr>
                <a:t>Fin</a:t>
              </a:r>
            </a:p>
          </p:txBody>
        </p:sp>
        <p:sp>
          <p:nvSpPr>
            <p:cNvPr id="18" name="Line 49">
              <a:extLst>
                <a:ext uri="{FF2B5EF4-FFF2-40B4-BE49-F238E27FC236}">
                  <a16:creationId xmlns:a16="http://schemas.microsoft.com/office/drawing/2014/main" id="{23966388-5655-F5D7-7F0F-A24862519B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47" y="3644"/>
              <a:ext cx="0" cy="162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pPr algn="ctr"/>
              <a:endParaRPr lang="es-ES_tradnl" sz="1600" noProof="0" dirty="0">
                <a:solidFill>
                  <a:schemeClr val="tx1"/>
                </a:solidFill>
              </a:endParaRPr>
            </a:p>
          </p:txBody>
        </p:sp>
        <p:sp>
          <p:nvSpPr>
            <p:cNvPr id="19" name="Text Box 50">
              <a:extLst>
                <a:ext uri="{FF2B5EF4-FFF2-40B4-BE49-F238E27FC236}">
                  <a16:creationId xmlns:a16="http://schemas.microsoft.com/office/drawing/2014/main" id="{4DBAE608-AAEA-6197-E8C7-350BF077026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0" y="1551"/>
              <a:ext cx="260" cy="213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s-ES_tradnl" sz="1600" noProof="0" dirty="0">
                  <a:solidFill>
                    <a:schemeClr val="tx1"/>
                  </a:solidFill>
                </a:rPr>
                <a:t>01</a:t>
              </a:r>
            </a:p>
          </p:txBody>
        </p:sp>
        <p:sp>
          <p:nvSpPr>
            <p:cNvPr id="20" name="Text Box 51">
              <a:extLst>
                <a:ext uri="{FF2B5EF4-FFF2-40B4-BE49-F238E27FC236}">
                  <a16:creationId xmlns:a16="http://schemas.microsoft.com/office/drawing/2014/main" id="{02B37A29-BC14-B624-0B21-EE2A0928280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53" y="1915"/>
              <a:ext cx="430" cy="213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s-ES_tradnl" sz="1600" noProof="0" dirty="0">
                  <a:solidFill>
                    <a:schemeClr val="tx1"/>
                  </a:solidFill>
                </a:rPr>
                <a:t>00/11</a:t>
              </a:r>
            </a:p>
          </p:txBody>
        </p:sp>
        <p:sp>
          <p:nvSpPr>
            <p:cNvPr id="21" name="Text Box 52">
              <a:extLst>
                <a:ext uri="{FF2B5EF4-FFF2-40B4-BE49-F238E27FC236}">
                  <a16:creationId xmlns:a16="http://schemas.microsoft.com/office/drawing/2014/main" id="{3D2FD32C-AE46-E776-0EC6-68FD07B4570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38" y="3600"/>
              <a:ext cx="188" cy="213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s-ES_tradnl" sz="1600" noProof="0" dirty="0">
                  <a:solidFill>
                    <a:schemeClr val="tx1"/>
                  </a:solidFill>
                </a:rPr>
                <a:t>n</a:t>
              </a:r>
            </a:p>
          </p:txBody>
        </p:sp>
        <p:sp>
          <p:nvSpPr>
            <p:cNvPr id="22" name="Freeform 53">
              <a:extLst>
                <a:ext uri="{FF2B5EF4-FFF2-40B4-BE49-F238E27FC236}">
                  <a16:creationId xmlns:a16="http://schemas.microsoft.com/office/drawing/2014/main" id="{71D636A9-F4F8-D68C-0474-7E587859A952}"/>
                </a:ext>
              </a:extLst>
            </p:cNvPr>
            <p:cNvSpPr>
              <a:spLocks/>
            </p:cNvSpPr>
            <p:nvPr/>
          </p:nvSpPr>
          <p:spPr bwMode="auto">
            <a:xfrm>
              <a:off x="1259" y="1427"/>
              <a:ext cx="1101" cy="2019"/>
            </a:xfrm>
            <a:custGeom>
              <a:avLst/>
              <a:gdLst>
                <a:gd name="T0" fmla="*/ 345 w 1101"/>
                <a:gd name="T1" fmla="*/ 2019 h 2019"/>
                <a:gd name="T2" fmla="*/ 1101 w 1101"/>
                <a:gd name="T3" fmla="*/ 2013 h 2019"/>
                <a:gd name="T4" fmla="*/ 1101 w 1101"/>
                <a:gd name="T5" fmla="*/ 0 h 2019"/>
                <a:gd name="T6" fmla="*/ 0 w 1101"/>
                <a:gd name="T7" fmla="*/ 0 h 201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101"/>
                <a:gd name="T13" fmla="*/ 0 h 2019"/>
                <a:gd name="T14" fmla="*/ 1101 w 1101"/>
                <a:gd name="T15" fmla="*/ 2019 h 201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101" h="2019">
                  <a:moveTo>
                    <a:pt x="345" y="2019"/>
                  </a:moveTo>
                  <a:lnTo>
                    <a:pt x="1101" y="2013"/>
                  </a:lnTo>
                  <a:lnTo>
                    <a:pt x="1101" y="0"/>
                  </a:lnTo>
                  <a:lnTo>
                    <a:pt x="0" y="0"/>
                  </a:lnTo>
                </a:path>
              </a:pathLst>
            </a:custGeom>
            <a:noFill/>
            <a:ln w="158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pPr algn="ctr"/>
              <a:endParaRPr lang="es-ES_tradnl" sz="1600" noProof="0" dirty="0">
                <a:solidFill>
                  <a:schemeClr val="tx1"/>
                </a:solidFill>
              </a:endParaRPr>
            </a:p>
          </p:txBody>
        </p:sp>
        <p:sp>
          <p:nvSpPr>
            <p:cNvPr id="23" name="Text Box 54">
              <a:extLst>
                <a:ext uri="{FF2B5EF4-FFF2-40B4-BE49-F238E27FC236}">
                  <a16:creationId xmlns:a16="http://schemas.microsoft.com/office/drawing/2014/main" id="{5F00A60D-9663-556B-6687-94E8D484303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07" y="3246"/>
              <a:ext cx="264" cy="213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s-ES_tradnl" sz="1600" noProof="0" dirty="0">
                  <a:solidFill>
                    <a:schemeClr val="tx1"/>
                  </a:solidFill>
                </a:rPr>
                <a:t>&lt;n</a:t>
              </a:r>
            </a:p>
          </p:txBody>
        </p:sp>
        <p:sp>
          <p:nvSpPr>
            <p:cNvPr id="24" name="AutoShape 55">
              <a:extLst>
                <a:ext uri="{FF2B5EF4-FFF2-40B4-BE49-F238E27FC236}">
                  <a16:creationId xmlns:a16="http://schemas.microsoft.com/office/drawing/2014/main" id="{B6ED24C0-CBA2-5732-65F6-55CAB7B30D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01" y="2183"/>
              <a:ext cx="809" cy="293"/>
            </a:xfrm>
            <a:prstGeom prst="flowChartProcess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s-ES_tradnl" sz="1600" noProof="0" dirty="0">
                  <a:solidFill>
                    <a:schemeClr val="tx1"/>
                  </a:solidFill>
                </a:rPr>
                <a:t>HI </a:t>
              </a:r>
              <a:r>
                <a:rPr lang="es-ES_tradnl" sz="1600" noProof="0" dirty="0">
                  <a:solidFill>
                    <a:schemeClr val="tx1"/>
                  </a:solidFill>
                  <a:sym typeface="Symbol" pitchFamily="18" charset="2"/>
                </a:rPr>
                <a:t> </a:t>
              </a:r>
              <a:r>
                <a:rPr lang="es-ES_tradnl" sz="1600" noProof="0" dirty="0">
                  <a:solidFill>
                    <a:schemeClr val="tx1"/>
                  </a:solidFill>
                </a:rPr>
                <a:t>HI </a:t>
              </a:r>
              <a:r>
                <a:rPr lang="es-ES_tradnl" sz="1600" noProof="0" dirty="0">
                  <a:solidFill>
                    <a:schemeClr val="tx1"/>
                  </a:solidFill>
                  <a:cs typeface="Arial" charset="0"/>
                </a:rPr>
                <a:t>–</a:t>
              </a:r>
              <a:r>
                <a:rPr lang="es-ES_tradnl" sz="1600" noProof="0" dirty="0">
                  <a:solidFill>
                    <a:schemeClr val="tx1"/>
                  </a:solidFill>
                </a:rPr>
                <a:t> M</a:t>
              </a:r>
            </a:p>
          </p:txBody>
        </p:sp>
        <p:sp>
          <p:nvSpPr>
            <p:cNvPr id="25" name="Text Box 56">
              <a:extLst>
                <a:ext uri="{FF2B5EF4-FFF2-40B4-BE49-F238E27FC236}">
                  <a16:creationId xmlns:a16="http://schemas.microsoft.com/office/drawing/2014/main" id="{60608E12-C2F9-0E51-7E16-4DD750A2137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66" y="1552"/>
              <a:ext cx="260" cy="213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s-ES_tradnl" sz="1600" noProof="0" dirty="0">
                  <a:solidFill>
                    <a:schemeClr val="tx1"/>
                  </a:solidFill>
                </a:rPr>
                <a:t>10</a:t>
              </a:r>
            </a:p>
          </p:txBody>
        </p:sp>
        <p:sp>
          <p:nvSpPr>
            <p:cNvPr id="26" name="Freeform 57">
              <a:extLst>
                <a:ext uri="{FF2B5EF4-FFF2-40B4-BE49-F238E27FC236}">
                  <a16:creationId xmlns:a16="http://schemas.microsoft.com/office/drawing/2014/main" id="{EB8F9491-EBC4-6110-B2BA-32C3193011F1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1621" y="1752"/>
              <a:ext cx="194" cy="424"/>
            </a:xfrm>
            <a:custGeom>
              <a:avLst/>
              <a:gdLst>
                <a:gd name="T0" fmla="*/ 206 w 183"/>
                <a:gd name="T1" fmla="*/ 6 h 342"/>
                <a:gd name="T2" fmla="*/ 0 w 183"/>
                <a:gd name="T3" fmla="*/ 6 h 342"/>
                <a:gd name="T4" fmla="*/ 0 w 183"/>
                <a:gd name="T5" fmla="*/ 526 h 342"/>
                <a:gd name="T6" fmla="*/ 0 60000 65536"/>
                <a:gd name="T7" fmla="*/ 0 60000 65536"/>
                <a:gd name="T8" fmla="*/ 0 60000 65536"/>
                <a:gd name="T9" fmla="*/ 0 w 183"/>
                <a:gd name="T10" fmla="*/ 0 h 342"/>
                <a:gd name="T11" fmla="*/ 183 w 183"/>
                <a:gd name="T12" fmla="*/ 342 h 34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83" h="342">
                  <a:moveTo>
                    <a:pt x="183" y="4"/>
                  </a:moveTo>
                  <a:cubicBezTo>
                    <a:pt x="116" y="0"/>
                    <a:pt x="64" y="4"/>
                    <a:pt x="0" y="4"/>
                  </a:cubicBezTo>
                  <a:lnTo>
                    <a:pt x="0" y="342"/>
                  </a:lnTo>
                </a:path>
              </a:pathLst>
            </a:custGeom>
            <a:noFill/>
            <a:ln w="158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pPr algn="ctr"/>
              <a:endParaRPr lang="es-ES_tradnl" sz="1600" noProof="0" dirty="0">
                <a:solidFill>
                  <a:schemeClr val="tx1"/>
                </a:solidFill>
              </a:endParaRPr>
            </a:p>
          </p:txBody>
        </p:sp>
        <p:sp>
          <p:nvSpPr>
            <p:cNvPr id="27" name="Line 58">
              <a:extLst>
                <a:ext uri="{FF2B5EF4-FFF2-40B4-BE49-F238E27FC236}">
                  <a16:creationId xmlns:a16="http://schemas.microsoft.com/office/drawing/2014/main" id="{F29F7E96-4531-27F5-2AB9-6E70BD8D27A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50" y="1967"/>
              <a:ext cx="0" cy="74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pPr algn="ctr"/>
              <a:endParaRPr lang="es-ES_tradnl" sz="1600" noProof="0" dirty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729139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E23C92-438C-A993-6CA9-67A61AB30B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B7AEF714-5C51-E460-5D47-D14AABAB52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Operadores de multiplicación con signo</a:t>
            </a:r>
            <a:endParaRPr lang="en-US" dirty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7AA988D-3923-7B7A-D979-3D283450AD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_tradnl" dirty="0"/>
              <a:t>Detalle del cálculo del bit de signo adicional</a:t>
            </a:r>
          </a:p>
          <a:p>
            <a:endParaRPr lang="en-US" dirty="0"/>
          </a:p>
        </p:txBody>
      </p:sp>
      <p:sp>
        <p:nvSpPr>
          <p:cNvPr id="2" name="Marcador de número de diapositiva 3">
            <a:extLst>
              <a:ext uri="{FF2B5EF4-FFF2-40B4-BE49-F238E27FC236}">
                <a16:creationId xmlns:a16="http://schemas.microsoft.com/office/drawing/2014/main" id="{95504FAA-E134-977D-C78E-756EC44946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86800" y="6529388"/>
            <a:ext cx="457200" cy="328612"/>
          </a:xfrm>
        </p:spPr>
        <p:txBody>
          <a:bodyPr/>
          <a:lstStyle/>
          <a:p>
            <a:fld id="{165D9AA3-C110-4682-A7ED-0B7E64F42347}" type="slidenum">
              <a:rPr lang="es-ES_tradnl" noProof="0" smtClean="0"/>
              <a:pPr/>
              <a:t>59</a:t>
            </a:fld>
            <a:endParaRPr lang="es-ES_tradnl" noProof="0" dirty="0"/>
          </a:p>
        </p:txBody>
      </p:sp>
      <p:sp>
        <p:nvSpPr>
          <p:cNvPr id="5" name="Text Box 5">
            <a:extLst>
              <a:ext uri="{FF2B5EF4-FFF2-40B4-BE49-F238E27FC236}">
                <a16:creationId xmlns:a16="http://schemas.microsoft.com/office/drawing/2014/main" id="{9D382A13-D433-EC1F-D28A-968335FBDE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83375" y="2118320"/>
            <a:ext cx="421910" cy="40011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_tradnl" sz="2000" i="1" noProof="0" dirty="0">
                <a:solidFill>
                  <a:schemeClr val="tx1"/>
                </a:solidFill>
              </a:rPr>
              <a:t>a</a:t>
            </a:r>
            <a:r>
              <a:rPr lang="es-ES_tradnl" sz="2000" b="1" i="1" baseline="-25000" noProof="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6" name="Text Box 6">
            <a:extLst>
              <a:ext uri="{FF2B5EF4-FFF2-40B4-BE49-F238E27FC236}">
                <a16:creationId xmlns:a16="http://schemas.microsoft.com/office/drawing/2014/main" id="{C55E9826-F5BC-8526-00FC-6B2982E047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0" y="3718520"/>
            <a:ext cx="606256" cy="40011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_tradnl" sz="2000" i="1" noProof="0" dirty="0" err="1">
                <a:solidFill>
                  <a:schemeClr val="tx1"/>
                </a:solidFill>
              </a:rPr>
              <a:t>c</a:t>
            </a:r>
            <a:r>
              <a:rPr lang="es-ES_tradnl" sz="2000" b="1" i="1" baseline="-25000" noProof="0" dirty="0" err="1">
                <a:solidFill>
                  <a:schemeClr val="tx1"/>
                </a:solidFill>
              </a:rPr>
              <a:t>n</a:t>
            </a:r>
            <a:r>
              <a:rPr lang="es-ES_tradnl" sz="2000" b="1" i="1" baseline="-25000" noProof="0" dirty="0">
                <a:solidFill>
                  <a:schemeClr val="tx1"/>
                </a:solidFill>
                <a:cs typeface="Arial" charset="0"/>
              </a:rPr>
              <a:t>–1</a:t>
            </a:r>
            <a:endParaRPr lang="es-ES_tradnl" sz="2000" b="1" i="1" baseline="-25000" noProof="0" dirty="0">
              <a:solidFill>
                <a:schemeClr val="tx1"/>
              </a:solidFill>
            </a:endParaRPr>
          </a:p>
        </p:txBody>
      </p:sp>
      <p:sp>
        <p:nvSpPr>
          <p:cNvPr id="7" name="Text Box 7">
            <a:extLst>
              <a:ext uri="{FF2B5EF4-FFF2-40B4-BE49-F238E27FC236}">
                <a16:creationId xmlns:a16="http://schemas.microsoft.com/office/drawing/2014/main" id="{19A65465-1E6D-7BDB-2CF7-5C6B9BB0B2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40575" y="1737320"/>
            <a:ext cx="421910" cy="40011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_tradnl" sz="2000" i="1" noProof="0" dirty="0">
                <a:solidFill>
                  <a:schemeClr val="tx1"/>
                </a:solidFill>
              </a:rPr>
              <a:t>b</a:t>
            </a:r>
            <a:r>
              <a:rPr lang="es-ES_tradnl" sz="2000" b="1" i="1" baseline="-25000" noProof="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8" name="Text Box 8">
            <a:extLst>
              <a:ext uri="{FF2B5EF4-FFF2-40B4-BE49-F238E27FC236}">
                <a16:creationId xmlns:a16="http://schemas.microsoft.com/office/drawing/2014/main" id="{A47DB259-D29C-C582-7246-7D7C90332A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81800" y="3870920"/>
            <a:ext cx="407484" cy="40011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_tradnl" sz="2000" i="1" noProof="0" dirty="0">
                <a:solidFill>
                  <a:schemeClr val="tx1"/>
                </a:solidFill>
              </a:rPr>
              <a:t>s</a:t>
            </a:r>
            <a:r>
              <a:rPr lang="es-ES_tradnl" sz="2000" b="1" i="1" baseline="-25000" noProof="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9" name="Line 9">
            <a:extLst>
              <a:ext uri="{FF2B5EF4-FFF2-40B4-BE49-F238E27FC236}">
                <a16:creationId xmlns:a16="http://schemas.microsoft.com/office/drawing/2014/main" id="{B0E6A413-2E01-2A60-E0A8-41A04DDF5D46}"/>
              </a:ext>
            </a:extLst>
          </p:cNvPr>
          <p:cNvSpPr>
            <a:spLocks noChangeShapeType="1"/>
          </p:cNvSpPr>
          <p:nvPr/>
        </p:nvSpPr>
        <p:spPr bwMode="auto">
          <a:xfrm>
            <a:off x="7543800" y="3261320"/>
            <a:ext cx="304800" cy="0"/>
          </a:xfrm>
          <a:prstGeom prst="line">
            <a:avLst/>
          </a:prstGeom>
          <a:noFill/>
          <a:ln w="28575">
            <a:solidFill>
              <a:schemeClr val="tx2"/>
            </a:solidFill>
            <a:round/>
            <a:headEnd type="triangle" w="med" len="med"/>
            <a:tailEnd/>
          </a:ln>
        </p:spPr>
        <p:txBody>
          <a:bodyPr anchor="ctr"/>
          <a:lstStyle/>
          <a:p>
            <a:endParaRPr lang="es-ES_tradnl" noProof="0" dirty="0">
              <a:solidFill>
                <a:schemeClr val="tx1"/>
              </a:solidFill>
            </a:endParaRPr>
          </a:p>
        </p:txBody>
      </p:sp>
      <p:sp>
        <p:nvSpPr>
          <p:cNvPr id="10" name="Text Box 10">
            <a:extLst>
              <a:ext uri="{FF2B5EF4-FFF2-40B4-BE49-F238E27FC236}">
                <a16:creationId xmlns:a16="http://schemas.microsoft.com/office/drawing/2014/main" id="{3DAE0A13-BAA0-4178-3C86-587E205B6E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35375" y="2118320"/>
            <a:ext cx="620683" cy="40011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_tradnl" sz="2000" i="1" noProof="0" dirty="0" err="1">
                <a:solidFill>
                  <a:schemeClr val="tx1"/>
                </a:solidFill>
              </a:rPr>
              <a:t>a</a:t>
            </a:r>
            <a:r>
              <a:rPr lang="es-ES_tradnl" sz="2000" b="1" i="1" baseline="-25000" noProof="0" dirty="0" err="1">
                <a:solidFill>
                  <a:schemeClr val="tx1"/>
                </a:solidFill>
              </a:rPr>
              <a:t>n</a:t>
            </a:r>
            <a:r>
              <a:rPr lang="es-ES_tradnl" sz="2000" b="1" i="1" baseline="-25000" noProof="0" dirty="0">
                <a:solidFill>
                  <a:schemeClr val="tx1"/>
                </a:solidFill>
                <a:cs typeface="Arial" charset="0"/>
              </a:rPr>
              <a:t>–2</a:t>
            </a:r>
          </a:p>
        </p:txBody>
      </p:sp>
      <p:sp>
        <p:nvSpPr>
          <p:cNvPr id="11" name="Text Box 11">
            <a:extLst>
              <a:ext uri="{FF2B5EF4-FFF2-40B4-BE49-F238E27FC236}">
                <a16:creationId xmlns:a16="http://schemas.microsoft.com/office/drawing/2014/main" id="{8AADD797-1655-299E-AE66-8B27CB0848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76738" y="1737320"/>
            <a:ext cx="620683" cy="40011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_tradnl" sz="2000" i="1" noProof="0" dirty="0" err="1">
                <a:solidFill>
                  <a:schemeClr val="tx1"/>
                </a:solidFill>
              </a:rPr>
              <a:t>b</a:t>
            </a:r>
            <a:r>
              <a:rPr lang="es-ES_tradnl" sz="2000" b="1" i="1" baseline="-25000" noProof="0" dirty="0" err="1">
                <a:solidFill>
                  <a:schemeClr val="tx1"/>
                </a:solidFill>
              </a:rPr>
              <a:t>n</a:t>
            </a:r>
            <a:r>
              <a:rPr lang="es-ES_tradnl" sz="2000" b="1" i="1" baseline="-25000" noProof="0" dirty="0">
                <a:solidFill>
                  <a:schemeClr val="tx1"/>
                </a:solidFill>
                <a:cs typeface="Arial" charset="0"/>
              </a:rPr>
              <a:t>–2</a:t>
            </a:r>
            <a:endParaRPr lang="es-ES_tradnl" sz="2000" b="1" i="1" baseline="-25000" noProof="0" dirty="0">
              <a:solidFill>
                <a:schemeClr val="tx1"/>
              </a:solidFill>
            </a:endParaRPr>
          </a:p>
        </p:txBody>
      </p:sp>
      <p:sp>
        <p:nvSpPr>
          <p:cNvPr id="12" name="Text Box 12">
            <a:extLst>
              <a:ext uri="{FF2B5EF4-FFF2-40B4-BE49-F238E27FC236}">
                <a16:creationId xmlns:a16="http://schemas.microsoft.com/office/drawing/2014/main" id="{71950E92-2D68-EE14-3490-BA360CD4E8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27500" y="3870920"/>
            <a:ext cx="606256" cy="40011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_tradnl" sz="2000" i="1" noProof="0" dirty="0" err="1">
                <a:solidFill>
                  <a:schemeClr val="tx1"/>
                </a:solidFill>
              </a:rPr>
              <a:t>s</a:t>
            </a:r>
            <a:r>
              <a:rPr lang="es-ES_tradnl" sz="2000" b="1" i="1" baseline="-25000" noProof="0" dirty="0" err="1">
                <a:solidFill>
                  <a:schemeClr val="tx1"/>
                </a:solidFill>
              </a:rPr>
              <a:t>n</a:t>
            </a:r>
            <a:r>
              <a:rPr lang="es-ES_tradnl" sz="2000" b="1" i="1" baseline="-25000" noProof="0" dirty="0">
                <a:solidFill>
                  <a:schemeClr val="tx1"/>
                </a:solidFill>
                <a:cs typeface="Arial" charset="0"/>
              </a:rPr>
              <a:t>–2</a:t>
            </a:r>
          </a:p>
        </p:txBody>
      </p:sp>
      <p:sp>
        <p:nvSpPr>
          <p:cNvPr id="13" name="Text Box 13">
            <a:extLst>
              <a:ext uri="{FF2B5EF4-FFF2-40B4-BE49-F238E27FC236}">
                <a16:creationId xmlns:a16="http://schemas.microsoft.com/office/drawing/2014/main" id="{5691AED3-B991-411F-02FF-A42155A092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1600" y="3718520"/>
            <a:ext cx="417102" cy="40011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_tradnl" sz="2000" i="1" noProof="0" dirty="0" err="1">
                <a:solidFill>
                  <a:schemeClr val="tx1"/>
                </a:solidFill>
              </a:rPr>
              <a:t>c</a:t>
            </a:r>
            <a:r>
              <a:rPr lang="es-ES_tradnl" sz="2000" b="1" i="1" baseline="-25000" noProof="0" dirty="0" err="1">
                <a:solidFill>
                  <a:schemeClr val="tx1"/>
                </a:solidFill>
              </a:rPr>
              <a:t>n</a:t>
            </a:r>
            <a:endParaRPr lang="es-ES_tradnl" sz="2000" b="1" i="1" baseline="-25000" noProof="0" dirty="0">
              <a:solidFill>
                <a:schemeClr val="tx1"/>
              </a:solidFill>
            </a:endParaRPr>
          </a:p>
        </p:txBody>
      </p:sp>
      <p:sp>
        <p:nvSpPr>
          <p:cNvPr id="14" name="Rectangle 14">
            <a:extLst>
              <a:ext uri="{FF2B5EF4-FFF2-40B4-BE49-F238E27FC236}">
                <a16:creationId xmlns:a16="http://schemas.microsoft.com/office/drawing/2014/main" id="{7FC7D705-4FB5-1401-694C-48EB861407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2804120"/>
            <a:ext cx="5334000" cy="914400"/>
          </a:xfrm>
          <a:prstGeom prst="rect">
            <a:avLst/>
          </a:prstGeom>
          <a:noFill/>
          <a:ln w="12700">
            <a:solidFill>
              <a:schemeClr val="tx2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s-ES_tradnl" sz="3200" noProof="0" dirty="0">
                <a:solidFill>
                  <a:schemeClr val="tx1"/>
                </a:solidFill>
              </a:rPr>
              <a:t>Sumador/Restador n bits</a:t>
            </a:r>
          </a:p>
        </p:txBody>
      </p:sp>
      <p:sp>
        <p:nvSpPr>
          <p:cNvPr id="15" name="Line 15">
            <a:extLst>
              <a:ext uri="{FF2B5EF4-FFF2-40B4-BE49-F238E27FC236}">
                <a16:creationId xmlns:a16="http://schemas.microsoft.com/office/drawing/2014/main" id="{39E988A5-832F-DE89-9072-844E37E8576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419600" y="3718520"/>
            <a:ext cx="0" cy="304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 anchor="ctr"/>
          <a:lstStyle/>
          <a:p>
            <a:endParaRPr lang="es-ES_tradnl" noProof="0" dirty="0">
              <a:solidFill>
                <a:schemeClr val="tx1"/>
              </a:solidFill>
            </a:endParaRPr>
          </a:p>
        </p:txBody>
      </p:sp>
      <p:sp>
        <p:nvSpPr>
          <p:cNvPr id="16" name="Line 16">
            <a:extLst>
              <a:ext uri="{FF2B5EF4-FFF2-40B4-BE49-F238E27FC236}">
                <a16:creationId xmlns:a16="http://schemas.microsoft.com/office/drawing/2014/main" id="{F9827F83-88C9-EBFD-3E19-C1CFBD01C92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086600" y="3718520"/>
            <a:ext cx="0" cy="304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 anchor="ctr"/>
          <a:lstStyle/>
          <a:p>
            <a:endParaRPr lang="es-ES_tradnl" noProof="0" dirty="0">
              <a:solidFill>
                <a:schemeClr val="tx1"/>
              </a:solidFill>
            </a:endParaRPr>
          </a:p>
        </p:txBody>
      </p:sp>
      <p:sp>
        <p:nvSpPr>
          <p:cNvPr id="17" name="Line 17">
            <a:extLst>
              <a:ext uri="{FF2B5EF4-FFF2-40B4-BE49-F238E27FC236}">
                <a16:creationId xmlns:a16="http://schemas.microsoft.com/office/drawing/2014/main" id="{C584EFDF-4181-7DF1-C6E4-D5AF6AA1032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667000" y="3718520"/>
            <a:ext cx="0" cy="304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 anchor="ctr"/>
          <a:lstStyle/>
          <a:p>
            <a:endParaRPr lang="es-ES_tradnl" noProof="0" dirty="0">
              <a:solidFill>
                <a:schemeClr val="tx1"/>
              </a:solidFill>
            </a:endParaRPr>
          </a:p>
        </p:txBody>
      </p:sp>
      <p:sp>
        <p:nvSpPr>
          <p:cNvPr id="18" name="Line 18">
            <a:extLst>
              <a:ext uri="{FF2B5EF4-FFF2-40B4-BE49-F238E27FC236}">
                <a16:creationId xmlns:a16="http://schemas.microsoft.com/office/drawing/2014/main" id="{B01DE4D0-99F2-B0F0-C364-20E51C61737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315200" y="2118320"/>
            <a:ext cx="0" cy="68580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</p:spPr>
        <p:txBody>
          <a:bodyPr anchor="ctr"/>
          <a:lstStyle/>
          <a:p>
            <a:endParaRPr lang="es-ES_tradnl" noProof="0" dirty="0">
              <a:solidFill>
                <a:schemeClr val="tx1"/>
              </a:solidFill>
            </a:endParaRPr>
          </a:p>
        </p:txBody>
      </p:sp>
      <p:sp>
        <p:nvSpPr>
          <p:cNvPr id="19" name="Line 19">
            <a:extLst>
              <a:ext uri="{FF2B5EF4-FFF2-40B4-BE49-F238E27FC236}">
                <a16:creationId xmlns:a16="http://schemas.microsoft.com/office/drawing/2014/main" id="{74A99A9B-CB3C-1B82-1EF4-EFB2FBF5EF3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648200" y="2118320"/>
            <a:ext cx="0" cy="68580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</p:spPr>
        <p:txBody>
          <a:bodyPr anchor="ctr"/>
          <a:lstStyle/>
          <a:p>
            <a:endParaRPr lang="es-ES_tradnl" noProof="0" dirty="0">
              <a:solidFill>
                <a:schemeClr val="tx1"/>
              </a:solidFill>
            </a:endParaRPr>
          </a:p>
        </p:txBody>
      </p:sp>
      <p:sp>
        <p:nvSpPr>
          <p:cNvPr id="20" name="Line 20">
            <a:extLst>
              <a:ext uri="{FF2B5EF4-FFF2-40B4-BE49-F238E27FC236}">
                <a16:creationId xmlns:a16="http://schemas.microsoft.com/office/drawing/2014/main" id="{3A7B82CF-7A61-8E35-155A-2DCA83C1853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895600" y="2118320"/>
            <a:ext cx="0" cy="68580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</p:spPr>
        <p:txBody>
          <a:bodyPr anchor="ctr"/>
          <a:lstStyle/>
          <a:p>
            <a:endParaRPr lang="es-ES_tradnl" noProof="0" dirty="0">
              <a:solidFill>
                <a:schemeClr val="tx1"/>
              </a:solidFill>
            </a:endParaRPr>
          </a:p>
        </p:txBody>
      </p:sp>
      <p:sp>
        <p:nvSpPr>
          <p:cNvPr id="21" name="Line 21">
            <a:extLst>
              <a:ext uri="{FF2B5EF4-FFF2-40B4-BE49-F238E27FC236}">
                <a16:creationId xmlns:a16="http://schemas.microsoft.com/office/drawing/2014/main" id="{A4E770B6-22AA-49FF-17B8-C97656AF131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858000" y="2499320"/>
            <a:ext cx="0" cy="30480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</p:spPr>
        <p:txBody>
          <a:bodyPr anchor="ctr"/>
          <a:lstStyle/>
          <a:p>
            <a:endParaRPr lang="es-ES_tradnl" noProof="0" dirty="0">
              <a:solidFill>
                <a:schemeClr val="tx1"/>
              </a:solidFill>
            </a:endParaRPr>
          </a:p>
        </p:txBody>
      </p:sp>
      <p:sp>
        <p:nvSpPr>
          <p:cNvPr id="22" name="Line 22">
            <a:extLst>
              <a:ext uri="{FF2B5EF4-FFF2-40B4-BE49-F238E27FC236}">
                <a16:creationId xmlns:a16="http://schemas.microsoft.com/office/drawing/2014/main" id="{BDF17091-7513-E5D7-9CBA-B51138866AC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191000" y="2499320"/>
            <a:ext cx="0" cy="30480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</p:spPr>
        <p:txBody>
          <a:bodyPr anchor="ctr"/>
          <a:lstStyle/>
          <a:p>
            <a:endParaRPr lang="es-ES_tradnl" noProof="0" dirty="0">
              <a:solidFill>
                <a:schemeClr val="tx1"/>
              </a:solidFill>
            </a:endParaRPr>
          </a:p>
        </p:txBody>
      </p:sp>
      <p:sp>
        <p:nvSpPr>
          <p:cNvPr id="23" name="Line 23">
            <a:extLst>
              <a:ext uri="{FF2B5EF4-FFF2-40B4-BE49-F238E27FC236}">
                <a16:creationId xmlns:a16="http://schemas.microsoft.com/office/drawing/2014/main" id="{0DFA224E-B76F-64E8-7E15-563D5159A29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438400" y="2499320"/>
            <a:ext cx="0" cy="30480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</p:spPr>
        <p:txBody>
          <a:bodyPr anchor="ctr"/>
          <a:lstStyle/>
          <a:p>
            <a:endParaRPr lang="es-ES_tradnl" noProof="0" dirty="0">
              <a:solidFill>
                <a:schemeClr val="tx1"/>
              </a:solidFill>
            </a:endParaRPr>
          </a:p>
        </p:txBody>
      </p:sp>
      <p:sp>
        <p:nvSpPr>
          <p:cNvPr id="24" name="Text Box 24">
            <a:extLst>
              <a:ext uri="{FF2B5EF4-FFF2-40B4-BE49-F238E27FC236}">
                <a16:creationId xmlns:a16="http://schemas.microsoft.com/office/drawing/2014/main" id="{7FFEBFD7-32F5-3B92-89BA-7DAE4B1028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66938" y="2118320"/>
            <a:ext cx="620683" cy="40011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_tradnl" sz="2000" i="1" noProof="0" dirty="0" err="1">
                <a:solidFill>
                  <a:schemeClr val="tx1"/>
                </a:solidFill>
              </a:rPr>
              <a:t>a</a:t>
            </a:r>
            <a:r>
              <a:rPr lang="es-ES_tradnl" sz="2000" b="1" i="1" baseline="-25000" noProof="0" dirty="0" err="1">
                <a:solidFill>
                  <a:schemeClr val="tx1"/>
                </a:solidFill>
              </a:rPr>
              <a:t>n</a:t>
            </a:r>
            <a:r>
              <a:rPr lang="es-ES_tradnl" sz="2000" b="1" i="1" baseline="-25000" noProof="0" dirty="0">
                <a:solidFill>
                  <a:schemeClr val="tx1"/>
                </a:solidFill>
                <a:cs typeface="Arial" charset="0"/>
              </a:rPr>
              <a:t>–1</a:t>
            </a:r>
          </a:p>
        </p:txBody>
      </p:sp>
      <p:sp>
        <p:nvSpPr>
          <p:cNvPr id="25" name="Text Box 25">
            <a:extLst>
              <a:ext uri="{FF2B5EF4-FFF2-40B4-BE49-F238E27FC236}">
                <a16:creationId xmlns:a16="http://schemas.microsoft.com/office/drawing/2014/main" id="{F4EDD753-3B63-F4D1-2F8A-6B8051160A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24138" y="1737320"/>
            <a:ext cx="620683" cy="40011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_tradnl" sz="2000" i="1" noProof="0" dirty="0" err="1">
                <a:solidFill>
                  <a:schemeClr val="tx1"/>
                </a:solidFill>
              </a:rPr>
              <a:t>b</a:t>
            </a:r>
            <a:r>
              <a:rPr lang="es-ES_tradnl" sz="2000" b="1" i="1" baseline="-25000" noProof="0" dirty="0" err="1">
                <a:solidFill>
                  <a:schemeClr val="tx1"/>
                </a:solidFill>
              </a:rPr>
              <a:t>n</a:t>
            </a:r>
            <a:r>
              <a:rPr lang="es-ES_tradnl" sz="2000" b="1" i="1" baseline="-25000" noProof="0" dirty="0">
                <a:solidFill>
                  <a:schemeClr val="tx1"/>
                </a:solidFill>
                <a:cs typeface="Arial" charset="0"/>
              </a:rPr>
              <a:t>–1</a:t>
            </a:r>
            <a:endParaRPr lang="es-ES_tradnl" sz="2000" b="1" i="1" baseline="-25000" noProof="0" dirty="0">
              <a:solidFill>
                <a:schemeClr val="tx1"/>
              </a:solidFill>
            </a:endParaRPr>
          </a:p>
        </p:txBody>
      </p:sp>
      <p:sp>
        <p:nvSpPr>
          <p:cNvPr id="26" name="Line 26">
            <a:extLst>
              <a:ext uri="{FF2B5EF4-FFF2-40B4-BE49-F238E27FC236}">
                <a16:creationId xmlns:a16="http://schemas.microsoft.com/office/drawing/2014/main" id="{F5C0518C-6FBC-F6F0-AA60-A105AB86592D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0" y="3261320"/>
            <a:ext cx="685800" cy="0"/>
          </a:xfrm>
          <a:prstGeom prst="line">
            <a:avLst/>
          </a:prstGeom>
          <a:noFill/>
          <a:ln w="28575">
            <a:solidFill>
              <a:schemeClr val="tx2"/>
            </a:solidFill>
            <a:round/>
            <a:headEnd type="triangle" w="med" len="med"/>
            <a:tailEnd/>
          </a:ln>
        </p:spPr>
        <p:txBody>
          <a:bodyPr anchor="ctr"/>
          <a:lstStyle/>
          <a:p>
            <a:endParaRPr lang="es-ES_tradnl" noProof="0" dirty="0">
              <a:solidFill>
                <a:schemeClr val="tx1"/>
              </a:solidFill>
            </a:endParaRPr>
          </a:p>
        </p:txBody>
      </p:sp>
      <p:sp>
        <p:nvSpPr>
          <p:cNvPr id="27" name="Text Box 27">
            <a:extLst>
              <a:ext uri="{FF2B5EF4-FFF2-40B4-BE49-F238E27FC236}">
                <a16:creationId xmlns:a16="http://schemas.microsoft.com/office/drawing/2014/main" id="{D4851EC2-E77D-9514-D633-97076C36EC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33588" y="3826470"/>
            <a:ext cx="606256" cy="40011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_tradnl" sz="2000" i="1" noProof="0" dirty="0" err="1">
                <a:solidFill>
                  <a:schemeClr val="tx1"/>
                </a:solidFill>
              </a:rPr>
              <a:t>s</a:t>
            </a:r>
            <a:r>
              <a:rPr lang="es-ES_tradnl" sz="2000" b="1" i="1" baseline="-25000" noProof="0" dirty="0" err="1">
                <a:solidFill>
                  <a:schemeClr val="tx1"/>
                </a:solidFill>
              </a:rPr>
              <a:t>n</a:t>
            </a:r>
            <a:r>
              <a:rPr lang="es-ES_tradnl" sz="2000" b="1" i="1" baseline="-25000" noProof="0" dirty="0">
                <a:solidFill>
                  <a:schemeClr val="tx1"/>
                </a:solidFill>
                <a:cs typeface="Arial" charset="0"/>
              </a:rPr>
              <a:t>–1</a:t>
            </a:r>
          </a:p>
        </p:txBody>
      </p:sp>
      <p:grpSp>
        <p:nvGrpSpPr>
          <p:cNvPr id="28" name="Group 28">
            <a:extLst>
              <a:ext uri="{FF2B5EF4-FFF2-40B4-BE49-F238E27FC236}">
                <a16:creationId xmlns:a16="http://schemas.microsoft.com/office/drawing/2014/main" id="{B1257098-3335-2352-321A-333206D7A171}"/>
              </a:ext>
            </a:extLst>
          </p:cNvPr>
          <p:cNvGrpSpPr>
            <a:grpSpLocks/>
          </p:cNvGrpSpPr>
          <p:nvPr/>
        </p:nvGrpSpPr>
        <p:grpSpPr bwMode="auto">
          <a:xfrm rot="-5400000" flipH="1" flipV="1">
            <a:off x="1651000" y="4863107"/>
            <a:ext cx="685800" cy="533400"/>
            <a:chOff x="3264" y="3312"/>
            <a:chExt cx="678" cy="900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3C20D82D-0AE2-97A1-BE88-D8A575D76F8B}"/>
                </a:ext>
              </a:extLst>
            </p:cNvPr>
            <p:cNvSpPr>
              <a:spLocks/>
            </p:cNvSpPr>
            <p:nvPr/>
          </p:nvSpPr>
          <p:spPr bwMode="auto">
            <a:xfrm>
              <a:off x="3576" y="3749"/>
              <a:ext cx="366" cy="463"/>
            </a:xfrm>
            <a:custGeom>
              <a:avLst/>
              <a:gdLst>
                <a:gd name="T0" fmla="*/ 0 w 349"/>
                <a:gd name="T1" fmla="*/ 1067 h 200"/>
                <a:gd name="T2" fmla="*/ 0 w 349"/>
                <a:gd name="T3" fmla="*/ 1067 h 200"/>
                <a:gd name="T4" fmla="*/ 0 w 349"/>
                <a:gd name="T5" fmla="*/ 1067 h 200"/>
                <a:gd name="T6" fmla="*/ 0 w 349"/>
                <a:gd name="T7" fmla="*/ 1067 h 200"/>
                <a:gd name="T8" fmla="*/ 0 w 349"/>
                <a:gd name="T9" fmla="*/ 1067 h 200"/>
                <a:gd name="T10" fmla="*/ 0 w 349"/>
                <a:gd name="T11" fmla="*/ 1067 h 200"/>
                <a:gd name="T12" fmla="*/ 0 w 349"/>
                <a:gd name="T13" fmla="*/ 1067 h 200"/>
                <a:gd name="T14" fmla="*/ 29 w 349"/>
                <a:gd name="T15" fmla="*/ 1067 h 200"/>
                <a:gd name="T16" fmla="*/ 59 w 349"/>
                <a:gd name="T17" fmla="*/ 1051 h 200"/>
                <a:gd name="T18" fmla="*/ 87 w 349"/>
                <a:gd name="T19" fmla="*/ 1028 h 200"/>
                <a:gd name="T20" fmla="*/ 115 w 349"/>
                <a:gd name="T21" fmla="*/ 998 h 200"/>
                <a:gd name="T22" fmla="*/ 143 w 349"/>
                <a:gd name="T23" fmla="*/ 954 h 200"/>
                <a:gd name="T24" fmla="*/ 171 w 349"/>
                <a:gd name="T25" fmla="*/ 901 h 200"/>
                <a:gd name="T26" fmla="*/ 197 w 349"/>
                <a:gd name="T27" fmla="*/ 847 h 200"/>
                <a:gd name="T28" fmla="*/ 222 w 349"/>
                <a:gd name="T29" fmla="*/ 778 h 200"/>
                <a:gd name="T30" fmla="*/ 245 w 349"/>
                <a:gd name="T31" fmla="*/ 708 h 200"/>
                <a:gd name="T32" fmla="*/ 270 w 349"/>
                <a:gd name="T33" fmla="*/ 627 h 200"/>
                <a:gd name="T34" fmla="*/ 292 w 349"/>
                <a:gd name="T35" fmla="*/ 542 h 200"/>
                <a:gd name="T36" fmla="*/ 313 w 349"/>
                <a:gd name="T37" fmla="*/ 440 h 200"/>
                <a:gd name="T38" fmla="*/ 332 w 349"/>
                <a:gd name="T39" fmla="*/ 343 h 200"/>
                <a:gd name="T40" fmla="*/ 351 w 349"/>
                <a:gd name="T41" fmla="*/ 232 h 200"/>
                <a:gd name="T42" fmla="*/ 367 w 349"/>
                <a:gd name="T43" fmla="*/ 118 h 200"/>
                <a:gd name="T44" fmla="*/ 383 w 349"/>
                <a:gd name="T45" fmla="*/ 0 h 200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w 349"/>
                <a:gd name="T70" fmla="*/ 0 h 200"/>
                <a:gd name="T71" fmla="*/ 349 w 349"/>
                <a:gd name="T72" fmla="*/ 200 h 200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T69" t="T70" r="T71" b="T72"/>
              <a:pathLst>
                <a:path w="349" h="200">
                  <a:moveTo>
                    <a:pt x="0" y="199"/>
                  </a:moveTo>
                  <a:lnTo>
                    <a:pt x="0" y="199"/>
                  </a:lnTo>
                  <a:lnTo>
                    <a:pt x="27" y="199"/>
                  </a:lnTo>
                  <a:lnTo>
                    <a:pt x="53" y="196"/>
                  </a:lnTo>
                  <a:lnTo>
                    <a:pt x="79" y="192"/>
                  </a:lnTo>
                  <a:lnTo>
                    <a:pt x="105" y="186"/>
                  </a:lnTo>
                  <a:lnTo>
                    <a:pt x="130" y="178"/>
                  </a:lnTo>
                  <a:lnTo>
                    <a:pt x="155" y="168"/>
                  </a:lnTo>
                  <a:lnTo>
                    <a:pt x="179" y="158"/>
                  </a:lnTo>
                  <a:lnTo>
                    <a:pt x="202" y="145"/>
                  </a:lnTo>
                  <a:lnTo>
                    <a:pt x="223" y="132"/>
                  </a:lnTo>
                  <a:lnTo>
                    <a:pt x="245" y="117"/>
                  </a:lnTo>
                  <a:lnTo>
                    <a:pt x="265" y="101"/>
                  </a:lnTo>
                  <a:lnTo>
                    <a:pt x="284" y="82"/>
                  </a:lnTo>
                  <a:lnTo>
                    <a:pt x="302" y="64"/>
                  </a:lnTo>
                  <a:lnTo>
                    <a:pt x="319" y="43"/>
                  </a:lnTo>
                  <a:lnTo>
                    <a:pt x="334" y="22"/>
                  </a:lnTo>
                  <a:lnTo>
                    <a:pt x="348" y="0"/>
                  </a:lnTo>
                </a:path>
              </a:pathLst>
            </a:custGeom>
            <a:noFill/>
            <a:ln w="25400" cap="rnd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s-ES_tradnl" noProof="0" dirty="0">
                <a:solidFill>
                  <a:schemeClr val="tx1"/>
                </a:solidFill>
              </a:endParaRPr>
            </a:p>
          </p:txBody>
        </p:sp>
        <p:sp>
          <p:nvSpPr>
            <p:cNvPr id="30" name="Line 30">
              <a:extLst>
                <a:ext uri="{FF2B5EF4-FFF2-40B4-BE49-F238E27FC236}">
                  <a16:creationId xmlns:a16="http://schemas.microsoft.com/office/drawing/2014/main" id="{B1789DBE-2FB7-6016-3CF9-2ADF07A1DB8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313" y="4210"/>
              <a:ext cx="26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s-ES_tradnl" noProof="0" dirty="0">
                <a:solidFill>
                  <a:schemeClr val="tx1"/>
                </a:solidFill>
              </a:endParaRPr>
            </a:p>
          </p:txBody>
        </p:sp>
        <p:sp>
          <p:nvSpPr>
            <p:cNvPr id="31" name="Freeform 31">
              <a:extLst>
                <a:ext uri="{FF2B5EF4-FFF2-40B4-BE49-F238E27FC236}">
                  <a16:creationId xmlns:a16="http://schemas.microsoft.com/office/drawing/2014/main" id="{CA7A216F-773B-4E81-70BE-2E86E4DBEA8C}"/>
                </a:ext>
              </a:extLst>
            </p:cNvPr>
            <p:cNvSpPr>
              <a:spLocks/>
            </p:cNvSpPr>
            <p:nvPr/>
          </p:nvSpPr>
          <p:spPr bwMode="auto">
            <a:xfrm>
              <a:off x="3312" y="3762"/>
              <a:ext cx="87" cy="448"/>
            </a:xfrm>
            <a:custGeom>
              <a:avLst/>
              <a:gdLst>
                <a:gd name="T0" fmla="*/ 0 w 83"/>
                <a:gd name="T1" fmla="*/ 1035 h 193"/>
                <a:gd name="T2" fmla="*/ 0 w 83"/>
                <a:gd name="T3" fmla="*/ 1035 h 193"/>
                <a:gd name="T4" fmla="*/ 9 w 83"/>
                <a:gd name="T5" fmla="*/ 980 h 193"/>
                <a:gd name="T6" fmla="*/ 20 w 83"/>
                <a:gd name="T7" fmla="*/ 926 h 193"/>
                <a:gd name="T8" fmla="*/ 29 w 83"/>
                <a:gd name="T9" fmla="*/ 868 h 193"/>
                <a:gd name="T10" fmla="*/ 38 w 83"/>
                <a:gd name="T11" fmla="*/ 815 h 193"/>
                <a:gd name="T12" fmla="*/ 46 w 83"/>
                <a:gd name="T13" fmla="*/ 750 h 193"/>
                <a:gd name="T14" fmla="*/ 52 w 83"/>
                <a:gd name="T15" fmla="*/ 689 h 193"/>
                <a:gd name="T16" fmla="*/ 61 w 83"/>
                <a:gd name="T17" fmla="*/ 624 h 193"/>
                <a:gd name="T18" fmla="*/ 66 w 83"/>
                <a:gd name="T19" fmla="*/ 555 h 193"/>
                <a:gd name="T20" fmla="*/ 71 w 83"/>
                <a:gd name="T21" fmla="*/ 490 h 193"/>
                <a:gd name="T22" fmla="*/ 77 w 83"/>
                <a:gd name="T23" fmla="*/ 420 h 193"/>
                <a:gd name="T24" fmla="*/ 81 w 83"/>
                <a:gd name="T25" fmla="*/ 351 h 193"/>
                <a:gd name="T26" fmla="*/ 84 w 83"/>
                <a:gd name="T27" fmla="*/ 286 h 193"/>
                <a:gd name="T28" fmla="*/ 87 w 83"/>
                <a:gd name="T29" fmla="*/ 211 h 193"/>
                <a:gd name="T30" fmla="*/ 89 w 83"/>
                <a:gd name="T31" fmla="*/ 139 h 193"/>
                <a:gd name="T32" fmla="*/ 90 w 83"/>
                <a:gd name="T33" fmla="*/ 70 h 193"/>
                <a:gd name="T34" fmla="*/ 90 w 83"/>
                <a:gd name="T35" fmla="*/ 0 h 193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83"/>
                <a:gd name="T55" fmla="*/ 0 h 193"/>
                <a:gd name="T56" fmla="*/ 83 w 83"/>
                <a:gd name="T57" fmla="*/ 193 h 193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83" h="193">
                  <a:moveTo>
                    <a:pt x="0" y="192"/>
                  </a:moveTo>
                  <a:lnTo>
                    <a:pt x="0" y="192"/>
                  </a:lnTo>
                  <a:lnTo>
                    <a:pt x="9" y="182"/>
                  </a:lnTo>
                  <a:lnTo>
                    <a:pt x="18" y="172"/>
                  </a:lnTo>
                  <a:lnTo>
                    <a:pt x="27" y="161"/>
                  </a:lnTo>
                  <a:lnTo>
                    <a:pt x="34" y="151"/>
                  </a:lnTo>
                  <a:lnTo>
                    <a:pt x="42" y="139"/>
                  </a:lnTo>
                  <a:lnTo>
                    <a:pt x="48" y="128"/>
                  </a:lnTo>
                  <a:lnTo>
                    <a:pt x="55" y="116"/>
                  </a:lnTo>
                  <a:lnTo>
                    <a:pt x="60" y="103"/>
                  </a:lnTo>
                  <a:lnTo>
                    <a:pt x="65" y="91"/>
                  </a:lnTo>
                  <a:lnTo>
                    <a:pt x="70" y="78"/>
                  </a:lnTo>
                  <a:lnTo>
                    <a:pt x="73" y="65"/>
                  </a:lnTo>
                  <a:lnTo>
                    <a:pt x="76" y="53"/>
                  </a:lnTo>
                  <a:lnTo>
                    <a:pt x="79" y="39"/>
                  </a:lnTo>
                  <a:lnTo>
                    <a:pt x="81" y="26"/>
                  </a:lnTo>
                  <a:lnTo>
                    <a:pt x="82" y="13"/>
                  </a:lnTo>
                  <a:lnTo>
                    <a:pt x="82" y="0"/>
                  </a:lnTo>
                </a:path>
              </a:pathLst>
            </a:custGeom>
            <a:noFill/>
            <a:ln w="25400" cap="rnd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s-ES_tradnl" noProof="0" dirty="0">
                <a:solidFill>
                  <a:schemeClr val="tx1"/>
                </a:solidFill>
              </a:endParaRPr>
            </a:p>
          </p:txBody>
        </p:sp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DD1E5D8C-5B4D-0F40-BC7B-12F63CA1B8DD}"/>
                </a:ext>
              </a:extLst>
            </p:cNvPr>
            <p:cNvSpPr>
              <a:spLocks/>
            </p:cNvSpPr>
            <p:nvPr/>
          </p:nvSpPr>
          <p:spPr bwMode="auto">
            <a:xfrm>
              <a:off x="3312" y="3314"/>
              <a:ext cx="87" cy="450"/>
            </a:xfrm>
            <a:custGeom>
              <a:avLst/>
              <a:gdLst>
                <a:gd name="T0" fmla="*/ 90 w 83"/>
                <a:gd name="T1" fmla="*/ 1039 h 194"/>
                <a:gd name="T2" fmla="*/ 90 w 83"/>
                <a:gd name="T3" fmla="*/ 1039 h 194"/>
                <a:gd name="T4" fmla="*/ 90 w 83"/>
                <a:gd name="T5" fmla="*/ 963 h 194"/>
                <a:gd name="T6" fmla="*/ 89 w 83"/>
                <a:gd name="T7" fmla="*/ 893 h 194"/>
                <a:gd name="T8" fmla="*/ 87 w 83"/>
                <a:gd name="T9" fmla="*/ 823 h 194"/>
                <a:gd name="T10" fmla="*/ 84 w 83"/>
                <a:gd name="T11" fmla="*/ 747 h 194"/>
                <a:gd name="T12" fmla="*/ 81 w 83"/>
                <a:gd name="T13" fmla="*/ 684 h 194"/>
                <a:gd name="T14" fmla="*/ 77 w 83"/>
                <a:gd name="T15" fmla="*/ 612 h 194"/>
                <a:gd name="T16" fmla="*/ 71 w 83"/>
                <a:gd name="T17" fmla="*/ 543 h 194"/>
                <a:gd name="T18" fmla="*/ 66 w 83"/>
                <a:gd name="T19" fmla="*/ 478 h 194"/>
                <a:gd name="T20" fmla="*/ 61 w 83"/>
                <a:gd name="T21" fmla="*/ 408 h 194"/>
                <a:gd name="T22" fmla="*/ 52 w 83"/>
                <a:gd name="T23" fmla="*/ 343 h 194"/>
                <a:gd name="T24" fmla="*/ 46 w 83"/>
                <a:gd name="T25" fmla="*/ 285 h 194"/>
                <a:gd name="T26" fmla="*/ 38 w 83"/>
                <a:gd name="T27" fmla="*/ 220 h 194"/>
                <a:gd name="T28" fmla="*/ 29 w 83"/>
                <a:gd name="T29" fmla="*/ 167 h 194"/>
                <a:gd name="T30" fmla="*/ 20 w 83"/>
                <a:gd name="T31" fmla="*/ 107 h 194"/>
                <a:gd name="T32" fmla="*/ 9 w 83"/>
                <a:gd name="T33" fmla="*/ 53 h 194"/>
                <a:gd name="T34" fmla="*/ 0 w 83"/>
                <a:gd name="T35" fmla="*/ 0 h 194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83"/>
                <a:gd name="T55" fmla="*/ 0 h 194"/>
                <a:gd name="T56" fmla="*/ 83 w 83"/>
                <a:gd name="T57" fmla="*/ 194 h 194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83" h="194">
                  <a:moveTo>
                    <a:pt x="82" y="193"/>
                  </a:moveTo>
                  <a:lnTo>
                    <a:pt x="82" y="193"/>
                  </a:lnTo>
                  <a:lnTo>
                    <a:pt x="82" y="179"/>
                  </a:lnTo>
                  <a:lnTo>
                    <a:pt x="81" y="166"/>
                  </a:lnTo>
                  <a:lnTo>
                    <a:pt x="79" y="153"/>
                  </a:lnTo>
                  <a:lnTo>
                    <a:pt x="76" y="139"/>
                  </a:lnTo>
                  <a:lnTo>
                    <a:pt x="73" y="127"/>
                  </a:lnTo>
                  <a:lnTo>
                    <a:pt x="70" y="114"/>
                  </a:lnTo>
                  <a:lnTo>
                    <a:pt x="65" y="101"/>
                  </a:lnTo>
                  <a:lnTo>
                    <a:pt x="60" y="89"/>
                  </a:lnTo>
                  <a:lnTo>
                    <a:pt x="55" y="76"/>
                  </a:lnTo>
                  <a:lnTo>
                    <a:pt x="48" y="64"/>
                  </a:lnTo>
                  <a:lnTo>
                    <a:pt x="42" y="53"/>
                  </a:lnTo>
                  <a:lnTo>
                    <a:pt x="34" y="41"/>
                  </a:lnTo>
                  <a:lnTo>
                    <a:pt x="27" y="31"/>
                  </a:lnTo>
                  <a:lnTo>
                    <a:pt x="18" y="20"/>
                  </a:lnTo>
                  <a:lnTo>
                    <a:pt x="9" y="10"/>
                  </a:lnTo>
                  <a:lnTo>
                    <a:pt x="0" y="0"/>
                  </a:lnTo>
                </a:path>
              </a:pathLst>
            </a:custGeom>
            <a:noFill/>
            <a:ln w="25400" cap="rnd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s-ES_tradnl" noProof="0" dirty="0">
                <a:solidFill>
                  <a:schemeClr val="tx1"/>
                </a:solidFill>
              </a:endParaRPr>
            </a:p>
          </p:txBody>
        </p:sp>
        <p:sp>
          <p:nvSpPr>
            <p:cNvPr id="33" name="Line 33">
              <a:extLst>
                <a:ext uri="{FF2B5EF4-FFF2-40B4-BE49-F238E27FC236}">
                  <a16:creationId xmlns:a16="http://schemas.microsoft.com/office/drawing/2014/main" id="{53129C3C-4873-D851-89F2-062DBFD3C99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3" y="3312"/>
              <a:ext cx="26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s-ES_tradnl" noProof="0" dirty="0">
                <a:solidFill>
                  <a:schemeClr val="tx1"/>
                </a:solidFill>
              </a:endParaRPr>
            </a:p>
          </p:txBody>
        </p:sp>
        <p:sp>
          <p:nvSpPr>
            <p:cNvPr id="34" name="Freeform 34">
              <a:extLst>
                <a:ext uri="{FF2B5EF4-FFF2-40B4-BE49-F238E27FC236}">
                  <a16:creationId xmlns:a16="http://schemas.microsoft.com/office/drawing/2014/main" id="{4B69D3F2-AF10-3C32-ACFB-651EE0042B34}"/>
                </a:ext>
              </a:extLst>
            </p:cNvPr>
            <p:cNvSpPr>
              <a:spLocks/>
            </p:cNvSpPr>
            <p:nvPr/>
          </p:nvSpPr>
          <p:spPr bwMode="auto">
            <a:xfrm>
              <a:off x="3576" y="3312"/>
              <a:ext cx="366" cy="463"/>
            </a:xfrm>
            <a:custGeom>
              <a:avLst/>
              <a:gdLst>
                <a:gd name="T0" fmla="*/ 383 w 349"/>
                <a:gd name="T1" fmla="*/ 1067 h 200"/>
                <a:gd name="T2" fmla="*/ 383 w 349"/>
                <a:gd name="T3" fmla="*/ 1067 h 200"/>
                <a:gd name="T4" fmla="*/ 367 w 349"/>
                <a:gd name="T5" fmla="*/ 949 h 200"/>
                <a:gd name="T6" fmla="*/ 351 w 349"/>
                <a:gd name="T7" fmla="*/ 836 h 200"/>
                <a:gd name="T8" fmla="*/ 332 w 349"/>
                <a:gd name="T9" fmla="*/ 725 h 200"/>
                <a:gd name="T10" fmla="*/ 313 w 349"/>
                <a:gd name="T11" fmla="*/ 627 h 200"/>
                <a:gd name="T12" fmla="*/ 292 w 349"/>
                <a:gd name="T13" fmla="*/ 526 h 200"/>
                <a:gd name="T14" fmla="*/ 270 w 349"/>
                <a:gd name="T15" fmla="*/ 440 h 200"/>
                <a:gd name="T16" fmla="*/ 245 w 349"/>
                <a:gd name="T17" fmla="*/ 359 h 200"/>
                <a:gd name="T18" fmla="*/ 222 w 349"/>
                <a:gd name="T19" fmla="*/ 289 h 200"/>
                <a:gd name="T20" fmla="*/ 197 w 349"/>
                <a:gd name="T21" fmla="*/ 220 h 200"/>
                <a:gd name="T22" fmla="*/ 171 w 349"/>
                <a:gd name="T23" fmla="*/ 167 h 200"/>
                <a:gd name="T24" fmla="*/ 143 w 349"/>
                <a:gd name="T25" fmla="*/ 113 h 200"/>
                <a:gd name="T26" fmla="*/ 115 w 349"/>
                <a:gd name="T27" fmla="*/ 69 h 200"/>
                <a:gd name="T28" fmla="*/ 87 w 349"/>
                <a:gd name="T29" fmla="*/ 37 h 200"/>
                <a:gd name="T30" fmla="*/ 59 w 349"/>
                <a:gd name="T31" fmla="*/ 16 h 200"/>
                <a:gd name="T32" fmla="*/ 29 w 349"/>
                <a:gd name="T33" fmla="*/ 0 h 200"/>
                <a:gd name="T34" fmla="*/ 0 w 349"/>
                <a:gd name="T35" fmla="*/ 0 h 200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349"/>
                <a:gd name="T55" fmla="*/ 0 h 200"/>
                <a:gd name="T56" fmla="*/ 349 w 349"/>
                <a:gd name="T57" fmla="*/ 200 h 200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349" h="200">
                  <a:moveTo>
                    <a:pt x="348" y="199"/>
                  </a:moveTo>
                  <a:lnTo>
                    <a:pt x="348" y="199"/>
                  </a:lnTo>
                  <a:lnTo>
                    <a:pt x="334" y="177"/>
                  </a:lnTo>
                  <a:lnTo>
                    <a:pt x="319" y="156"/>
                  </a:lnTo>
                  <a:lnTo>
                    <a:pt x="302" y="135"/>
                  </a:lnTo>
                  <a:lnTo>
                    <a:pt x="284" y="117"/>
                  </a:lnTo>
                  <a:lnTo>
                    <a:pt x="265" y="98"/>
                  </a:lnTo>
                  <a:lnTo>
                    <a:pt x="245" y="82"/>
                  </a:lnTo>
                  <a:lnTo>
                    <a:pt x="223" y="67"/>
                  </a:lnTo>
                  <a:lnTo>
                    <a:pt x="202" y="54"/>
                  </a:lnTo>
                  <a:lnTo>
                    <a:pt x="179" y="41"/>
                  </a:lnTo>
                  <a:lnTo>
                    <a:pt x="155" y="31"/>
                  </a:lnTo>
                  <a:lnTo>
                    <a:pt x="130" y="21"/>
                  </a:lnTo>
                  <a:lnTo>
                    <a:pt x="105" y="13"/>
                  </a:lnTo>
                  <a:lnTo>
                    <a:pt x="79" y="7"/>
                  </a:lnTo>
                  <a:lnTo>
                    <a:pt x="53" y="3"/>
                  </a:lnTo>
                  <a:lnTo>
                    <a:pt x="27" y="0"/>
                  </a:lnTo>
                  <a:lnTo>
                    <a:pt x="0" y="0"/>
                  </a:lnTo>
                </a:path>
              </a:pathLst>
            </a:custGeom>
            <a:noFill/>
            <a:ln w="25400" cap="rnd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s-ES_tradnl" noProof="0" dirty="0">
                <a:solidFill>
                  <a:schemeClr val="tx1"/>
                </a:solidFill>
              </a:endParaRPr>
            </a:p>
          </p:txBody>
        </p:sp>
        <p:sp>
          <p:nvSpPr>
            <p:cNvPr id="35" name="Freeform 35">
              <a:extLst>
                <a:ext uri="{FF2B5EF4-FFF2-40B4-BE49-F238E27FC236}">
                  <a16:creationId xmlns:a16="http://schemas.microsoft.com/office/drawing/2014/main" id="{A3D93606-B57F-A6CF-1C99-668A0F05E24A}"/>
                </a:ext>
              </a:extLst>
            </p:cNvPr>
            <p:cNvSpPr>
              <a:spLocks/>
            </p:cNvSpPr>
            <p:nvPr/>
          </p:nvSpPr>
          <p:spPr bwMode="auto">
            <a:xfrm>
              <a:off x="3264" y="3760"/>
              <a:ext cx="87" cy="448"/>
            </a:xfrm>
            <a:custGeom>
              <a:avLst/>
              <a:gdLst>
                <a:gd name="T0" fmla="*/ 0 w 83"/>
                <a:gd name="T1" fmla="*/ 1035 h 193"/>
                <a:gd name="T2" fmla="*/ 0 w 83"/>
                <a:gd name="T3" fmla="*/ 1035 h 193"/>
                <a:gd name="T4" fmla="*/ 9 w 83"/>
                <a:gd name="T5" fmla="*/ 980 h 193"/>
                <a:gd name="T6" fmla="*/ 20 w 83"/>
                <a:gd name="T7" fmla="*/ 926 h 193"/>
                <a:gd name="T8" fmla="*/ 29 w 83"/>
                <a:gd name="T9" fmla="*/ 868 h 193"/>
                <a:gd name="T10" fmla="*/ 38 w 83"/>
                <a:gd name="T11" fmla="*/ 815 h 193"/>
                <a:gd name="T12" fmla="*/ 46 w 83"/>
                <a:gd name="T13" fmla="*/ 750 h 193"/>
                <a:gd name="T14" fmla="*/ 52 w 83"/>
                <a:gd name="T15" fmla="*/ 689 h 193"/>
                <a:gd name="T16" fmla="*/ 61 w 83"/>
                <a:gd name="T17" fmla="*/ 624 h 193"/>
                <a:gd name="T18" fmla="*/ 66 w 83"/>
                <a:gd name="T19" fmla="*/ 555 h 193"/>
                <a:gd name="T20" fmla="*/ 71 w 83"/>
                <a:gd name="T21" fmla="*/ 490 h 193"/>
                <a:gd name="T22" fmla="*/ 77 w 83"/>
                <a:gd name="T23" fmla="*/ 420 h 193"/>
                <a:gd name="T24" fmla="*/ 81 w 83"/>
                <a:gd name="T25" fmla="*/ 351 h 193"/>
                <a:gd name="T26" fmla="*/ 84 w 83"/>
                <a:gd name="T27" fmla="*/ 286 h 193"/>
                <a:gd name="T28" fmla="*/ 87 w 83"/>
                <a:gd name="T29" fmla="*/ 211 h 193"/>
                <a:gd name="T30" fmla="*/ 89 w 83"/>
                <a:gd name="T31" fmla="*/ 139 h 193"/>
                <a:gd name="T32" fmla="*/ 90 w 83"/>
                <a:gd name="T33" fmla="*/ 70 h 193"/>
                <a:gd name="T34" fmla="*/ 90 w 83"/>
                <a:gd name="T35" fmla="*/ 0 h 193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83"/>
                <a:gd name="T55" fmla="*/ 0 h 193"/>
                <a:gd name="T56" fmla="*/ 83 w 83"/>
                <a:gd name="T57" fmla="*/ 193 h 193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83" h="193">
                  <a:moveTo>
                    <a:pt x="0" y="192"/>
                  </a:moveTo>
                  <a:lnTo>
                    <a:pt x="0" y="192"/>
                  </a:lnTo>
                  <a:lnTo>
                    <a:pt x="9" y="182"/>
                  </a:lnTo>
                  <a:lnTo>
                    <a:pt x="18" y="172"/>
                  </a:lnTo>
                  <a:lnTo>
                    <a:pt x="27" y="161"/>
                  </a:lnTo>
                  <a:lnTo>
                    <a:pt x="34" y="151"/>
                  </a:lnTo>
                  <a:lnTo>
                    <a:pt x="42" y="139"/>
                  </a:lnTo>
                  <a:lnTo>
                    <a:pt x="48" y="128"/>
                  </a:lnTo>
                  <a:lnTo>
                    <a:pt x="55" y="116"/>
                  </a:lnTo>
                  <a:lnTo>
                    <a:pt x="60" y="103"/>
                  </a:lnTo>
                  <a:lnTo>
                    <a:pt x="65" y="91"/>
                  </a:lnTo>
                  <a:lnTo>
                    <a:pt x="70" y="78"/>
                  </a:lnTo>
                  <a:lnTo>
                    <a:pt x="73" y="65"/>
                  </a:lnTo>
                  <a:lnTo>
                    <a:pt x="76" y="53"/>
                  </a:lnTo>
                  <a:lnTo>
                    <a:pt x="79" y="39"/>
                  </a:lnTo>
                  <a:lnTo>
                    <a:pt x="81" y="26"/>
                  </a:lnTo>
                  <a:lnTo>
                    <a:pt x="82" y="13"/>
                  </a:lnTo>
                  <a:lnTo>
                    <a:pt x="82" y="0"/>
                  </a:lnTo>
                </a:path>
              </a:pathLst>
            </a:custGeom>
            <a:noFill/>
            <a:ln w="25400" cap="rnd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s-ES_tradnl" noProof="0" dirty="0">
                <a:solidFill>
                  <a:schemeClr val="tx1"/>
                </a:solidFill>
              </a:endParaRPr>
            </a:p>
          </p:txBody>
        </p:sp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C08EB5F3-37ED-846A-28C6-6A519955A2C0}"/>
                </a:ext>
              </a:extLst>
            </p:cNvPr>
            <p:cNvSpPr>
              <a:spLocks/>
            </p:cNvSpPr>
            <p:nvPr/>
          </p:nvSpPr>
          <p:spPr bwMode="auto">
            <a:xfrm>
              <a:off x="3264" y="3312"/>
              <a:ext cx="87" cy="450"/>
            </a:xfrm>
            <a:custGeom>
              <a:avLst/>
              <a:gdLst>
                <a:gd name="T0" fmla="*/ 90 w 83"/>
                <a:gd name="T1" fmla="*/ 1039 h 194"/>
                <a:gd name="T2" fmla="*/ 90 w 83"/>
                <a:gd name="T3" fmla="*/ 1039 h 194"/>
                <a:gd name="T4" fmla="*/ 90 w 83"/>
                <a:gd name="T5" fmla="*/ 963 h 194"/>
                <a:gd name="T6" fmla="*/ 89 w 83"/>
                <a:gd name="T7" fmla="*/ 893 h 194"/>
                <a:gd name="T8" fmla="*/ 87 w 83"/>
                <a:gd name="T9" fmla="*/ 823 h 194"/>
                <a:gd name="T10" fmla="*/ 84 w 83"/>
                <a:gd name="T11" fmla="*/ 747 h 194"/>
                <a:gd name="T12" fmla="*/ 81 w 83"/>
                <a:gd name="T13" fmla="*/ 684 h 194"/>
                <a:gd name="T14" fmla="*/ 77 w 83"/>
                <a:gd name="T15" fmla="*/ 612 h 194"/>
                <a:gd name="T16" fmla="*/ 71 w 83"/>
                <a:gd name="T17" fmla="*/ 543 h 194"/>
                <a:gd name="T18" fmla="*/ 66 w 83"/>
                <a:gd name="T19" fmla="*/ 478 h 194"/>
                <a:gd name="T20" fmla="*/ 61 w 83"/>
                <a:gd name="T21" fmla="*/ 408 h 194"/>
                <a:gd name="T22" fmla="*/ 52 w 83"/>
                <a:gd name="T23" fmla="*/ 343 h 194"/>
                <a:gd name="T24" fmla="*/ 46 w 83"/>
                <a:gd name="T25" fmla="*/ 285 h 194"/>
                <a:gd name="T26" fmla="*/ 38 w 83"/>
                <a:gd name="T27" fmla="*/ 220 h 194"/>
                <a:gd name="T28" fmla="*/ 29 w 83"/>
                <a:gd name="T29" fmla="*/ 167 h 194"/>
                <a:gd name="T30" fmla="*/ 20 w 83"/>
                <a:gd name="T31" fmla="*/ 107 h 194"/>
                <a:gd name="T32" fmla="*/ 9 w 83"/>
                <a:gd name="T33" fmla="*/ 53 h 194"/>
                <a:gd name="T34" fmla="*/ 0 w 83"/>
                <a:gd name="T35" fmla="*/ 0 h 194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83"/>
                <a:gd name="T55" fmla="*/ 0 h 194"/>
                <a:gd name="T56" fmla="*/ 83 w 83"/>
                <a:gd name="T57" fmla="*/ 194 h 194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83" h="194">
                  <a:moveTo>
                    <a:pt x="82" y="193"/>
                  </a:moveTo>
                  <a:lnTo>
                    <a:pt x="82" y="193"/>
                  </a:lnTo>
                  <a:lnTo>
                    <a:pt x="82" y="179"/>
                  </a:lnTo>
                  <a:lnTo>
                    <a:pt x="81" y="166"/>
                  </a:lnTo>
                  <a:lnTo>
                    <a:pt x="79" y="153"/>
                  </a:lnTo>
                  <a:lnTo>
                    <a:pt x="76" y="139"/>
                  </a:lnTo>
                  <a:lnTo>
                    <a:pt x="73" y="127"/>
                  </a:lnTo>
                  <a:lnTo>
                    <a:pt x="70" y="114"/>
                  </a:lnTo>
                  <a:lnTo>
                    <a:pt x="65" y="101"/>
                  </a:lnTo>
                  <a:lnTo>
                    <a:pt x="60" y="89"/>
                  </a:lnTo>
                  <a:lnTo>
                    <a:pt x="55" y="76"/>
                  </a:lnTo>
                  <a:lnTo>
                    <a:pt x="48" y="64"/>
                  </a:lnTo>
                  <a:lnTo>
                    <a:pt x="42" y="53"/>
                  </a:lnTo>
                  <a:lnTo>
                    <a:pt x="34" y="41"/>
                  </a:lnTo>
                  <a:lnTo>
                    <a:pt x="27" y="31"/>
                  </a:lnTo>
                  <a:lnTo>
                    <a:pt x="18" y="20"/>
                  </a:lnTo>
                  <a:lnTo>
                    <a:pt x="9" y="10"/>
                  </a:lnTo>
                  <a:lnTo>
                    <a:pt x="0" y="0"/>
                  </a:lnTo>
                </a:path>
              </a:pathLst>
            </a:custGeom>
            <a:noFill/>
            <a:ln w="25400" cap="rnd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s-ES_tradnl" noProof="0" dirty="0">
                <a:solidFill>
                  <a:schemeClr val="tx1"/>
                </a:solidFill>
              </a:endParaRPr>
            </a:p>
          </p:txBody>
        </p:sp>
      </p:grpSp>
      <p:sp>
        <p:nvSpPr>
          <p:cNvPr id="37" name="Freeform 40">
            <a:extLst>
              <a:ext uri="{FF2B5EF4-FFF2-40B4-BE49-F238E27FC236}">
                <a16:creationId xmlns:a16="http://schemas.microsoft.com/office/drawing/2014/main" id="{3E5D515F-A29B-7B82-6C12-1C26EA2C1AE8}"/>
              </a:ext>
            </a:extLst>
          </p:cNvPr>
          <p:cNvSpPr>
            <a:spLocks/>
          </p:cNvSpPr>
          <p:nvPr/>
        </p:nvSpPr>
        <p:spPr bwMode="auto">
          <a:xfrm>
            <a:off x="2144713" y="3718520"/>
            <a:ext cx="1436687" cy="1090612"/>
          </a:xfrm>
          <a:custGeom>
            <a:avLst/>
            <a:gdLst>
              <a:gd name="T0" fmla="*/ 2147483647 w 432"/>
              <a:gd name="T1" fmla="*/ 0 h 624"/>
              <a:gd name="T2" fmla="*/ 2147483647 w 432"/>
              <a:gd name="T3" fmla="*/ 1319638693 h 624"/>
              <a:gd name="T4" fmla="*/ 0 w 432"/>
              <a:gd name="T5" fmla="*/ 1319638693 h 624"/>
              <a:gd name="T6" fmla="*/ 0 w 432"/>
              <a:gd name="T7" fmla="*/ 1906145216 h 624"/>
              <a:gd name="T8" fmla="*/ 0 60000 65536"/>
              <a:gd name="T9" fmla="*/ 0 60000 65536"/>
              <a:gd name="T10" fmla="*/ 0 60000 65536"/>
              <a:gd name="T11" fmla="*/ 0 60000 65536"/>
              <a:gd name="T12" fmla="*/ 0 w 432"/>
              <a:gd name="T13" fmla="*/ 0 h 624"/>
              <a:gd name="T14" fmla="*/ 432 w 432"/>
              <a:gd name="T15" fmla="*/ 624 h 624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432" h="624">
                <a:moveTo>
                  <a:pt x="432" y="0"/>
                </a:moveTo>
                <a:lnTo>
                  <a:pt x="432" y="432"/>
                </a:lnTo>
                <a:lnTo>
                  <a:pt x="0" y="432"/>
                </a:lnTo>
                <a:lnTo>
                  <a:pt x="0" y="624"/>
                </a:lnTo>
              </a:path>
            </a:pathLst>
          </a:cu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 anchor="ctr"/>
          <a:lstStyle/>
          <a:p>
            <a:endParaRPr lang="es-ES_tradnl" noProof="0" dirty="0">
              <a:solidFill>
                <a:schemeClr val="tx1"/>
              </a:solidFill>
            </a:endParaRPr>
          </a:p>
        </p:txBody>
      </p:sp>
      <p:sp>
        <p:nvSpPr>
          <p:cNvPr id="38" name="Text Box 41">
            <a:extLst>
              <a:ext uri="{FF2B5EF4-FFF2-40B4-BE49-F238E27FC236}">
                <a16:creationId xmlns:a16="http://schemas.microsoft.com/office/drawing/2014/main" id="{31E2A77F-960C-AA63-16DA-46A6DC4F84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48600" y="3032720"/>
            <a:ext cx="407484" cy="40011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_tradnl" sz="2000" i="1" noProof="0" dirty="0">
                <a:solidFill>
                  <a:schemeClr val="tx1"/>
                </a:solidFill>
              </a:rPr>
              <a:t>c</a:t>
            </a:r>
            <a:r>
              <a:rPr lang="es-ES_tradnl" sz="2000" b="1" i="1" baseline="-25000" noProof="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39" name="Line 42">
            <a:extLst>
              <a:ext uri="{FF2B5EF4-FFF2-40B4-BE49-F238E27FC236}">
                <a16:creationId xmlns:a16="http://schemas.microsoft.com/office/drawing/2014/main" id="{AB15BEAD-1CB0-59F6-0AFB-08613F9CD982}"/>
              </a:ext>
            </a:extLst>
          </p:cNvPr>
          <p:cNvSpPr>
            <a:spLocks noChangeShapeType="1"/>
          </p:cNvSpPr>
          <p:nvPr/>
        </p:nvSpPr>
        <p:spPr bwMode="auto">
          <a:xfrm>
            <a:off x="5257800" y="4023320"/>
            <a:ext cx="1066800" cy="0"/>
          </a:xfrm>
          <a:prstGeom prst="line">
            <a:avLst/>
          </a:prstGeom>
          <a:noFill/>
          <a:ln w="38100">
            <a:solidFill>
              <a:schemeClr val="tx2"/>
            </a:solidFill>
            <a:prstDash val="sysDot"/>
            <a:round/>
            <a:headEnd/>
            <a:tailEnd/>
          </a:ln>
        </p:spPr>
        <p:txBody>
          <a:bodyPr wrap="none" anchor="ctr"/>
          <a:lstStyle/>
          <a:p>
            <a:endParaRPr lang="es-ES_tradnl" noProof="0" dirty="0">
              <a:solidFill>
                <a:schemeClr val="tx1"/>
              </a:solidFill>
            </a:endParaRPr>
          </a:p>
        </p:txBody>
      </p:sp>
      <p:sp>
        <p:nvSpPr>
          <p:cNvPr id="40" name="Line 43">
            <a:extLst>
              <a:ext uri="{FF2B5EF4-FFF2-40B4-BE49-F238E27FC236}">
                <a16:creationId xmlns:a16="http://schemas.microsoft.com/office/drawing/2014/main" id="{8FA6DAFB-6B33-6D28-87B5-75DAFC1089FF}"/>
              </a:ext>
            </a:extLst>
          </p:cNvPr>
          <p:cNvSpPr>
            <a:spLocks noChangeShapeType="1"/>
          </p:cNvSpPr>
          <p:nvPr/>
        </p:nvSpPr>
        <p:spPr bwMode="auto">
          <a:xfrm>
            <a:off x="5105400" y="2423120"/>
            <a:ext cx="1066800" cy="0"/>
          </a:xfrm>
          <a:prstGeom prst="line">
            <a:avLst/>
          </a:prstGeom>
          <a:noFill/>
          <a:ln w="38100">
            <a:solidFill>
              <a:schemeClr val="tx2"/>
            </a:solidFill>
            <a:prstDash val="sysDot"/>
            <a:round/>
            <a:headEnd/>
            <a:tailEnd/>
          </a:ln>
        </p:spPr>
        <p:txBody>
          <a:bodyPr wrap="none" anchor="ctr"/>
          <a:lstStyle/>
          <a:p>
            <a:endParaRPr lang="es-ES_tradnl" noProof="0" dirty="0">
              <a:solidFill>
                <a:schemeClr val="tx1"/>
              </a:solidFill>
            </a:endParaRPr>
          </a:p>
        </p:txBody>
      </p:sp>
      <p:sp>
        <p:nvSpPr>
          <p:cNvPr id="41" name="Line 44">
            <a:extLst>
              <a:ext uri="{FF2B5EF4-FFF2-40B4-BE49-F238E27FC236}">
                <a16:creationId xmlns:a16="http://schemas.microsoft.com/office/drawing/2014/main" id="{A777366C-DE3B-8D38-030A-CA847B199A2C}"/>
              </a:ext>
            </a:extLst>
          </p:cNvPr>
          <p:cNvSpPr>
            <a:spLocks noChangeShapeType="1"/>
          </p:cNvSpPr>
          <p:nvPr/>
        </p:nvSpPr>
        <p:spPr bwMode="auto">
          <a:xfrm>
            <a:off x="5486400" y="1965920"/>
            <a:ext cx="1066800" cy="0"/>
          </a:xfrm>
          <a:prstGeom prst="line">
            <a:avLst/>
          </a:prstGeom>
          <a:noFill/>
          <a:ln w="38100">
            <a:solidFill>
              <a:schemeClr val="tx2"/>
            </a:solidFill>
            <a:prstDash val="sysDot"/>
            <a:round/>
            <a:headEnd/>
            <a:tailEnd/>
          </a:ln>
        </p:spPr>
        <p:txBody>
          <a:bodyPr wrap="none" anchor="ctr"/>
          <a:lstStyle/>
          <a:p>
            <a:endParaRPr lang="es-ES_tradnl" noProof="0" dirty="0">
              <a:solidFill>
                <a:schemeClr val="tx1"/>
              </a:solidFill>
            </a:endParaRPr>
          </a:p>
        </p:txBody>
      </p:sp>
      <p:grpSp>
        <p:nvGrpSpPr>
          <p:cNvPr id="42" name="Group 45">
            <a:extLst>
              <a:ext uri="{FF2B5EF4-FFF2-40B4-BE49-F238E27FC236}">
                <a16:creationId xmlns:a16="http://schemas.microsoft.com/office/drawing/2014/main" id="{1F44AE3C-B5B4-3874-8B2B-E0B6A3A6A099}"/>
              </a:ext>
            </a:extLst>
          </p:cNvPr>
          <p:cNvGrpSpPr>
            <a:grpSpLocks/>
          </p:cNvGrpSpPr>
          <p:nvPr/>
        </p:nvGrpSpPr>
        <p:grpSpPr bwMode="auto">
          <a:xfrm rot="10800000" flipH="1" flipV="1">
            <a:off x="4008438" y="5302845"/>
            <a:ext cx="685800" cy="533400"/>
            <a:chOff x="3264" y="3312"/>
            <a:chExt cx="678" cy="900"/>
          </a:xfrm>
        </p:grpSpPr>
        <p:sp>
          <p:nvSpPr>
            <p:cNvPr id="43" name="Freeform 46">
              <a:extLst>
                <a:ext uri="{FF2B5EF4-FFF2-40B4-BE49-F238E27FC236}">
                  <a16:creationId xmlns:a16="http://schemas.microsoft.com/office/drawing/2014/main" id="{9879ED8F-B664-C7C0-2208-CBDEB041DF86}"/>
                </a:ext>
              </a:extLst>
            </p:cNvPr>
            <p:cNvSpPr>
              <a:spLocks/>
            </p:cNvSpPr>
            <p:nvPr/>
          </p:nvSpPr>
          <p:spPr bwMode="auto">
            <a:xfrm>
              <a:off x="3576" y="3749"/>
              <a:ext cx="366" cy="463"/>
            </a:xfrm>
            <a:custGeom>
              <a:avLst/>
              <a:gdLst>
                <a:gd name="T0" fmla="*/ 0 w 349"/>
                <a:gd name="T1" fmla="*/ 1067 h 200"/>
                <a:gd name="T2" fmla="*/ 0 w 349"/>
                <a:gd name="T3" fmla="*/ 1067 h 200"/>
                <a:gd name="T4" fmla="*/ 0 w 349"/>
                <a:gd name="T5" fmla="*/ 1067 h 200"/>
                <a:gd name="T6" fmla="*/ 0 w 349"/>
                <a:gd name="T7" fmla="*/ 1067 h 200"/>
                <a:gd name="T8" fmla="*/ 0 w 349"/>
                <a:gd name="T9" fmla="*/ 1067 h 200"/>
                <a:gd name="T10" fmla="*/ 0 w 349"/>
                <a:gd name="T11" fmla="*/ 1067 h 200"/>
                <a:gd name="T12" fmla="*/ 0 w 349"/>
                <a:gd name="T13" fmla="*/ 1067 h 200"/>
                <a:gd name="T14" fmla="*/ 29 w 349"/>
                <a:gd name="T15" fmla="*/ 1067 h 200"/>
                <a:gd name="T16" fmla="*/ 59 w 349"/>
                <a:gd name="T17" fmla="*/ 1051 h 200"/>
                <a:gd name="T18" fmla="*/ 87 w 349"/>
                <a:gd name="T19" fmla="*/ 1028 h 200"/>
                <a:gd name="T20" fmla="*/ 115 w 349"/>
                <a:gd name="T21" fmla="*/ 998 h 200"/>
                <a:gd name="T22" fmla="*/ 143 w 349"/>
                <a:gd name="T23" fmla="*/ 954 h 200"/>
                <a:gd name="T24" fmla="*/ 171 w 349"/>
                <a:gd name="T25" fmla="*/ 901 h 200"/>
                <a:gd name="T26" fmla="*/ 197 w 349"/>
                <a:gd name="T27" fmla="*/ 847 h 200"/>
                <a:gd name="T28" fmla="*/ 222 w 349"/>
                <a:gd name="T29" fmla="*/ 778 h 200"/>
                <a:gd name="T30" fmla="*/ 245 w 349"/>
                <a:gd name="T31" fmla="*/ 708 h 200"/>
                <a:gd name="T32" fmla="*/ 270 w 349"/>
                <a:gd name="T33" fmla="*/ 627 h 200"/>
                <a:gd name="T34" fmla="*/ 292 w 349"/>
                <a:gd name="T35" fmla="*/ 542 h 200"/>
                <a:gd name="T36" fmla="*/ 313 w 349"/>
                <a:gd name="T37" fmla="*/ 440 h 200"/>
                <a:gd name="T38" fmla="*/ 332 w 349"/>
                <a:gd name="T39" fmla="*/ 343 h 200"/>
                <a:gd name="T40" fmla="*/ 351 w 349"/>
                <a:gd name="T41" fmla="*/ 232 h 200"/>
                <a:gd name="T42" fmla="*/ 367 w 349"/>
                <a:gd name="T43" fmla="*/ 118 h 200"/>
                <a:gd name="T44" fmla="*/ 383 w 349"/>
                <a:gd name="T45" fmla="*/ 0 h 200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w 349"/>
                <a:gd name="T70" fmla="*/ 0 h 200"/>
                <a:gd name="T71" fmla="*/ 349 w 349"/>
                <a:gd name="T72" fmla="*/ 200 h 200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T69" t="T70" r="T71" b="T72"/>
              <a:pathLst>
                <a:path w="349" h="200">
                  <a:moveTo>
                    <a:pt x="0" y="199"/>
                  </a:moveTo>
                  <a:lnTo>
                    <a:pt x="0" y="199"/>
                  </a:lnTo>
                  <a:lnTo>
                    <a:pt x="27" y="199"/>
                  </a:lnTo>
                  <a:lnTo>
                    <a:pt x="53" y="196"/>
                  </a:lnTo>
                  <a:lnTo>
                    <a:pt x="79" y="192"/>
                  </a:lnTo>
                  <a:lnTo>
                    <a:pt x="105" y="186"/>
                  </a:lnTo>
                  <a:lnTo>
                    <a:pt x="130" y="178"/>
                  </a:lnTo>
                  <a:lnTo>
                    <a:pt x="155" y="168"/>
                  </a:lnTo>
                  <a:lnTo>
                    <a:pt x="179" y="158"/>
                  </a:lnTo>
                  <a:lnTo>
                    <a:pt x="202" y="145"/>
                  </a:lnTo>
                  <a:lnTo>
                    <a:pt x="223" y="132"/>
                  </a:lnTo>
                  <a:lnTo>
                    <a:pt x="245" y="117"/>
                  </a:lnTo>
                  <a:lnTo>
                    <a:pt x="265" y="101"/>
                  </a:lnTo>
                  <a:lnTo>
                    <a:pt x="284" y="82"/>
                  </a:lnTo>
                  <a:lnTo>
                    <a:pt x="302" y="64"/>
                  </a:lnTo>
                  <a:lnTo>
                    <a:pt x="319" y="43"/>
                  </a:lnTo>
                  <a:lnTo>
                    <a:pt x="334" y="22"/>
                  </a:lnTo>
                  <a:lnTo>
                    <a:pt x="348" y="0"/>
                  </a:lnTo>
                </a:path>
              </a:pathLst>
            </a:custGeom>
            <a:noFill/>
            <a:ln w="25400" cap="rnd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s-ES_tradnl" noProof="0" dirty="0">
                <a:solidFill>
                  <a:schemeClr val="tx1"/>
                </a:solidFill>
              </a:endParaRPr>
            </a:p>
          </p:txBody>
        </p:sp>
        <p:sp>
          <p:nvSpPr>
            <p:cNvPr id="44" name="Line 47">
              <a:extLst>
                <a:ext uri="{FF2B5EF4-FFF2-40B4-BE49-F238E27FC236}">
                  <a16:creationId xmlns:a16="http://schemas.microsoft.com/office/drawing/2014/main" id="{0A262051-8C85-41D9-0D15-109B9892272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313" y="4210"/>
              <a:ext cx="26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s-ES_tradnl" noProof="0" dirty="0">
                <a:solidFill>
                  <a:schemeClr val="tx1"/>
                </a:solidFill>
              </a:endParaRPr>
            </a:p>
          </p:txBody>
        </p:sp>
        <p:sp>
          <p:nvSpPr>
            <p:cNvPr id="45" name="Freeform 48">
              <a:extLst>
                <a:ext uri="{FF2B5EF4-FFF2-40B4-BE49-F238E27FC236}">
                  <a16:creationId xmlns:a16="http://schemas.microsoft.com/office/drawing/2014/main" id="{57E556FB-541C-55E2-60BF-E21B3C179E38}"/>
                </a:ext>
              </a:extLst>
            </p:cNvPr>
            <p:cNvSpPr>
              <a:spLocks/>
            </p:cNvSpPr>
            <p:nvPr/>
          </p:nvSpPr>
          <p:spPr bwMode="auto">
            <a:xfrm>
              <a:off x="3312" y="3762"/>
              <a:ext cx="87" cy="448"/>
            </a:xfrm>
            <a:custGeom>
              <a:avLst/>
              <a:gdLst>
                <a:gd name="T0" fmla="*/ 0 w 83"/>
                <a:gd name="T1" fmla="*/ 1035 h 193"/>
                <a:gd name="T2" fmla="*/ 0 w 83"/>
                <a:gd name="T3" fmla="*/ 1035 h 193"/>
                <a:gd name="T4" fmla="*/ 9 w 83"/>
                <a:gd name="T5" fmla="*/ 980 h 193"/>
                <a:gd name="T6" fmla="*/ 20 w 83"/>
                <a:gd name="T7" fmla="*/ 926 h 193"/>
                <a:gd name="T8" fmla="*/ 29 w 83"/>
                <a:gd name="T9" fmla="*/ 868 h 193"/>
                <a:gd name="T10" fmla="*/ 38 w 83"/>
                <a:gd name="T11" fmla="*/ 815 h 193"/>
                <a:gd name="T12" fmla="*/ 46 w 83"/>
                <a:gd name="T13" fmla="*/ 750 h 193"/>
                <a:gd name="T14" fmla="*/ 52 w 83"/>
                <a:gd name="T15" fmla="*/ 689 h 193"/>
                <a:gd name="T16" fmla="*/ 61 w 83"/>
                <a:gd name="T17" fmla="*/ 624 h 193"/>
                <a:gd name="T18" fmla="*/ 66 w 83"/>
                <a:gd name="T19" fmla="*/ 555 h 193"/>
                <a:gd name="T20" fmla="*/ 71 w 83"/>
                <a:gd name="T21" fmla="*/ 490 h 193"/>
                <a:gd name="T22" fmla="*/ 77 w 83"/>
                <a:gd name="T23" fmla="*/ 420 h 193"/>
                <a:gd name="T24" fmla="*/ 81 w 83"/>
                <a:gd name="T25" fmla="*/ 351 h 193"/>
                <a:gd name="T26" fmla="*/ 84 w 83"/>
                <a:gd name="T27" fmla="*/ 286 h 193"/>
                <a:gd name="T28" fmla="*/ 87 w 83"/>
                <a:gd name="T29" fmla="*/ 211 h 193"/>
                <a:gd name="T30" fmla="*/ 89 w 83"/>
                <a:gd name="T31" fmla="*/ 139 h 193"/>
                <a:gd name="T32" fmla="*/ 90 w 83"/>
                <a:gd name="T33" fmla="*/ 70 h 193"/>
                <a:gd name="T34" fmla="*/ 90 w 83"/>
                <a:gd name="T35" fmla="*/ 0 h 193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83"/>
                <a:gd name="T55" fmla="*/ 0 h 193"/>
                <a:gd name="T56" fmla="*/ 83 w 83"/>
                <a:gd name="T57" fmla="*/ 193 h 193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83" h="193">
                  <a:moveTo>
                    <a:pt x="0" y="192"/>
                  </a:moveTo>
                  <a:lnTo>
                    <a:pt x="0" y="192"/>
                  </a:lnTo>
                  <a:lnTo>
                    <a:pt x="9" y="182"/>
                  </a:lnTo>
                  <a:lnTo>
                    <a:pt x="18" y="172"/>
                  </a:lnTo>
                  <a:lnTo>
                    <a:pt x="27" y="161"/>
                  </a:lnTo>
                  <a:lnTo>
                    <a:pt x="34" y="151"/>
                  </a:lnTo>
                  <a:lnTo>
                    <a:pt x="42" y="139"/>
                  </a:lnTo>
                  <a:lnTo>
                    <a:pt x="48" y="128"/>
                  </a:lnTo>
                  <a:lnTo>
                    <a:pt x="55" y="116"/>
                  </a:lnTo>
                  <a:lnTo>
                    <a:pt x="60" y="103"/>
                  </a:lnTo>
                  <a:lnTo>
                    <a:pt x="65" y="91"/>
                  </a:lnTo>
                  <a:lnTo>
                    <a:pt x="70" y="78"/>
                  </a:lnTo>
                  <a:lnTo>
                    <a:pt x="73" y="65"/>
                  </a:lnTo>
                  <a:lnTo>
                    <a:pt x="76" y="53"/>
                  </a:lnTo>
                  <a:lnTo>
                    <a:pt x="79" y="39"/>
                  </a:lnTo>
                  <a:lnTo>
                    <a:pt x="81" y="26"/>
                  </a:lnTo>
                  <a:lnTo>
                    <a:pt x="82" y="13"/>
                  </a:lnTo>
                  <a:lnTo>
                    <a:pt x="82" y="0"/>
                  </a:lnTo>
                </a:path>
              </a:pathLst>
            </a:custGeom>
            <a:noFill/>
            <a:ln w="25400" cap="rnd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s-ES_tradnl" noProof="0" dirty="0">
                <a:solidFill>
                  <a:schemeClr val="tx1"/>
                </a:solidFill>
              </a:endParaRPr>
            </a:p>
          </p:txBody>
        </p:sp>
        <p:sp>
          <p:nvSpPr>
            <p:cNvPr id="46" name="Freeform 49">
              <a:extLst>
                <a:ext uri="{FF2B5EF4-FFF2-40B4-BE49-F238E27FC236}">
                  <a16:creationId xmlns:a16="http://schemas.microsoft.com/office/drawing/2014/main" id="{F2F80D66-FCF7-701C-400A-5A0EE8A68566}"/>
                </a:ext>
              </a:extLst>
            </p:cNvPr>
            <p:cNvSpPr>
              <a:spLocks/>
            </p:cNvSpPr>
            <p:nvPr/>
          </p:nvSpPr>
          <p:spPr bwMode="auto">
            <a:xfrm>
              <a:off x="3312" y="3314"/>
              <a:ext cx="87" cy="450"/>
            </a:xfrm>
            <a:custGeom>
              <a:avLst/>
              <a:gdLst>
                <a:gd name="T0" fmla="*/ 90 w 83"/>
                <a:gd name="T1" fmla="*/ 1039 h 194"/>
                <a:gd name="T2" fmla="*/ 90 w 83"/>
                <a:gd name="T3" fmla="*/ 1039 h 194"/>
                <a:gd name="T4" fmla="*/ 90 w 83"/>
                <a:gd name="T5" fmla="*/ 963 h 194"/>
                <a:gd name="T6" fmla="*/ 89 w 83"/>
                <a:gd name="T7" fmla="*/ 893 h 194"/>
                <a:gd name="T8" fmla="*/ 87 w 83"/>
                <a:gd name="T9" fmla="*/ 823 h 194"/>
                <a:gd name="T10" fmla="*/ 84 w 83"/>
                <a:gd name="T11" fmla="*/ 747 h 194"/>
                <a:gd name="T12" fmla="*/ 81 w 83"/>
                <a:gd name="T13" fmla="*/ 684 h 194"/>
                <a:gd name="T14" fmla="*/ 77 w 83"/>
                <a:gd name="T15" fmla="*/ 612 h 194"/>
                <a:gd name="T16" fmla="*/ 71 w 83"/>
                <a:gd name="T17" fmla="*/ 543 h 194"/>
                <a:gd name="T18" fmla="*/ 66 w 83"/>
                <a:gd name="T19" fmla="*/ 478 h 194"/>
                <a:gd name="T20" fmla="*/ 61 w 83"/>
                <a:gd name="T21" fmla="*/ 408 h 194"/>
                <a:gd name="T22" fmla="*/ 52 w 83"/>
                <a:gd name="T23" fmla="*/ 343 h 194"/>
                <a:gd name="T24" fmla="*/ 46 w 83"/>
                <a:gd name="T25" fmla="*/ 285 h 194"/>
                <a:gd name="T26" fmla="*/ 38 w 83"/>
                <a:gd name="T27" fmla="*/ 220 h 194"/>
                <a:gd name="T28" fmla="*/ 29 w 83"/>
                <a:gd name="T29" fmla="*/ 167 h 194"/>
                <a:gd name="T30" fmla="*/ 20 w 83"/>
                <a:gd name="T31" fmla="*/ 107 h 194"/>
                <a:gd name="T32" fmla="*/ 9 w 83"/>
                <a:gd name="T33" fmla="*/ 53 h 194"/>
                <a:gd name="T34" fmla="*/ 0 w 83"/>
                <a:gd name="T35" fmla="*/ 0 h 194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83"/>
                <a:gd name="T55" fmla="*/ 0 h 194"/>
                <a:gd name="T56" fmla="*/ 83 w 83"/>
                <a:gd name="T57" fmla="*/ 194 h 194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83" h="194">
                  <a:moveTo>
                    <a:pt x="82" y="193"/>
                  </a:moveTo>
                  <a:lnTo>
                    <a:pt x="82" y="193"/>
                  </a:lnTo>
                  <a:lnTo>
                    <a:pt x="82" y="179"/>
                  </a:lnTo>
                  <a:lnTo>
                    <a:pt x="81" y="166"/>
                  </a:lnTo>
                  <a:lnTo>
                    <a:pt x="79" y="153"/>
                  </a:lnTo>
                  <a:lnTo>
                    <a:pt x="76" y="139"/>
                  </a:lnTo>
                  <a:lnTo>
                    <a:pt x="73" y="127"/>
                  </a:lnTo>
                  <a:lnTo>
                    <a:pt x="70" y="114"/>
                  </a:lnTo>
                  <a:lnTo>
                    <a:pt x="65" y="101"/>
                  </a:lnTo>
                  <a:lnTo>
                    <a:pt x="60" y="89"/>
                  </a:lnTo>
                  <a:lnTo>
                    <a:pt x="55" y="76"/>
                  </a:lnTo>
                  <a:lnTo>
                    <a:pt x="48" y="64"/>
                  </a:lnTo>
                  <a:lnTo>
                    <a:pt x="42" y="53"/>
                  </a:lnTo>
                  <a:lnTo>
                    <a:pt x="34" y="41"/>
                  </a:lnTo>
                  <a:lnTo>
                    <a:pt x="27" y="31"/>
                  </a:lnTo>
                  <a:lnTo>
                    <a:pt x="18" y="20"/>
                  </a:lnTo>
                  <a:lnTo>
                    <a:pt x="9" y="10"/>
                  </a:lnTo>
                  <a:lnTo>
                    <a:pt x="0" y="0"/>
                  </a:lnTo>
                </a:path>
              </a:pathLst>
            </a:custGeom>
            <a:noFill/>
            <a:ln w="25400" cap="rnd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s-ES_tradnl" noProof="0" dirty="0">
                <a:solidFill>
                  <a:schemeClr val="tx1"/>
                </a:solidFill>
              </a:endParaRPr>
            </a:p>
          </p:txBody>
        </p:sp>
        <p:sp>
          <p:nvSpPr>
            <p:cNvPr id="47" name="Line 50">
              <a:extLst>
                <a:ext uri="{FF2B5EF4-FFF2-40B4-BE49-F238E27FC236}">
                  <a16:creationId xmlns:a16="http://schemas.microsoft.com/office/drawing/2014/main" id="{DDA3E885-E221-6CAB-CFD4-B4BE01AF2C4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3" y="3312"/>
              <a:ext cx="26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s-ES_tradnl" noProof="0" dirty="0">
                <a:solidFill>
                  <a:schemeClr val="tx1"/>
                </a:solidFill>
              </a:endParaRPr>
            </a:p>
          </p:txBody>
        </p:sp>
        <p:sp>
          <p:nvSpPr>
            <p:cNvPr id="48" name="Freeform 51">
              <a:extLst>
                <a:ext uri="{FF2B5EF4-FFF2-40B4-BE49-F238E27FC236}">
                  <a16:creationId xmlns:a16="http://schemas.microsoft.com/office/drawing/2014/main" id="{9F71B2E1-DDCC-C0E2-74B0-4637752A69AF}"/>
                </a:ext>
              </a:extLst>
            </p:cNvPr>
            <p:cNvSpPr>
              <a:spLocks/>
            </p:cNvSpPr>
            <p:nvPr/>
          </p:nvSpPr>
          <p:spPr bwMode="auto">
            <a:xfrm>
              <a:off x="3576" y="3312"/>
              <a:ext cx="366" cy="463"/>
            </a:xfrm>
            <a:custGeom>
              <a:avLst/>
              <a:gdLst>
                <a:gd name="T0" fmla="*/ 383 w 349"/>
                <a:gd name="T1" fmla="*/ 1067 h 200"/>
                <a:gd name="T2" fmla="*/ 383 w 349"/>
                <a:gd name="T3" fmla="*/ 1067 h 200"/>
                <a:gd name="T4" fmla="*/ 367 w 349"/>
                <a:gd name="T5" fmla="*/ 949 h 200"/>
                <a:gd name="T6" fmla="*/ 351 w 349"/>
                <a:gd name="T7" fmla="*/ 836 h 200"/>
                <a:gd name="T8" fmla="*/ 332 w 349"/>
                <a:gd name="T9" fmla="*/ 725 h 200"/>
                <a:gd name="T10" fmla="*/ 313 w 349"/>
                <a:gd name="T11" fmla="*/ 627 h 200"/>
                <a:gd name="T12" fmla="*/ 292 w 349"/>
                <a:gd name="T13" fmla="*/ 526 h 200"/>
                <a:gd name="T14" fmla="*/ 270 w 349"/>
                <a:gd name="T15" fmla="*/ 440 h 200"/>
                <a:gd name="T16" fmla="*/ 245 w 349"/>
                <a:gd name="T17" fmla="*/ 359 h 200"/>
                <a:gd name="T18" fmla="*/ 222 w 349"/>
                <a:gd name="T19" fmla="*/ 289 h 200"/>
                <a:gd name="T20" fmla="*/ 197 w 349"/>
                <a:gd name="T21" fmla="*/ 220 h 200"/>
                <a:gd name="T22" fmla="*/ 171 w 349"/>
                <a:gd name="T23" fmla="*/ 167 h 200"/>
                <a:gd name="T24" fmla="*/ 143 w 349"/>
                <a:gd name="T25" fmla="*/ 113 h 200"/>
                <a:gd name="T26" fmla="*/ 115 w 349"/>
                <a:gd name="T27" fmla="*/ 69 h 200"/>
                <a:gd name="T28" fmla="*/ 87 w 349"/>
                <a:gd name="T29" fmla="*/ 37 h 200"/>
                <a:gd name="T30" fmla="*/ 59 w 349"/>
                <a:gd name="T31" fmla="*/ 16 h 200"/>
                <a:gd name="T32" fmla="*/ 29 w 349"/>
                <a:gd name="T33" fmla="*/ 0 h 200"/>
                <a:gd name="T34" fmla="*/ 0 w 349"/>
                <a:gd name="T35" fmla="*/ 0 h 200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349"/>
                <a:gd name="T55" fmla="*/ 0 h 200"/>
                <a:gd name="T56" fmla="*/ 349 w 349"/>
                <a:gd name="T57" fmla="*/ 200 h 200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349" h="200">
                  <a:moveTo>
                    <a:pt x="348" y="199"/>
                  </a:moveTo>
                  <a:lnTo>
                    <a:pt x="348" y="199"/>
                  </a:lnTo>
                  <a:lnTo>
                    <a:pt x="334" y="177"/>
                  </a:lnTo>
                  <a:lnTo>
                    <a:pt x="319" y="156"/>
                  </a:lnTo>
                  <a:lnTo>
                    <a:pt x="302" y="135"/>
                  </a:lnTo>
                  <a:lnTo>
                    <a:pt x="284" y="117"/>
                  </a:lnTo>
                  <a:lnTo>
                    <a:pt x="265" y="98"/>
                  </a:lnTo>
                  <a:lnTo>
                    <a:pt x="245" y="82"/>
                  </a:lnTo>
                  <a:lnTo>
                    <a:pt x="223" y="67"/>
                  </a:lnTo>
                  <a:lnTo>
                    <a:pt x="202" y="54"/>
                  </a:lnTo>
                  <a:lnTo>
                    <a:pt x="179" y="41"/>
                  </a:lnTo>
                  <a:lnTo>
                    <a:pt x="155" y="31"/>
                  </a:lnTo>
                  <a:lnTo>
                    <a:pt x="130" y="21"/>
                  </a:lnTo>
                  <a:lnTo>
                    <a:pt x="105" y="13"/>
                  </a:lnTo>
                  <a:lnTo>
                    <a:pt x="79" y="7"/>
                  </a:lnTo>
                  <a:lnTo>
                    <a:pt x="53" y="3"/>
                  </a:lnTo>
                  <a:lnTo>
                    <a:pt x="27" y="0"/>
                  </a:lnTo>
                  <a:lnTo>
                    <a:pt x="0" y="0"/>
                  </a:lnTo>
                </a:path>
              </a:pathLst>
            </a:custGeom>
            <a:noFill/>
            <a:ln w="25400" cap="rnd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s-ES_tradnl" noProof="0" dirty="0">
                <a:solidFill>
                  <a:schemeClr val="tx1"/>
                </a:solidFill>
              </a:endParaRPr>
            </a:p>
          </p:txBody>
        </p:sp>
        <p:sp>
          <p:nvSpPr>
            <p:cNvPr id="49" name="Freeform 52">
              <a:extLst>
                <a:ext uri="{FF2B5EF4-FFF2-40B4-BE49-F238E27FC236}">
                  <a16:creationId xmlns:a16="http://schemas.microsoft.com/office/drawing/2014/main" id="{D0344331-058D-89E6-445F-1951BC4E7A14}"/>
                </a:ext>
              </a:extLst>
            </p:cNvPr>
            <p:cNvSpPr>
              <a:spLocks/>
            </p:cNvSpPr>
            <p:nvPr/>
          </p:nvSpPr>
          <p:spPr bwMode="auto">
            <a:xfrm>
              <a:off x="3264" y="3760"/>
              <a:ext cx="87" cy="448"/>
            </a:xfrm>
            <a:custGeom>
              <a:avLst/>
              <a:gdLst>
                <a:gd name="T0" fmla="*/ 0 w 83"/>
                <a:gd name="T1" fmla="*/ 1035 h 193"/>
                <a:gd name="T2" fmla="*/ 0 w 83"/>
                <a:gd name="T3" fmla="*/ 1035 h 193"/>
                <a:gd name="T4" fmla="*/ 9 w 83"/>
                <a:gd name="T5" fmla="*/ 980 h 193"/>
                <a:gd name="T6" fmla="*/ 20 w 83"/>
                <a:gd name="T7" fmla="*/ 926 h 193"/>
                <a:gd name="T8" fmla="*/ 29 w 83"/>
                <a:gd name="T9" fmla="*/ 868 h 193"/>
                <a:gd name="T10" fmla="*/ 38 w 83"/>
                <a:gd name="T11" fmla="*/ 815 h 193"/>
                <a:gd name="T12" fmla="*/ 46 w 83"/>
                <a:gd name="T13" fmla="*/ 750 h 193"/>
                <a:gd name="T14" fmla="*/ 52 w 83"/>
                <a:gd name="T15" fmla="*/ 689 h 193"/>
                <a:gd name="T16" fmla="*/ 61 w 83"/>
                <a:gd name="T17" fmla="*/ 624 h 193"/>
                <a:gd name="T18" fmla="*/ 66 w 83"/>
                <a:gd name="T19" fmla="*/ 555 h 193"/>
                <a:gd name="T20" fmla="*/ 71 w 83"/>
                <a:gd name="T21" fmla="*/ 490 h 193"/>
                <a:gd name="T22" fmla="*/ 77 w 83"/>
                <a:gd name="T23" fmla="*/ 420 h 193"/>
                <a:gd name="T24" fmla="*/ 81 w 83"/>
                <a:gd name="T25" fmla="*/ 351 h 193"/>
                <a:gd name="T26" fmla="*/ 84 w 83"/>
                <a:gd name="T27" fmla="*/ 286 h 193"/>
                <a:gd name="T28" fmla="*/ 87 w 83"/>
                <a:gd name="T29" fmla="*/ 211 h 193"/>
                <a:gd name="T30" fmla="*/ 89 w 83"/>
                <a:gd name="T31" fmla="*/ 139 h 193"/>
                <a:gd name="T32" fmla="*/ 90 w 83"/>
                <a:gd name="T33" fmla="*/ 70 h 193"/>
                <a:gd name="T34" fmla="*/ 90 w 83"/>
                <a:gd name="T35" fmla="*/ 0 h 193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83"/>
                <a:gd name="T55" fmla="*/ 0 h 193"/>
                <a:gd name="T56" fmla="*/ 83 w 83"/>
                <a:gd name="T57" fmla="*/ 193 h 193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83" h="193">
                  <a:moveTo>
                    <a:pt x="0" y="192"/>
                  </a:moveTo>
                  <a:lnTo>
                    <a:pt x="0" y="192"/>
                  </a:lnTo>
                  <a:lnTo>
                    <a:pt x="9" y="182"/>
                  </a:lnTo>
                  <a:lnTo>
                    <a:pt x="18" y="172"/>
                  </a:lnTo>
                  <a:lnTo>
                    <a:pt x="27" y="161"/>
                  </a:lnTo>
                  <a:lnTo>
                    <a:pt x="34" y="151"/>
                  </a:lnTo>
                  <a:lnTo>
                    <a:pt x="42" y="139"/>
                  </a:lnTo>
                  <a:lnTo>
                    <a:pt x="48" y="128"/>
                  </a:lnTo>
                  <a:lnTo>
                    <a:pt x="55" y="116"/>
                  </a:lnTo>
                  <a:lnTo>
                    <a:pt x="60" y="103"/>
                  </a:lnTo>
                  <a:lnTo>
                    <a:pt x="65" y="91"/>
                  </a:lnTo>
                  <a:lnTo>
                    <a:pt x="70" y="78"/>
                  </a:lnTo>
                  <a:lnTo>
                    <a:pt x="73" y="65"/>
                  </a:lnTo>
                  <a:lnTo>
                    <a:pt x="76" y="53"/>
                  </a:lnTo>
                  <a:lnTo>
                    <a:pt x="79" y="39"/>
                  </a:lnTo>
                  <a:lnTo>
                    <a:pt x="81" y="26"/>
                  </a:lnTo>
                  <a:lnTo>
                    <a:pt x="82" y="13"/>
                  </a:lnTo>
                  <a:lnTo>
                    <a:pt x="82" y="0"/>
                  </a:lnTo>
                </a:path>
              </a:pathLst>
            </a:custGeom>
            <a:noFill/>
            <a:ln w="25400" cap="rnd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s-ES_tradnl" noProof="0" dirty="0">
                <a:solidFill>
                  <a:schemeClr val="tx1"/>
                </a:solidFill>
              </a:endParaRPr>
            </a:p>
          </p:txBody>
        </p:sp>
        <p:sp>
          <p:nvSpPr>
            <p:cNvPr id="50" name="Freeform 53">
              <a:extLst>
                <a:ext uri="{FF2B5EF4-FFF2-40B4-BE49-F238E27FC236}">
                  <a16:creationId xmlns:a16="http://schemas.microsoft.com/office/drawing/2014/main" id="{4B9E56CD-B24E-4D75-6841-6A25DD9E78C9}"/>
                </a:ext>
              </a:extLst>
            </p:cNvPr>
            <p:cNvSpPr>
              <a:spLocks/>
            </p:cNvSpPr>
            <p:nvPr/>
          </p:nvSpPr>
          <p:spPr bwMode="auto">
            <a:xfrm>
              <a:off x="3264" y="3312"/>
              <a:ext cx="87" cy="450"/>
            </a:xfrm>
            <a:custGeom>
              <a:avLst/>
              <a:gdLst>
                <a:gd name="T0" fmla="*/ 90 w 83"/>
                <a:gd name="T1" fmla="*/ 1039 h 194"/>
                <a:gd name="T2" fmla="*/ 90 w 83"/>
                <a:gd name="T3" fmla="*/ 1039 h 194"/>
                <a:gd name="T4" fmla="*/ 90 w 83"/>
                <a:gd name="T5" fmla="*/ 963 h 194"/>
                <a:gd name="T6" fmla="*/ 89 w 83"/>
                <a:gd name="T7" fmla="*/ 893 h 194"/>
                <a:gd name="T8" fmla="*/ 87 w 83"/>
                <a:gd name="T9" fmla="*/ 823 h 194"/>
                <a:gd name="T10" fmla="*/ 84 w 83"/>
                <a:gd name="T11" fmla="*/ 747 h 194"/>
                <a:gd name="T12" fmla="*/ 81 w 83"/>
                <a:gd name="T13" fmla="*/ 684 h 194"/>
                <a:gd name="T14" fmla="*/ 77 w 83"/>
                <a:gd name="T15" fmla="*/ 612 h 194"/>
                <a:gd name="T16" fmla="*/ 71 w 83"/>
                <a:gd name="T17" fmla="*/ 543 h 194"/>
                <a:gd name="T18" fmla="*/ 66 w 83"/>
                <a:gd name="T19" fmla="*/ 478 h 194"/>
                <a:gd name="T20" fmla="*/ 61 w 83"/>
                <a:gd name="T21" fmla="*/ 408 h 194"/>
                <a:gd name="T22" fmla="*/ 52 w 83"/>
                <a:gd name="T23" fmla="*/ 343 h 194"/>
                <a:gd name="T24" fmla="*/ 46 w 83"/>
                <a:gd name="T25" fmla="*/ 285 h 194"/>
                <a:gd name="T26" fmla="*/ 38 w 83"/>
                <a:gd name="T27" fmla="*/ 220 h 194"/>
                <a:gd name="T28" fmla="*/ 29 w 83"/>
                <a:gd name="T29" fmla="*/ 167 h 194"/>
                <a:gd name="T30" fmla="*/ 20 w 83"/>
                <a:gd name="T31" fmla="*/ 107 h 194"/>
                <a:gd name="T32" fmla="*/ 9 w 83"/>
                <a:gd name="T33" fmla="*/ 53 h 194"/>
                <a:gd name="T34" fmla="*/ 0 w 83"/>
                <a:gd name="T35" fmla="*/ 0 h 194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83"/>
                <a:gd name="T55" fmla="*/ 0 h 194"/>
                <a:gd name="T56" fmla="*/ 83 w 83"/>
                <a:gd name="T57" fmla="*/ 194 h 194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83" h="194">
                  <a:moveTo>
                    <a:pt x="82" y="193"/>
                  </a:moveTo>
                  <a:lnTo>
                    <a:pt x="82" y="193"/>
                  </a:lnTo>
                  <a:lnTo>
                    <a:pt x="82" y="179"/>
                  </a:lnTo>
                  <a:lnTo>
                    <a:pt x="81" y="166"/>
                  </a:lnTo>
                  <a:lnTo>
                    <a:pt x="79" y="153"/>
                  </a:lnTo>
                  <a:lnTo>
                    <a:pt x="76" y="139"/>
                  </a:lnTo>
                  <a:lnTo>
                    <a:pt x="73" y="127"/>
                  </a:lnTo>
                  <a:lnTo>
                    <a:pt x="70" y="114"/>
                  </a:lnTo>
                  <a:lnTo>
                    <a:pt x="65" y="101"/>
                  </a:lnTo>
                  <a:lnTo>
                    <a:pt x="60" y="89"/>
                  </a:lnTo>
                  <a:lnTo>
                    <a:pt x="55" y="76"/>
                  </a:lnTo>
                  <a:lnTo>
                    <a:pt x="48" y="64"/>
                  </a:lnTo>
                  <a:lnTo>
                    <a:pt x="42" y="53"/>
                  </a:lnTo>
                  <a:lnTo>
                    <a:pt x="34" y="41"/>
                  </a:lnTo>
                  <a:lnTo>
                    <a:pt x="27" y="31"/>
                  </a:lnTo>
                  <a:lnTo>
                    <a:pt x="18" y="20"/>
                  </a:lnTo>
                  <a:lnTo>
                    <a:pt x="9" y="10"/>
                  </a:lnTo>
                  <a:lnTo>
                    <a:pt x="0" y="0"/>
                  </a:lnTo>
                </a:path>
              </a:pathLst>
            </a:custGeom>
            <a:noFill/>
            <a:ln w="25400" cap="rnd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s-ES_tradnl" noProof="0" dirty="0">
                <a:solidFill>
                  <a:schemeClr val="tx1"/>
                </a:solidFill>
              </a:endParaRPr>
            </a:p>
          </p:txBody>
        </p:sp>
      </p:grpSp>
      <p:sp>
        <p:nvSpPr>
          <p:cNvPr id="51" name="Line 55">
            <a:extLst>
              <a:ext uri="{FF2B5EF4-FFF2-40B4-BE49-F238E27FC236}">
                <a16:creationId xmlns:a16="http://schemas.microsoft.com/office/drawing/2014/main" id="{C7BAF1CD-9A13-B864-EFD3-916ECEC0ABFB}"/>
              </a:ext>
            </a:extLst>
          </p:cNvPr>
          <p:cNvSpPr>
            <a:spLocks noChangeShapeType="1"/>
          </p:cNvSpPr>
          <p:nvPr/>
        </p:nvSpPr>
        <p:spPr bwMode="auto">
          <a:xfrm>
            <a:off x="1839913" y="3288307"/>
            <a:ext cx="0" cy="156368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s-ES_tradnl" noProof="0" dirty="0">
              <a:solidFill>
                <a:schemeClr val="tx1"/>
              </a:solidFill>
            </a:endParaRPr>
          </a:p>
        </p:txBody>
      </p:sp>
      <p:sp>
        <p:nvSpPr>
          <p:cNvPr id="52" name="Line 56">
            <a:extLst>
              <a:ext uri="{FF2B5EF4-FFF2-40B4-BE49-F238E27FC236}">
                <a16:creationId xmlns:a16="http://schemas.microsoft.com/office/drawing/2014/main" id="{389A1E77-6E6D-2989-E8F0-5FE1CEB7E530}"/>
              </a:ext>
            </a:extLst>
          </p:cNvPr>
          <p:cNvSpPr>
            <a:spLocks noChangeShapeType="1"/>
          </p:cNvSpPr>
          <p:nvPr/>
        </p:nvSpPr>
        <p:spPr bwMode="auto">
          <a:xfrm>
            <a:off x="4681538" y="5567957"/>
            <a:ext cx="782637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s-ES_tradnl" noProof="0" dirty="0">
              <a:solidFill>
                <a:schemeClr val="tx1"/>
              </a:solidFill>
            </a:endParaRPr>
          </a:p>
        </p:txBody>
      </p:sp>
      <p:sp>
        <p:nvSpPr>
          <p:cNvPr id="53" name="Freeform 57">
            <a:extLst>
              <a:ext uri="{FF2B5EF4-FFF2-40B4-BE49-F238E27FC236}">
                <a16:creationId xmlns:a16="http://schemas.microsoft.com/office/drawing/2014/main" id="{2690F388-EDEB-B33E-8750-D69BCF4562B0}"/>
              </a:ext>
            </a:extLst>
          </p:cNvPr>
          <p:cNvSpPr>
            <a:spLocks/>
          </p:cNvSpPr>
          <p:nvPr/>
        </p:nvSpPr>
        <p:spPr bwMode="auto">
          <a:xfrm>
            <a:off x="1993900" y="5502870"/>
            <a:ext cx="2049463" cy="252412"/>
          </a:xfrm>
          <a:custGeom>
            <a:avLst/>
            <a:gdLst>
              <a:gd name="T0" fmla="*/ 0 w 1291"/>
              <a:gd name="T1" fmla="*/ 0 h 159"/>
              <a:gd name="T2" fmla="*/ 0 w 1291"/>
              <a:gd name="T3" fmla="*/ 400703202 h 159"/>
              <a:gd name="T4" fmla="*/ 2147483647 w 1291"/>
              <a:gd name="T5" fmla="*/ 400703202 h 159"/>
              <a:gd name="T6" fmla="*/ 0 60000 65536"/>
              <a:gd name="T7" fmla="*/ 0 60000 65536"/>
              <a:gd name="T8" fmla="*/ 0 60000 65536"/>
              <a:gd name="T9" fmla="*/ 0 w 1291"/>
              <a:gd name="T10" fmla="*/ 0 h 159"/>
              <a:gd name="T11" fmla="*/ 1291 w 1291"/>
              <a:gd name="T12" fmla="*/ 159 h 159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291" h="159">
                <a:moveTo>
                  <a:pt x="0" y="0"/>
                </a:moveTo>
                <a:lnTo>
                  <a:pt x="0" y="159"/>
                </a:lnTo>
                <a:lnTo>
                  <a:pt x="1291" y="159"/>
                </a:lnTo>
              </a:path>
            </a:pathLst>
          </a:cu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s-ES_tradnl" noProof="0" dirty="0">
              <a:solidFill>
                <a:schemeClr val="tx1"/>
              </a:solidFill>
            </a:endParaRPr>
          </a:p>
        </p:txBody>
      </p:sp>
      <p:sp>
        <p:nvSpPr>
          <p:cNvPr id="54" name="Freeform 58">
            <a:extLst>
              <a:ext uri="{FF2B5EF4-FFF2-40B4-BE49-F238E27FC236}">
                <a16:creationId xmlns:a16="http://schemas.microsoft.com/office/drawing/2014/main" id="{060D0EB5-BE5A-BB7E-E8A2-CDAA29942A9D}"/>
              </a:ext>
            </a:extLst>
          </p:cNvPr>
          <p:cNvSpPr>
            <a:spLocks/>
          </p:cNvSpPr>
          <p:nvPr/>
        </p:nvSpPr>
        <p:spPr bwMode="auto">
          <a:xfrm>
            <a:off x="2665413" y="4015382"/>
            <a:ext cx="1389062" cy="1420813"/>
          </a:xfrm>
          <a:custGeom>
            <a:avLst/>
            <a:gdLst>
              <a:gd name="T0" fmla="*/ 0 w 875"/>
              <a:gd name="T1" fmla="*/ 0 h 895"/>
              <a:gd name="T2" fmla="*/ 0 w 875"/>
              <a:gd name="T3" fmla="*/ 2147483647 h 895"/>
              <a:gd name="T4" fmla="*/ 2147483647 w 875"/>
              <a:gd name="T5" fmla="*/ 2147483647 h 895"/>
              <a:gd name="T6" fmla="*/ 0 60000 65536"/>
              <a:gd name="T7" fmla="*/ 0 60000 65536"/>
              <a:gd name="T8" fmla="*/ 0 60000 65536"/>
              <a:gd name="T9" fmla="*/ 0 w 875"/>
              <a:gd name="T10" fmla="*/ 0 h 895"/>
              <a:gd name="T11" fmla="*/ 875 w 875"/>
              <a:gd name="T12" fmla="*/ 895 h 89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875" h="895">
                <a:moveTo>
                  <a:pt x="0" y="0"/>
                </a:moveTo>
                <a:lnTo>
                  <a:pt x="0" y="895"/>
                </a:lnTo>
                <a:lnTo>
                  <a:pt x="875" y="895"/>
                </a:lnTo>
              </a:path>
            </a:pathLst>
          </a:cu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s-ES_tradnl" noProof="0" dirty="0">
              <a:solidFill>
                <a:schemeClr val="tx1"/>
              </a:solidFill>
            </a:endParaRPr>
          </a:p>
        </p:txBody>
      </p:sp>
      <p:sp>
        <p:nvSpPr>
          <p:cNvPr id="55" name="Text Box 60">
            <a:extLst>
              <a:ext uri="{FF2B5EF4-FFF2-40B4-BE49-F238E27FC236}">
                <a16:creationId xmlns:a16="http://schemas.microsoft.com/office/drawing/2014/main" id="{ECE830BA-27F1-903C-1C5F-3A530B29CB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18150" y="5377457"/>
            <a:ext cx="336550" cy="366713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_tradnl" sz="1800" noProof="0" dirty="0">
                <a:solidFill>
                  <a:schemeClr val="tx1"/>
                </a:solidFill>
              </a:rPr>
              <a:t>S</a:t>
            </a:r>
          </a:p>
        </p:txBody>
      </p:sp>
      <p:sp>
        <p:nvSpPr>
          <p:cNvPr id="56" name="Text Box 59">
            <a:extLst>
              <a:ext uri="{FF2B5EF4-FFF2-40B4-BE49-F238E27FC236}">
                <a16:creationId xmlns:a16="http://schemas.microsoft.com/office/drawing/2014/main" id="{7918C7CD-CFF4-E0F2-578E-C481C356B7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59488" y="5302845"/>
            <a:ext cx="2947987" cy="10064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/>
            <a:r>
              <a:rPr lang="es-ES_tradnl" sz="2000" b="1" noProof="0" dirty="0">
                <a:solidFill>
                  <a:schemeClr val="tx1"/>
                </a:solidFill>
              </a:rPr>
              <a:t>Signo del resultado</a:t>
            </a:r>
            <a:r>
              <a:rPr lang="es-ES_tradnl" sz="2000" noProof="0" dirty="0">
                <a:solidFill>
                  <a:schemeClr val="tx1"/>
                </a:solidFill>
              </a:rPr>
              <a:t>:</a:t>
            </a:r>
          </a:p>
          <a:p>
            <a:pPr algn="l"/>
            <a:r>
              <a:rPr lang="es-ES_tradnl" sz="2000" noProof="0" dirty="0">
                <a:solidFill>
                  <a:schemeClr val="tx1"/>
                </a:solidFill>
              </a:rPr>
              <a:t>  si hay desbordamiento,</a:t>
            </a:r>
          </a:p>
          <a:p>
            <a:pPr algn="l"/>
            <a:r>
              <a:rPr lang="es-ES_tradnl" sz="2000" noProof="0" dirty="0">
                <a:solidFill>
                  <a:schemeClr val="tx1"/>
                </a:solidFill>
              </a:rPr>
              <a:t>  invertir el MSB</a:t>
            </a:r>
            <a:endParaRPr lang="es-ES_tradnl" sz="2000" b="1" baseline="-25000" noProof="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93681497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3B7091-272C-3006-2875-F1399771A7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8407A1F9-BC06-6FC9-504F-9FF12D68C6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Operadores de multiplicación con signo</a:t>
            </a:r>
            <a:endParaRPr lang="en-US" dirty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3F7B0C8-B664-96D3-9F20-1A33FF0C54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_tradnl" dirty="0"/>
              <a:t>Ejemplo: algoritmo de Booth con el operador secuencial</a:t>
            </a:r>
          </a:p>
          <a:p>
            <a:pPr lvl="1"/>
            <a:r>
              <a:rPr lang="es-ES_tradnl" dirty="0"/>
              <a:t>Con signo; n = 4; M = </a:t>
            </a:r>
            <a:r>
              <a:rPr lang="es-ES_tradnl" dirty="0">
                <a:solidFill>
                  <a:srgbClr val="C00000"/>
                </a:solidFill>
              </a:rPr>
              <a:t>0010</a:t>
            </a:r>
            <a:r>
              <a:rPr lang="es-ES_tradnl" baseline="-25000" dirty="0">
                <a:solidFill>
                  <a:srgbClr val="C00000"/>
                </a:solidFill>
              </a:rPr>
              <a:t>2</a:t>
            </a:r>
            <a:r>
              <a:rPr lang="es-ES_tradnl" dirty="0"/>
              <a:t>; Q = </a:t>
            </a:r>
            <a:r>
              <a:rPr lang="es-ES_tradnl" dirty="0">
                <a:solidFill>
                  <a:srgbClr val="0070C0"/>
                </a:solidFill>
              </a:rPr>
              <a:t>1001</a:t>
            </a:r>
            <a:r>
              <a:rPr lang="es-ES_tradnl" baseline="-25000" dirty="0">
                <a:solidFill>
                  <a:srgbClr val="0070C0"/>
                </a:solidFill>
              </a:rPr>
              <a:t>2 </a:t>
            </a:r>
            <a:r>
              <a:rPr lang="es-ES_tradnl" baseline="-25000" dirty="0"/>
              <a:t>	</a:t>
            </a:r>
            <a:r>
              <a:rPr lang="es-ES_tradnl" dirty="0"/>
              <a:t>(2</a:t>
            </a:r>
            <a:r>
              <a:rPr lang="es-ES_tradnl" baseline="-25000" dirty="0"/>
              <a:t>10 </a:t>
            </a:r>
            <a:r>
              <a:rPr lang="es-ES_tradnl" dirty="0">
                <a:sym typeface="Symbol" pitchFamily="18" charset="2"/>
              </a:rPr>
              <a:t> (</a:t>
            </a:r>
            <a:r>
              <a:rPr lang="es-ES_tradnl" dirty="0">
                <a:cs typeface="Arial" charset="0"/>
                <a:sym typeface="Symbol" pitchFamily="18" charset="2"/>
              </a:rPr>
              <a:t>–</a:t>
            </a:r>
            <a:r>
              <a:rPr lang="es-ES_tradnl" dirty="0">
                <a:sym typeface="Symbol" pitchFamily="18" charset="2"/>
              </a:rPr>
              <a:t>7</a:t>
            </a:r>
            <a:r>
              <a:rPr lang="es-ES_tradnl" baseline="-25000" dirty="0">
                <a:sym typeface="Symbol" pitchFamily="18" charset="2"/>
              </a:rPr>
              <a:t>10</a:t>
            </a:r>
            <a:r>
              <a:rPr lang="es-ES_tradnl" dirty="0">
                <a:sym typeface="Symbol" pitchFamily="18" charset="2"/>
              </a:rPr>
              <a:t>) = </a:t>
            </a:r>
            <a:r>
              <a:rPr lang="es-ES_tradnl" dirty="0">
                <a:cs typeface="Arial" charset="0"/>
                <a:sym typeface="Symbol" pitchFamily="18" charset="2"/>
              </a:rPr>
              <a:t>–</a:t>
            </a:r>
            <a:r>
              <a:rPr lang="es-ES_tradnl" dirty="0">
                <a:sym typeface="Symbol" pitchFamily="18" charset="2"/>
              </a:rPr>
              <a:t>14</a:t>
            </a:r>
            <a:r>
              <a:rPr lang="es-ES_tradnl" baseline="-25000" dirty="0">
                <a:sym typeface="Symbol" pitchFamily="18" charset="2"/>
              </a:rPr>
              <a:t>10</a:t>
            </a:r>
            <a:r>
              <a:rPr lang="es-ES_tradnl" dirty="0">
                <a:sym typeface="Symbol" pitchFamily="18" charset="2"/>
              </a:rPr>
              <a:t>)</a:t>
            </a:r>
            <a:endParaRPr lang="es-ES_tradnl" dirty="0"/>
          </a:p>
          <a:p>
            <a:endParaRPr lang="en-US" dirty="0"/>
          </a:p>
        </p:txBody>
      </p:sp>
      <p:sp>
        <p:nvSpPr>
          <p:cNvPr id="2" name="Marcador de número de diapositiva 3">
            <a:extLst>
              <a:ext uri="{FF2B5EF4-FFF2-40B4-BE49-F238E27FC236}">
                <a16:creationId xmlns:a16="http://schemas.microsoft.com/office/drawing/2014/main" id="{08D13A67-2719-BF04-BEE3-D3318A50C9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86800" y="6529388"/>
            <a:ext cx="457200" cy="328612"/>
          </a:xfrm>
        </p:spPr>
        <p:txBody>
          <a:bodyPr/>
          <a:lstStyle/>
          <a:p>
            <a:fld id="{165D9AA3-C110-4682-A7ED-0B7E64F42347}" type="slidenum">
              <a:rPr lang="es-ES_tradnl" noProof="0" smtClean="0"/>
              <a:pPr/>
              <a:t>60</a:t>
            </a:fld>
            <a:endParaRPr lang="es-ES_tradnl" noProof="0" dirty="0"/>
          </a:p>
        </p:txBody>
      </p:sp>
      <p:graphicFrame>
        <p:nvGraphicFramePr>
          <p:cNvPr id="5" name="Group 70">
            <a:extLst>
              <a:ext uri="{FF2B5EF4-FFF2-40B4-BE49-F238E27FC236}">
                <a16:creationId xmlns:a16="http://schemas.microsoft.com/office/drawing/2014/main" id="{523B4E7F-E635-D315-CF46-33A80D52B5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0170551"/>
              </p:ext>
            </p:extLst>
          </p:nvPr>
        </p:nvGraphicFramePr>
        <p:xfrm>
          <a:off x="766763" y="2184400"/>
          <a:ext cx="7394575" cy="4064000"/>
        </p:xfrm>
        <a:graphic>
          <a:graphicData uri="http://schemas.openxmlformats.org/drawingml/2006/table">
            <a:tbl>
              <a:tblPr/>
              <a:tblGrid>
                <a:gridCol w="892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656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367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Arial" charset="0"/>
                        </a:rPr>
                        <a:t>Ciclo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Arial" charset="0"/>
                        </a:rPr>
                        <a:t>Acción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Arial" charset="0"/>
                        </a:rPr>
                        <a:t>S-HI-LO-X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Valores iniciales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0 0000 </a:t>
                      </a: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100</a:t>
                      </a:r>
                      <a:r>
                        <a:rPr kumimoji="0" lang="es-ES_tradnl" sz="2000" b="0" i="0" u="sng" strike="noStrike" cap="none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1</a:t>
                      </a:r>
                      <a:r>
                        <a:rPr kumimoji="0" lang="es-ES_tradnl" sz="2000" b="0" i="0" u="sng" strike="noStrike" cap="none" normalizeH="0" baseline="0" noProof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 </a:t>
                      </a:r>
                      <a:r>
                        <a:rPr kumimoji="0" lang="es-ES_tradnl" sz="2000" b="0" i="0" u="sng" strike="noStrike" cap="none" normalizeH="0" baseline="0" noProof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s-ES_tradnl" sz="20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s-ES_tradnl" sz="20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s-ES_tradnl" sz="20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s-ES_tradnl" sz="20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s-ES_tradnl" sz="2000" b="0" i="0" u="sng" strike="noStrike" cap="none" normalizeH="0" baseline="0" noProof="0" dirty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s-ES_tradnl" sz="20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s-ES_tradnl" sz="20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s-ES_tradnl" sz="20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s-ES_tradnl" sz="20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s-ES_tradnl" sz="2000" b="0" i="0" u="sng" strike="noStrike" cap="none" normalizeH="0" baseline="0" noProof="0" dirty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s-ES_tradnl" sz="20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s-ES_tradnl" sz="20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s-ES_tradnl" sz="20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s-ES_tradnl" sz="20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s-ES_tradnl" sz="2000" b="0" i="0" u="sng" strike="noStrike" cap="none" normalizeH="0" baseline="0" noProof="0" dirty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s-ES_tradnl" sz="20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s-ES_tradnl" sz="20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s-ES_tradnl" sz="20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s-ES_tradnl" sz="20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s-ES_tradnl" sz="20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6" name="Text Box 62">
            <a:extLst>
              <a:ext uri="{FF2B5EF4-FFF2-40B4-BE49-F238E27FC236}">
                <a16:creationId xmlns:a16="http://schemas.microsoft.com/office/drawing/2014/main" id="{03FCC316-35F0-6A16-2130-C0F530BAB3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21688" y="2487613"/>
            <a:ext cx="636587" cy="581025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/>
            <a:r>
              <a:rPr lang="es-ES_tradnl" noProof="0" dirty="0">
                <a:solidFill>
                  <a:schemeClr val="accent1"/>
                </a:solidFill>
              </a:rPr>
              <a:t>Bit</a:t>
            </a:r>
          </a:p>
          <a:p>
            <a:pPr algn="l"/>
            <a:r>
              <a:rPr lang="es-ES_tradnl" noProof="0" dirty="0">
                <a:solidFill>
                  <a:schemeClr val="accent1"/>
                </a:solidFill>
              </a:rPr>
              <a:t>extra</a:t>
            </a:r>
          </a:p>
        </p:txBody>
      </p:sp>
      <p:sp>
        <p:nvSpPr>
          <p:cNvPr id="7" name="Line 63">
            <a:extLst>
              <a:ext uri="{FF2B5EF4-FFF2-40B4-BE49-F238E27FC236}">
                <a16:creationId xmlns:a16="http://schemas.microsoft.com/office/drawing/2014/main" id="{C521A68C-DCF8-F1BF-C0B6-A681323358B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066088" y="2792413"/>
            <a:ext cx="379412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s-ES_tradnl" noProof="0" dirty="0"/>
          </a:p>
        </p:txBody>
      </p:sp>
    </p:spTree>
    <p:extLst>
      <p:ext uri="{BB962C8B-B14F-4D97-AF65-F5344CB8AC3E}">
        <p14:creationId xmlns:p14="http://schemas.microsoft.com/office/powerpoint/2010/main" val="35348352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227A2F-798E-A69B-229B-BB1924811B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BE0EA42B-6C83-DAA6-F66F-7FC32C5E38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Operadores de multiplicación con signo</a:t>
            </a:r>
            <a:endParaRPr lang="en-US" dirty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DE7C41B-AD5A-D31E-83A0-8664962858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_tradnl" dirty="0"/>
              <a:t>Ejemplo: algoritmo de Booth con el operador secuencial</a:t>
            </a:r>
          </a:p>
          <a:p>
            <a:pPr lvl="1"/>
            <a:r>
              <a:rPr lang="es-ES_tradnl" dirty="0"/>
              <a:t>Con signo; n = 4; M = </a:t>
            </a:r>
            <a:r>
              <a:rPr lang="es-ES_tradnl" dirty="0">
                <a:solidFill>
                  <a:srgbClr val="C00000"/>
                </a:solidFill>
              </a:rPr>
              <a:t>0010</a:t>
            </a:r>
            <a:r>
              <a:rPr lang="es-ES_tradnl" baseline="-25000" dirty="0">
                <a:solidFill>
                  <a:srgbClr val="C00000"/>
                </a:solidFill>
              </a:rPr>
              <a:t>2</a:t>
            </a:r>
            <a:r>
              <a:rPr lang="es-ES_tradnl" dirty="0"/>
              <a:t>; Q = </a:t>
            </a:r>
            <a:r>
              <a:rPr lang="es-ES_tradnl" dirty="0">
                <a:solidFill>
                  <a:srgbClr val="0070C0"/>
                </a:solidFill>
              </a:rPr>
              <a:t>1001</a:t>
            </a:r>
            <a:r>
              <a:rPr lang="es-ES_tradnl" baseline="-25000" dirty="0">
                <a:solidFill>
                  <a:srgbClr val="0070C0"/>
                </a:solidFill>
              </a:rPr>
              <a:t>2 </a:t>
            </a:r>
            <a:r>
              <a:rPr lang="es-ES_tradnl" baseline="-25000" dirty="0"/>
              <a:t>	</a:t>
            </a:r>
            <a:r>
              <a:rPr lang="es-ES_tradnl" dirty="0"/>
              <a:t>(2</a:t>
            </a:r>
            <a:r>
              <a:rPr lang="es-ES_tradnl" baseline="-25000" dirty="0"/>
              <a:t>10 </a:t>
            </a:r>
            <a:r>
              <a:rPr lang="es-ES_tradnl" dirty="0">
                <a:sym typeface="Symbol" pitchFamily="18" charset="2"/>
              </a:rPr>
              <a:t> (</a:t>
            </a:r>
            <a:r>
              <a:rPr lang="es-ES_tradnl" dirty="0">
                <a:cs typeface="Arial" charset="0"/>
                <a:sym typeface="Symbol" pitchFamily="18" charset="2"/>
              </a:rPr>
              <a:t>–</a:t>
            </a:r>
            <a:r>
              <a:rPr lang="es-ES_tradnl" dirty="0">
                <a:sym typeface="Symbol" pitchFamily="18" charset="2"/>
              </a:rPr>
              <a:t>7</a:t>
            </a:r>
            <a:r>
              <a:rPr lang="es-ES_tradnl" baseline="-25000" dirty="0">
                <a:sym typeface="Symbol" pitchFamily="18" charset="2"/>
              </a:rPr>
              <a:t>10</a:t>
            </a:r>
            <a:r>
              <a:rPr lang="es-ES_tradnl" dirty="0">
                <a:sym typeface="Symbol" pitchFamily="18" charset="2"/>
              </a:rPr>
              <a:t>) = </a:t>
            </a:r>
            <a:r>
              <a:rPr lang="es-ES_tradnl" dirty="0">
                <a:cs typeface="Arial" charset="0"/>
                <a:sym typeface="Symbol" pitchFamily="18" charset="2"/>
              </a:rPr>
              <a:t>–</a:t>
            </a:r>
            <a:r>
              <a:rPr lang="es-ES_tradnl" dirty="0">
                <a:sym typeface="Symbol" pitchFamily="18" charset="2"/>
              </a:rPr>
              <a:t>14</a:t>
            </a:r>
            <a:r>
              <a:rPr lang="es-ES_tradnl" baseline="-25000" dirty="0">
                <a:sym typeface="Symbol" pitchFamily="18" charset="2"/>
              </a:rPr>
              <a:t>10</a:t>
            </a:r>
            <a:r>
              <a:rPr lang="es-ES_tradnl" dirty="0">
                <a:sym typeface="Symbol" pitchFamily="18" charset="2"/>
              </a:rPr>
              <a:t>)</a:t>
            </a:r>
            <a:endParaRPr lang="es-ES_tradnl" dirty="0"/>
          </a:p>
          <a:p>
            <a:endParaRPr lang="en-US" dirty="0"/>
          </a:p>
        </p:txBody>
      </p:sp>
      <p:sp>
        <p:nvSpPr>
          <p:cNvPr id="2" name="Marcador de número de diapositiva 3">
            <a:extLst>
              <a:ext uri="{FF2B5EF4-FFF2-40B4-BE49-F238E27FC236}">
                <a16:creationId xmlns:a16="http://schemas.microsoft.com/office/drawing/2014/main" id="{0BA6CB03-C800-A0B1-6A6C-4821F2370C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86800" y="6529388"/>
            <a:ext cx="457200" cy="328612"/>
          </a:xfrm>
        </p:spPr>
        <p:txBody>
          <a:bodyPr/>
          <a:lstStyle/>
          <a:p>
            <a:fld id="{165D9AA3-C110-4682-A7ED-0B7E64F42347}" type="slidenum">
              <a:rPr lang="es-ES_tradnl" noProof="0" smtClean="0"/>
              <a:pPr/>
              <a:t>61</a:t>
            </a:fld>
            <a:endParaRPr lang="es-ES_tradnl" noProof="0" dirty="0"/>
          </a:p>
        </p:txBody>
      </p:sp>
      <p:graphicFrame>
        <p:nvGraphicFramePr>
          <p:cNvPr id="5" name="Group 70">
            <a:extLst>
              <a:ext uri="{FF2B5EF4-FFF2-40B4-BE49-F238E27FC236}">
                <a16:creationId xmlns:a16="http://schemas.microsoft.com/office/drawing/2014/main" id="{1F05A29B-A69A-57D9-170A-EAC0ECFA89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9397919"/>
              </p:ext>
            </p:extLst>
          </p:nvPr>
        </p:nvGraphicFramePr>
        <p:xfrm>
          <a:off x="766763" y="2184400"/>
          <a:ext cx="7394575" cy="4064000"/>
        </p:xfrm>
        <a:graphic>
          <a:graphicData uri="http://schemas.openxmlformats.org/drawingml/2006/table">
            <a:tbl>
              <a:tblPr/>
              <a:tblGrid>
                <a:gridCol w="892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656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367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Arial" charset="0"/>
                        </a:rPr>
                        <a:t>Ciclo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Arial" charset="0"/>
                        </a:rPr>
                        <a:t>Acción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Arial" charset="0"/>
                        </a:rPr>
                        <a:t>S-HI-LO-X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Valores iniciales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0 0000 </a:t>
                      </a: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100</a:t>
                      </a:r>
                      <a:r>
                        <a:rPr kumimoji="0" lang="es-ES_tradnl" sz="2000" b="0" i="0" u="sng" strike="noStrike" cap="none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1</a:t>
                      </a:r>
                      <a:r>
                        <a:rPr kumimoji="0" lang="es-ES_tradnl" sz="2000" b="0" i="0" u="sng" strike="noStrike" cap="none" normalizeH="0" baseline="0" noProof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 </a:t>
                      </a:r>
                      <a:r>
                        <a:rPr kumimoji="0" lang="es-ES_tradnl" sz="2000" b="0" i="0" u="sng" strike="noStrike" cap="none" normalizeH="0" baseline="0" noProof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Caso 10: HI </a:t>
                      </a: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sym typeface="Symbol" pitchFamily="18" charset="2"/>
                        </a:rPr>
                        <a:t></a:t>
                      </a: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HI </a:t>
                      </a: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–</a:t>
                      </a: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M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1 1110</a:t>
                      </a: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 </a:t>
                      </a: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1001</a:t>
                      </a: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 </a:t>
                      </a: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s-ES_tradnl" sz="20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s-ES_tradnl" sz="20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s-ES_tradnl" sz="2000" b="0" i="0" u="sng" strike="noStrike" cap="none" normalizeH="0" baseline="0" noProof="0" dirty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s-ES_tradnl" sz="20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s-ES_tradnl" sz="20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s-ES_tradnl" sz="20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s-ES_tradnl" sz="20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s-ES_tradnl" sz="2000" b="0" i="0" u="sng" strike="noStrike" cap="none" normalizeH="0" baseline="0" noProof="0" dirty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s-ES_tradnl" sz="20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s-ES_tradnl" sz="20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s-ES_tradnl" sz="20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s-ES_tradnl" sz="20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s-ES_tradnl" sz="2000" b="0" i="0" u="sng" strike="noStrike" cap="none" normalizeH="0" baseline="0" noProof="0" dirty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s-ES_tradnl" sz="20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s-ES_tradnl" sz="20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s-ES_tradnl" sz="20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s-ES_tradnl" sz="20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s-ES_tradnl" sz="20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6" name="Text Box 62">
            <a:extLst>
              <a:ext uri="{FF2B5EF4-FFF2-40B4-BE49-F238E27FC236}">
                <a16:creationId xmlns:a16="http://schemas.microsoft.com/office/drawing/2014/main" id="{CF46CFBE-ABEF-26F8-CAA9-27394275D3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21688" y="2487613"/>
            <a:ext cx="636587" cy="581025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/>
            <a:r>
              <a:rPr lang="es-ES_tradnl" noProof="0" dirty="0">
                <a:solidFill>
                  <a:schemeClr val="accent1"/>
                </a:solidFill>
              </a:rPr>
              <a:t>Bit</a:t>
            </a:r>
          </a:p>
          <a:p>
            <a:pPr algn="l"/>
            <a:r>
              <a:rPr lang="es-ES_tradnl" noProof="0" dirty="0">
                <a:solidFill>
                  <a:schemeClr val="accent1"/>
                </a:solidFill>
              </a:rPr>
              <a:t>extra</a:t>
            </a:r>
          </a:p>
        </p:txBody>
      </p:sp>
      <p:sp>
        <p:nvSpPr>
          <p:cNvPr id="7" name="Line 63">
            <a:extLst>
              <a:ext uri="{FF2B5EF4-FFF2-40B4-BE49-F238E27FC236}">
                <a16:creationId xmlns:a16="http://schemas.microsoft.com/office/drawing/2014/main" id="{604B4640-6921-1185-D5BD-606A461309A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066088" y="2792413"/>
            <a:ext cx="379412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s-ES_tradnl" noProof="0" dirty="0"/>
          </a:p>
        </p:txBody>
      </p:sp>
    </p:spTree>
    <p:extLst>
      <p:ext uri="{BB962C8B-B14F-4D97-AF65-F5344CB8AC3E}">
        <p14:creationId xmlns:p14="http://schemas.microsoft.com/office/powerpoint/2010/main" val="486503553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44A71F-67D0-16CF-3E32-3D0DCE1A2E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E1429DAB-AE3F-3A46-5424-AAA88626DB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Operadores de multiplicación con signo</a:t>
            </a:r>
            <a:endParaRPr lang="en-US" dirty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51F565F-F026-276A-79AD-A3F833CD77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_tradnl" dirty="0"/>
              <a:t>Ejemplo: algoritmo de Booth con el operador secuencial</a:t>
            </a:r>
          </a:p>
          <a:p>
            <a:pPr lvl="1"/>
            <a:r>
              <a:rPr lang="es-ES_tradnl" dirty="0"/>
              <a:t>Con signo; n = 4; M = </a:t>
            </a:r>
            <a:r>
              <a:rPr lang="es-ES_tradnl" dirty="0">
                <a:solidFill>
                  <a:srgbClr val="C00000"/>
                </a:solidFill>
              </a:rPr>
              <a:t>0010</a:t>
            </a:r>
            <a:r>
              <a:rPr lang="es-ES_tradnl" baseline="-25000" dirty="0">
                <a:solidFill>
                  <a:srgbClr val="C00000"/>
                </a:solidFill>
              </a:rPr>
              <a:t>2</a:t>
            </a:r>
            <a:r>
              <a:rPr lang="es-ES_tradnl" dirty="0"/>
              <a:t>; Q = </a:t>
            </a:r>
            <a:r>
              <a:rPr lang="es-ES_tradnl" dirty="0">
                <a:solidFill>
                  <a:srgbClr val="0070C0"/>
                </a:solidFill>
              </a:rPr>
              <a:t>1001</a:t>
            </a:r>
            <a:r>
              <a:rPr lang="es-ES_tradnl" baseline="-25000" dirty="0">
                <a:solidFill>
                  <a:srgbClr val="0070C0"/>
                </a:solidFill>
              </a:rPr>
              <a:t>2 </a:t>
            </a:r>
            <a:r>
              <a:rPr lang="es-ES_tradnl" baseline="-25000" dirty="0"/>
              <a:t>	</a:t>
            </a:r>
            <a:r>
              <a:rPr lang="es-ES_tradnl" dirty="0"/>
              <a:t>(2</a:t>
            </a:r>
            <a:r>
              <a:rPr lang="es-ES_tradnl" baseline="-25000" dirty="0"/>
              <a:t>10 </a:t>
            </a:r>
            <a:r>
              <a:rPr lang="es-ES_tradnl" dirty="0">
                <a:sym typeface="Symbol" pitchFamily="18" charset="2"/>
              </a:rPr>
              <a:t> (</a:t>
            </a:r>
            <a:r>
              <a:rPr lang="es-ES_tradnl" dirty="0">
                <a:cs typeface="Arial" charset="0"/>
                <a:sym typeface="Symbol" pitchFamily="18" charset="2"/>
              </a:rPr>
              <a:t>–</a:t>
            </a:r>
            <a:r>
              <a:rPr lang="es-ES_tradnl" dirty="0">
                <a:sym typeface="Symbol" pitchFamily="18" charset="2"/>
              </a:rPr>
              <a:t>7</a:t>
            </a:r>
            <a:r>
              <a:rPr lang="es-ES_tradnl" baseline="-25000" dirty="0">
                <a:sym typeface="Symbol" pitchFamily="18" charset="2"/>
              </a:rPr>
              <a:t>10</a:t>
            </a:r>
            <a:r>
              <a:rPr lang="es-ES_tradnl" dirty="0">
                <a:sym typeface="Symbol" pitchFamily="18" charset="2"/>
              </a:rPr>
              <a:t>) = </a:t>
            </a:r>
            <a:r>
              <a:rPr lang="es-ES_tradnl" dirty="0">
                <a:cs typeface="Arial" charset="0"/>
                <a:sym typeface="Symbol" pitchFamily="18" charset="2"/>
              </a:rPr>
              <a:t>–</a:t>
            </a:r>
            <a:r>
              <a:rPr lang="es-ES_tradnl" dirty="0">
                <a:sym typeface="Symbol" pitchFamily="18" charset="2"/>
              </a:rPr>
              <a:t>14</a:t>
            </a:r>
            <a:r>
              <a:rPr lang="es-ES_tradnl" baseline="-25000" dirty="0">
                <a:sym typeface="Symbol" pitchFamily="18" charset="2"/>
              </a:rPr>
              <a:t>10</a:t>
            </a:r>
            <a:r>
              <a:rPr lang="es-ES_tradnl" dirty="0">
                <a:sym typeface="Symbol" pitchFamily="18" charset="2"/>
              </a:rPr>
              <a:t>)</a:t>
            </a:r>
            <a:endParaRPr lang="es-ES_tradnl" dirty="0"/>
          </a:p>
          <a:p>
            <a:endParaRPr lang="en-US" dirty="0"/>
          </a:p>
        </p:txBody>
      </p:sp>
      <p:sp>
        <p:nvSpPr>
          <p:cNvPr id="2" name="Marcador de número de diapositiva 3">
            <a:extLst>
              <a:ext uri="{FF2B5EF4-FFF2-40B4-BE49-F238E27FC236}">
                <a16:creationId xmlns:a16="http://schemas.microsoft.com/office/drawing/2014/main" id="{9EA70642-2F9B-2C56-FFE0-5A9537F15C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86800" y="6529388"/>
            <a:ext cx="457200" cy="328612"/>
          </a:xfrm>
        </p:spPr>
        <p:txBody>
          <a:bodyPr/>
          <a:lstStyle/>
          <a:p>
            <a:fld id="{165D9AA3-C110-4682-A7ED-0B7E64F42347}" type="slidenum">
              <a:rPr lang="es-ES_tradnl" noProof="0" smtClean="0"/>
              <a:pPr/>
              <a:t>62</a:t>
            </a:fld>
            <a:endParaRPr lang="es-ES_tradnl" noProof="0" dirty="0"/>
          </a:p>
        </p:txBody>
      </p:sp>
      <p:graphicFrame>
        <p:nvGraphicFramePr>
          <p:cNvPr id="5" name="Group 70">
            <a:extLst>
              <a:ext uri="{FF2B5EF4-FFF2-40B4-BE49-F238E27FC236}">
                <a16:creationId xmlns:a16="http://schemas.microsoft.com/office/drawing/2014/main" id="{AC641207-E4A2-7ACF-D8F6-E81663135E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2442902"/>
              </p:ext>
            </p:extLst>
          </p:nvPr>
        </p:nvGraphicFramePr>
        <p:xfrm>
          <a:off x="766763" y="2184400"/>
          <a:ext cx="7394575" cy="4064000"/>
        </p:xfrm>
        <a:graphic>
          <a:graphicData uri="http://schemas.openxmlformats.org/drawingml/2006/table">
            <a:tbl>
              <a:tblPr/>
              <a:tblGrid>
                <a:gridCol w="892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656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367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Arial" charset="0"/>
                        </a:rPr>
                        <a:t>Ciclo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Arial" charset="0"/>
                        </a:rPr>
                        <a:t>Acción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Arial" charset="0"/>
                        </a:rPr>
                        <a:t>S-HI-LO-X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Valores iniciales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0 0000 </a:t>
                      </a: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100</a:t>
                      </a:r>
                      <a:r>
                        <a:rPr kumimoji="0" lang="es-ES_tradnl" sz="2000" b="0" i="0" u="sng" strike="noStrike" cap="none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1</a:t>
                      </a:r>
                      <a:r>
                        <a:rPr kumimoji="0" lang="es-ES_tradnl" sz="2000" b="0" i="0" u="sng" strike="noStrike" cap="none" normalizeH="0" baseline="0" noProof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 </a:t>
                      </a:r>
                      <a:r>
                        <a:rPr kumimoji="0" lang="es-ES_tradnl" sz="2000" b="0" i="0" u="sng" strike="noStrike" cap="none" normalizeH="0" baseline="0" noProof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Caso 10: HI </a:t>
                      </a: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sym typeface="Symbol" pitchFamily="18" charset="2"/>
                        </a:rPr>
                        <a:t></a:t>
                      </a: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HI </a:t>
                      </a: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–</a:t>
                      </a: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M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1 1110</a:t>
                      </a: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 </a:t>
                      </a: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1001</a:t>
                      </a: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 </a:t>
                      </a: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s-ES_tradnl" sz="20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Desplazar S-HI-LO 1 bit a la derecha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1 1111</a:t>
                      </a: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 </a:t>
                      </a: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Arial" charset="0"/>
                        </a:rPr>
                        <a:t>0</a:t>
                      </a: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10</a:t>
                      </a:r>
                      <a:r>
                        <a:rPr kumimoji="0" lang="es-ES_tradnl" sz="2000" b="0" i="0" u="sng" strike="noStrike" cap="none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0 </a:t>
                      </a:r>
                      <a:r>
                        <a:rPr kumimoji="0" lang="es-ES_tradnl" sz="2000" b="0" i="0" u="sng" strike="noStrike" cap="none" normalizeH="0" baseline="0" noProof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s-ES_tradnl" sz="20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s-ES_tradnl" sz="20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s-ES_tradnl" sz="20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s-ES_tradnl" sz="20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s-ES_tradnl" sz="2000" b="0" i="0" u="sng" strike="noStrike" cap="none" normalizeH="0" baseline="0" noProof="0" dirty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s-ES_tradnl" sz="20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s-ES_tradnl" sz="20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s-ES_tradnl" sz="20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s-ES_tradnl" sz="20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s-ES_tradnl" sz="2000" b="0" i="0" u="sng" strike="noStrike" cap="none" normalizeH="0" baseline="0" noProof="0" dirty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s-ES_tradnl" sz="20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s-ES_tradnl" sz="20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s-ES_tradnl" sz="20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s-ES_tradnl" sz="20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s-ES_tradnl" sz="20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6" name="Text Box 62">
            <a:extLst>
              <a:ext uri="{FF2B5EF4-FFF2-40B4-BE49-F238E27FC236}">
                <a16:creationId xmlns:a16="http://schemas.microsoft.com/office/drawing/2014/main" id="{2E09EA37-4A29-A697-BBF4-E1FC45197F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21688" y="2487613"/>
            <a:ext cx="636587" cy="581025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/>
            <a:r>
              <a:rPr lang="es-ES_tradnl" noProof="0" dirty="0">
                <a:solidFill>
                  <a:schemeClr val="accent1"/>
                </a:solidFill>
              </a:rPr>
              <a:t>Bit</a:t>
            </a:r>
          </a:p>
          <a:p>
            <a:pPr algn="l"/>
            <a:r>
              <a:rPr lang="es-ES_tradnl" noProof="0" dirty="0">
                <a:solidFill>
                  <a:schemeClr val="accent1"/>
                </a:solidFill>
              </a:rPr>
              <a:t>extra</a:t>
            </a:r>
          </a:p>
        </p:txBody>
      </p:sp>
      <p:sp>
        <p:nvSpPr>
          <p:cNvPr id="7" name="Line 63">
            <a:extLst>
              <a:ext uri="{FF2B5EF4-FFF2-40B4-BE49-F238E27FC236}">
                <a16:creationId xmlns:a16="http://schemas.microsoft.com/office/drawing/2014/main" id="{6DB82F05-37C9-DD15-BE6E-1D0BA379E2E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066088" y="2792413"/>
            <a:ext cx="379412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s-ES_tradnl" noProof="0" dirty="0"/>
          </a:p>
        </p:txBody>
      </p:sp>
    </p:spTree>
    <p:extLst>
      <p:ext uri="{BB962C8B-B14F-4D97-AF65-F5344CB8AC3E}">
        <p14:creationId xmlns:p14="http://schemas.microsoft.com/office/powerpoint/2010/main" val="564564225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90D682-BA39-458C-C545-BABF411140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7FCEB231-B7D3-A4A4-F0CB-653CCEFCED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Operadores de multiplicación con signo</a:t>
            </a:r>
            <a:endParaRPr lang="en-US" dirty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8E0C0F2-3697-41FE-F9A5-C120AC922D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_tradnl" dirty="0"/>
              <a:t>Ejemplo: algoritmo de Booth con el operador secuencial</a:t>
            </a:r>
          </a:p>
          <a:p>
            <a:pPr lvl="1"/>
            <a:r>
              <a:rPr lang="es-ES_tradnl" dirty="0"/>
              <a:t>Con signo; n = 4; M = </a:t>
            </a:r>
            <a:r>
              <a:rPr lang="es-ES_tradnl" dirty="0">
                <a:solidFill>
                  <a:srgbClr val="C00000"/>
                </a:solidFill>
              </a:rPr>
              <a:t>0010</a:t>
            </a:r>
            <a:r>
              <a:rPr lang="es-ES_tradnl" baseline="-25000" dirty="0">
                <a:solidFill>
                  <a:srgbClr val="C00000"/>
                </a:solidFill>
              </a:rPr>
              <a:t>2</a:t>
            </a:r>
            <a:r>
              <a:rPr lang="es-ES_tradnl" dirty="0"/>
              <a:t>; Q = </a:t>
            </a:r>
            <a:r>
              <a:rPr lang="es-ES_tradnl" dirty="0">
                <a:solidFill>
                  <a:srgbClr val="0070C0"/>
                </a:solidFill>
              </a:rPr>
              <a:t>1001</a:t>
            </a:r>
            <a:r>
              <a:rPr lang="es-ES_tradnl" baseline="-25000" dirty="0">
                <a:solidFill>
                  <a:srgbClr val="0070C0"/>
                </a:solidFill>
              </a:rPr>
              <a:t>2 </a:t>
            </a:r>
            <a:r>
              <a:rPr lang="es-ES_tradnl" baseline="-25000" dirty="0"/>
              <a:t>	</a:t>
            </a:r>
            <a:r>
              <a:rPr lang="es-ES_tradnl" dirty="0"/>
              <a:t>(2</a:t>
            </a:r>
            <a:r>
              <a:rPr lang="es-ES_tradnl" baseline="-25000" dirty="0"/>
              <a:t>10 </a:t>
            </a:r>
            <a:r>
              <a:rPr lang="es-ES_tradnl" dirty="0">
                <a:sym typeface="Symbol" pitchFamily="18" charset="2"/>
              </a:rPr>
              <a:t> (</a:t>
            </a:r>
            <a:r>
              <a:rPr lang="es-ES_tradnl" dirty="0">
                <a:cs typeface="Arial" charset="0"/>
                <a:sym typeface="Symbol" pitchFamily="18" charset="2"/>
              </a:rPr>
              <a:t>–</a:t>
            </a:r>
            <a:r>
              <a:rPr lang="es-ES_tradnl" dirty="0">
                <a:sym typeface="Symbol" pitchFamily="18" charset="2"/>
              </a:rPr>
              <a:t>7</a:t>
            </a:r>
            <a:r>
              <a:rPr lang="es-ES_tradnl" baseline="-25000" dirty="0">
                <a:sym typeface="Symbol" pitchFamily="18" charset="2"/>
              </a:rPr>
              <a:t>10</a:t>
            </a:r>
            <a:r>
              <a:rPr lang="es-ES_tradnl" dirty="0">
                <a:sym typeface="Symbol" pitchFamily="18" charset="2"/>
              </a:rPr>
              <a:t>) = </a:t>
            </a:r>
            <a:r>
              <a:rPr lang="es-ES_tradnl" dirty="0">
                <a:cs typeface="Arial" charset="0"/>
                <a:sym typeface="Symbol" pitchFamily="18" charset="2"/>
              </a:rPr>
              <a:t>–</a:t>
            </a:r>
            <a:r>
              <a:rPr lang="es-ES_tradnl" dirty="0">
                <a:sym typeface="Symbol" pitchFamily="18" charset="2"/>
              </a:rPr>
              <a:t>14</a:t>
            </a:r>
            <a:r>
              <a:rPr lang="es-ES_tradnl" baseline="-25000" dirty="0">
                <a:sym typeface="Symbol" pitchFamily="18" charset="2"/>
              </a:rPr>
              <a:t>10</a:t>
            </a:r>
            <a:r>
              <a:rPr lang="es-ES_tradnl" dirty="0">
                <a:sym typeface="Symbol" pitchFamily="18" charset="2"/>
              </a:rPr>
              <a:t>)</a:t>
            </a:r>
            <a:endParaRPr lang="es-ES_tradnl" dirty="0"/>
          </a:p>
          <a:p>
            <a:endParaRPr lang="en-US" dirty="0"/>
          </a:p>
        </p:txBody>
      </p:sp>
      <p:sp>
        <p:nvSpPr>
          <p:cNvPr id="2" name="Marcador de número de diapositiva 3">
            <a:extLst>
              <a:ext uri="{FF2B5EF4-FFF2-40B4-BE49-F238E27FC236}">
                <a16:creationId xmlns:a16="http://schemas.microsoft.com/office/drawing/2014/main" id="{F29E43C0-DDFB-A864-E88C-D27A3E8517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86800" y="6529388"/>
            <a:ext cx="457200" cy="328612"/>
          </a:xfrm>
        </p:spPr>
        <p:txBody>
          <a:bodyPr/>
          <a:lstStyle/>
          <a:p>
            <a:fld id="{165D9AA3-C110-4682-A7ED-0B7E64F42347}" type="slidenum">
              <a:rPr lang="es-ES_tradnl" noProof="0" smtClean="0"/>
              <a:pPr/>
              <a:t>63</a:t>
            </a:fld>
            <a:endParaRPr lang="es-ES_tradnl" noProof="0" dirty="0"/>
          </a:p>
        </p:txBody>
      </p:sp>
      <p:graphicFrame>
        <p:nvGraphicFramePr>
          <p:cNvPr id="5" name="Group 70">
            <a:extLst>
              <a:ext uri="{FF2B5EF4-FFF2-40B4-BE49-F238E27FC236}">
                <a16:creationId xmlns:a16="http://schemas.microsoft.com/office/drawing/2014/main" id="{686638A7-AF14-4131-47B2-969C92E70E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0388568"/>
              </p:ext>
            </p:extLst>
          </p:nvPr>
        </p:nvGraphicFramePr>
        <p:xfrm>
          <a:off x="766763" y="2184400"/>
          <a:ext cx="7394575" cy="4064000"/>
        </p:xfrm>
        <a:graphic>
          <a:graphicData uri="http://schemas.openxmlformats.org/drawingml/2006/table">
            <a:tbl>
              <a:tblPr/>
              <a:tblGrid>
                <a:gridCol w="892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656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367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Arial" charset="0"/>
                        </a:rPr>
                        <a:t>Ciclo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Arial" charset="0"/>
                        </a:rPr>
                        <a:t>Acción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Arial" charset="0"/>
                        </a:rPr>
                        <a:t>S-HI-LO-X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Valores iniciales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0 0000 </a:t>
                      </a: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100</a:t>
                      </a:r>
                      <a:r>
                        <a:rPr kumimoji="0" lang="es-ES_tradnl" sz="2000" b="0" i="0" u="sng" strike="noStrike" cap="none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1</a:t>
                      </a:r>
                      <a:r>
                        <a:rPr kumimoji="0" lang="es-ES_tradnl" sz="2000" b="0" i="0" u="sng" strike="noStrike" cap="none" normalizeH="0" baseline="0" noProof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 </a:t>
                      </a:r>
                      <a:r>
                        <a:rPr kumimoji="0" lang="es-ES_tradnl" sz="2000" b="0" i="0" u="sng" strike="noStrike" cap="none" normalizeH="0" baseline="0" noProof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Caso 10: HI </a:t>
                      </a: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sym typeface="Symbol" pitchFamily="18" charset="2"/>
                        </a:rPr>
                        <a:t></a:t>
                      </a: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HI </a:t>
                      </a: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–</a:t>
                      </a: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M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1 1110</a:t>
                      </a: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 </a:t>
                      </a: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1001</a:t>
                      </a: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 </a:t>
                      </a: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s-ES_tradnl" sz="20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Desplazar S-HI-LO 1 bit a la derecha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1 1111</a:t>
                      </a: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 </a:t>
                      </a: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Arial" charset="0"/>
                        </a:rPr>
                        <a:t>0</a:t>
                      </a: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10</a:t>
                      </a:r>
                      <a:r>
                        <a:rPr kumimoji="0" lang="es-ES_tradnl" sz="2000" b="0" i="0" u="sng" strike="noStrike" cap="none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0 </a:t>
                      </a:r>
                      <a:r>
                        <a:rPr kumimoji="0" lang="es-ES_tradnl" sz="2000" b="0" i="0" u="sng" strike="noStrike" cap="none" normalizeH="0" baseline="0" noProof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Caso 01: HI </a:t>
                      </a: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sym typeface="Symbol" pitchFamily="18" charset="2"/>
                        </a:rPr>
                        <a:t></a:t>
                      </a: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HI + M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0 0001 </a:t>
                      </a: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Arial" charset="0"/>
                        </a:rPr>
                        <a:t>0</a:t>
                      </a: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100</a:t>
                      </a: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</a:t>
                      </a: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s-ES_tradnl" sz="20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s-ES_tradnl" sz="20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s-ES_tradnl" sz="2000" b="0" i="0" u="sng" strike="noStrike" cap="none" normalizeH="0" baseline="0" noProof="0" dirty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s-ES_tradnl" sz="20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s-ES_tradnl" sz="20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s-ES_tradnl" sz="20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s-ES_tradnl" sz="20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s-ES_tradnl" sz="2000" b="0" i="0" u="sng" strike="noStrike" cap="none" normalizeH="0" baseline="0" noProof="0" dirty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s-ES_tradnl" sz="20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s-ES_tradnl" sz="20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s-ES_tradnl" sz="20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s-ES_tradnl" sz="20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s-ES_tradnl" sz="20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6" name="Text Box 62">
            <a:extLst>
              <a:ext uri="{FF2B5EF4-FFF2-40B4-BE49-F238E27FC236}">
                <a16:creationId xmlns:a16="http://schemas.microsoft.com/office/drawing/2014/main" id="{00E53588-A6AE-832A-10E2-F173918D36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21688" y="2487613"/>
            <a:ext cx="636587" cy="581025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/>
            <a:r>
              <a:rPr lang="es-ES_tradnl" noProof="0" dirty="0">
                <a:solidFill>
                  <a:schemeClr val="accent1"/>
                </a:solidFill>
              </a:rPr>
              <a:t>Bit</a:t>
            </a:r>
          </a:p>
          <a:p>
            <a:pPr algn="l"/>
            <a:r>
              <a:rPr lang="es-ES_tradnl" noProof="0" dirty="0">
                <a:solidFill>
                  <a:schemeClr val="accent1"/>
                </a:solidFill>
              </a:rPr>
              <a:t>extra</a:t>
            </a:r>
          </a:p>
        </p:txBody>
      </p:sp>
      <p:sp>
        <p:nvSpPr>
          <p:cNvPr id="7" name="Line 63">
            <a:extLst>
              <a:ext uri="{FF2B5EF4-FFF2-40B4-BE49-F238E27FC236}">
                <a16:creationId xmlns:a16="http://schemas.microsoft.com/office/drawing/2014/main" id="{A4B4F153-D960-5534-7F1E-7DE48D339E3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066088" y="2792413"/>
            <a:ext cx="379412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s-ES_tradnl" noProof="0" dirty="0"/>
          </a:p>
        </p:txBody>
      </p:sp>
    </p:spTree>
    <p:extLst>
      <p:ext uri="{BB962C8B-B14F-4D97-AF65-F5344CB8AC3E}">
        <p14:creationId xmlns:p14="http://schemas.microsoft.com/office/powerpoint/2010/main" val="3239732043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D2D7CD-049B-00A1-8ABB-650302731C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EBCB5A6B-557F-B1F1-DD69-5B505459A3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Operadores de multiplicación con signo</a:t>
            </a:r>
            <a:endParaRPr lang="en-US" dirty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17EF837D-01F5-40E0-B9BB-7738681C74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_tradnl" dirty="0"/>
              <a:t>Ejemplo: algoritmo de Booth con el operador secuencial</a:t>
            </a:r>
          </a:p>
          <a:p>
            <a:pPr lvl="1"/>
            <a:r>
              <a:rPr lang="es-ES_tradnl" dirty="0"/>
              <a:t>Con signo; n = 4; M = </a:t>
            </a:r>
            <a:r>
              <a:rPr lang="es-ES_tradnl" dirty="0">
                <a:solidFill>
                  <a:srgbClr val="C00000"/>
                </a:solidFill>
              </a:rPr>
              <a:t>0010</a:t>
            </a:r>
            <a:r>
              <a:rPr lang="es-ES_tradnl" baseline="-25000" dirty="0">
                <a:solidFill>
                  <a:srgbClr val="C00000"/>
                </a:solidFill>
              </a:rPr>
              <a:t>2</a:t>
            </a:r>
            <a:r>
              <a:rPr lang="es-ES_tradnl" dirty="0"/>
              <a:t>; Q = </a:t>
            </a:r>
            <a:r>
              <a:rPr lang="es-ES_tradnl" dirty="0">
                <a:solidFill>
                  <a:srgbClr val="0070C0"/>
                </a:solidFill>
              </a:rPr>
              <a:t>1001</a:t>
            </a:r>
            <a:r>
              <a:rPr lang="es-ES_tradnl" baseline="-25000" dirty="0">
                <a:solidFill>
                  <a:srgbClr val="0070C0"/>
                </a:solidFill>
              </a:rPr>
              <a:t>2 </a:t>
            </a:r>
            <a:r>
              <a:rPr lang="es-ES_tradnl" baseline="-25000" dirty="0"/>
              <a:t>	</a:t>
            </a:r>
            <a:r>
              <a:rPr lang="es-ES_tradnl" dirty="0"/>
              <a:t>(2</a:t>
            </a:r>
            <a:r>
              <a:rPr lang="es-ES_tradnl" baseline="-25000" dirty="0"/>
              <a:t>10 </a:t>
            </a:r>
            <a:r>
              <a:rPr lang="es-ES_tradnl" dirty="0">
                <a:sym typeface="Symbol" pitchFamily="18" charset="2"/>
              </a:rPr>
              <a:t> (</a:t>
            </a:r>
            <a:r>
              <a:rPr lang="es-ES_tradnl" dirty="0">
                <a:cs typeface="Arial" charset="0"/>
                <a:sym typeface="Symbol" pitchFamily="18" charset="2"/>
              </a:rPr>
              <a:t>–</a:t>
            </a:r>
            <a:r>
              <a:rPr lang="es-ES_tradnl" dirty="0">
                <a:sym typeface="Symbol" pitchFamily="18" charset="2"/>
              </a:rPr>
              <a:t>7</a:t>
            </a:r>
            <a:r>
              <a:rPr lang="es-ES_tradnl" baseline="-25000" dirty="0">
                <a:sym typeface="Symbol" pitchFamily="18" charset="2"/>
              </a:rPr>
              <a:t>10</a:t>
            </a:r>
            <a:r>
              <a:rPr lang="es-ES_tradnl" dirty="0">
                <a:sym typeface="Symbol" pitchFamily="18" charset="2"/>
              </a:rPr>
              <a:t>) = </a:t>
            </a:r>
            <a:r>
              <a:rPr lang="es-ES_tradnl" dirty="0">
                <a:cs typeface="Arial" charset="0"/>
                <a:sym typeface="Symbol" pitchFamily="18" charset="2"/>
              </a:rPr>
              <a:t>–</a:t>
            </a:r>
            <a:r>
              <a:rPr lang="es-ES_tradnl" dirty="0">
                <a:sym typeface="Symbol" pitchFamily="18" charset="2"/>
              </a:rPr>
              <a:t>14</a:t>
            </a:r>
            <a:r>
              <a:rPr lang="es-ES_tradnl" baseline="-25000" dirty="0">
                <a:sym typeface="Symbol" pitchFamily="18" charset="2"/>
              </a:rPr>
              <a:t>10</a:t>
            </a:r>
            <a:r>
              <a:rPr lang="es-ES_tradnl" dirty="0">
                <a:sym typeface="Symbol" pitchFamily="18" charset="2"/>
              </a:rPr>
              <a:t>)</a:t>
            </a:r>
            <a:endParaRPr lang="es-ES_tradnl" dirty="0"/>
          </a:p>
          <a:p>
            <a:endParaRPr lang="en-US" dirty="0"/>
          </a:p>
        </p:txBody>
      </p:sp>
      <p:sp>
        <p:nvSpPr>
          <p:cNvPr id="2" name="Marcador de número de diapositiva 3">
            <a:extLst>
              <a:ext uri="{FF2B5EF4-FFF2-40B4-BE49-F238E27FC236}">
                <a16:creationId xmlns:a16="http://schemas.microsoft.com/office/drawing/2014/main" id="{0C5E21EE-707F-0C15-75DE-05B5201416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86800" y="6529388"/>
            <a:ext cx="457200" cy="328612"/>
          </a:xfrm>
        </p:spPr>
        <p:txBody>
          <a:bodyPr/>
          <a:lstStyle/>
          <a:p>
            <a:fld id="{165D9AA3-C110-4682-A7ED-0B7E64F42347}" type="slidenum">
              <a:rPr lang="es-ES_tradnl" noProof="0" smtClean="0"/>
              <a:pPr/>
              <a:t>64</a:t>
            </a:fld>
            <a:endParaRPr lang="es-ES_tradnl" noProof="0" dirty="0"/>
          </a:p>
        </p:txBody>
      </p:sp>
      <p:graphicFrame>
        <p:nvGraphicFramePr>
          <p:cNvPr id="5" name="Group 70">
            <a:extLst>
              <a:ext uri="{FF2B5EF4-FFF2-40B4-BE49-F238E27FC236}">
                <a16:creationId xmlns:a16="http://schemas.microsoft.com/office/drawing/2014/main" id="{EB43A998-DEF0-937C-7489-ABC9CAEED0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9444278"/>
              </p:ext>
            </p:extLst>
          </p:nvPr>
        </p:nvGraphicFramePr>
        <p:xfrm>
          <a:off x="766763" y="2184400"/>
          <a:ext cx="7394575" cy="4064000"/>
        </p:xfrm>
        <a:graphic>
          <a:graphicData uri="http://schemas.openxmlformats.org/drawingml/2006/table">
            <a:tbl>
              <a:tblPr/>
              <a:tblGrid>
                <a:gridCol w="892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656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367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Arial" charset="0"/>
                        </a:rPr>
                        <a:t>Ciclo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Arial" charset="0"/>
                        </a:rPr>
                        <a:t>Acción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Arial" charset="0"/>
                        </a:rPr>
                        <a:t>S-HI-LO-X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Valores iniciales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0 0000 </a:t>
                      </a: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100</a:t>
                      </a:r>
                      <a:r>
                        <a:rPr kumimoji="0" lang="es-ES_tradnl" sz="2000" b="0" i="0" u="sng" strike="noStrike" cap="none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1</a:t>
                      </a:r>
                      <a:r>
                        <a:rPr kumimoji="0" lang="es-ES_tradnl" sz="2000" b="0" i="0" u="sng" strike="noStrike" cap="none" normalizeH="0" baseline="0" noProof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 </a:t>
                      </a:r>
                      <a:r>
                        <a:rPr kumimoji="0" lang="es-ES_tradnl" sz="2000" b="0" i="0" u="sng" strike="noStrike" cap="none" normalizeH="0" baseline="0" noProof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Caso 10: HI </a:t>
                      </a: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sym typeface="Symbol" pitchFamily="18" charset="2"/>
                        </a:rPr>
                        <a:t></a:t>
                      </a: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HI </a:t>
                      </a: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–</a:t>
                      </a: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M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1 1110</a:t>
                      </a: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 </a:t>
                      </a: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1001</a:t>
                      </a: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 </a:t>
                      </a: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s-ES_tradnl" sz="20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Desplazar S-HI-LO 1 bit a la derecha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1 1111</a:t>
                      </a: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 </a:t>
                      </a: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Arial" charset="0"/>
                        </a:rPr>
                        <a:t>0</a:t>
                      </a: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10</a:t>
                      </a:r>
                      <a:r>
                        <a:rPr kumimoji="0" lang="es-ES_tradnl" sz="2000" b="0" i="0" u="sng" strike="noStrike" cap="none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0 </a:t>
                      </a:r>
                      <a:r>
                        <a:rPr kumimoji="0" lang="es-ES_tradnl" sz="2000" b="0" i="0" u="sng" strike="noStrike" cap="none" normalizeH="0" baseline="0" noProof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Caso 01: HI </a:t>
                      </a: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sym typeface="Symbol" pitchFamily="18" charset="2"/>
                        </a:rPr>
                        <a:t></a:t>
                      </a: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HI + M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0 0001 </a:t>
                      </a: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Arial" charset="0"/>
                        </a:rPr>
                        <a:t>0</a:t>
                      </a: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100</a:t>
                      </a: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</a:t>
                      </a: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s-ES_tradnl" sz="20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Desplazar S-HI-LO 1 bit a la derecha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0 0000</a:t>
                      </a: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 </a:t>
                      </a: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Arial" charset="0"/>
                        </a:rPr>
                        <a:t>10</a:t>
                      </a: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1</a:t>
                      </a:r>
                      <a:r>
                        <a:rPr kumimoji="0" lang="es-ES_tradnl" sz="2000" b="0" i="0" u="sng" strike="noStrike" cap="none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0</a:t>
                      </a:r>
                      <a:r>
                        <a:rPr kumimoji="0" lang="es-ES_tradnl" sz="2000" b="0" i="0" u="sng" strike="noStrike" cap="none" normalizeH="0" baseline="0" noProof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 </a:t>
                      </a:r>
                      <a:r>
                        <a:rPr kumimoji="0" lang="es-ES_tradnl" sz="2000" b="0" i="0" u="sng" strike="noStrike" cap="none" normalizeH="0" baseline="0" noProof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s-ES_tradnl" sz="20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s-ES_tradnl" sz="20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s-ES_tradnl" sz="20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s-ES_tradnl" sz="20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s-ES_tradnl" sz="2000" b="0" i="0" u="sng" strike="noStrike" cap="none" normalizeH="0" baseline="0" noProof="0" dirty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s-ES_tradnl" sz="20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s-ES_tradnl" sz="20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s-ES_tradnl" sz="20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s-ES_tradnl" sz="20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s-ES_tradnl" sz="20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6" name="Text Box 62">
            <a:extLst>
              <a:ext uri="{FF2B5EF4-FFF2-40B4-BE49-F238E27FC236}">
                <a16:creationId xmlns:a16="http://schemas.microsoft.com/office/drawing/2014/main" id="{36813F71-F908-3787-2B65-B76C0961CE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21688" y="2487613"/>
            <a:ext cx="636587" cy="581025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/>
            <a:r>
              <a:rPr lang="es-ES_tradnl" noProof="0" dirty="0">
                <a:solidFill>
                  <a:schemeClr val="accent1"/>
                </a:solidFill>
              </a:rPr>
              <a:t>Bit</a:t>
            </a:r>
          </a:p>
          <a:p>
            <a:pPr algn="l"/>
            <a:r>
              <a:rPr lang="es-ES_tradnl" noProof="0" dirty="0">
                <a:solidFill>
                  <a:schemeClr val="accent1"/>
                </a:solidFill>
              </a:rPr>
              <a:t>extra</a:t>
            </a:r>
          </a:p>
        </p:txBody>
      </p:sp>
      <p:sp>
        <p:nvSpPr>
          <p:cNvPr id="7" name="Line 63">
            <a:extLst>
              <a:ext uri="{FF2B5EF4-FFF2-40B4-BE49-F238E27FC236}">
                <a16:creationId xmlns:a16="http://schemas.microsoft.com/office/drawing/2014/main" id="{E4B36131-1477-063E-C5E0-110A2E884B1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066088" y="2792413"/>
            <a:ext cx="379412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s-ES_tradnl" noProof="0" dirty="0"/>
          </a:p>
        </p:txBody>
      </p:sp>
    </p:spTree>
    <p:extLst>
      <p:ext uri="{BB962C8B-B14F-4D97-AF65-F5344CB8AC3E}">
        <p14:creationId xmlns:p14="http://schemas.microsoft.com/office/powerpoint/2010/main" val="4022467240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50D0E6-06CA-4B42-8522-3DF2F25629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B9842F44-8F30-0DBB-B3FF-ACB796EC0D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Operadores de multiplicación con signo</a:t>
            </a:r>
            <a:endParaRPr lang="en-US" dirty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4DA2F3D-3702-806D-C26A-13407175D9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_tradnl" dirty="0"/>
              <a:t>Ejemplo: algoritmo de Booth con el operador secuencial</a:t>
            </a:r>
          </a:p>
          <a:p>
            <a:pPr lvl="1"/>
            <a:r>
              <a:rPr lang="es-ES_tradnl" dirty="0"/>
              <a:t>Con signo; n = 4; M = </a:t>
            </a:r>
            <a:r>
              <a:rPr lang="es-ES_tradnl" dirty="0">
                <a:solidFill>
                  <a:srgbClr val="C00000"/>
                </a:solidFill>
              </a:rPr>
              <a:t>0010</a:t>
            </a:r>
            <a:r>
              <a:rPr lang="es-ES_tradnl" baseline="-25000" dirty="0">
                <a:solidFill>
                  <a:srgbClr val="C00000"/>
                </a:solidFill>
              </a:rPr>
              <a:t>2</a:t>
            </a:r>
            <a:r>
              <a:rPr lang="es-ES_tradnl" dirty="0"/>
              <a:t>; Q = </a:t>
            </a:r>
            <a:r>
              <a:rPr lang="es-ES_tradnl" dirty="0">
                <a:solidFill>
                  <a:srgbClr val="0070C0"/>
                </a:solidFill>
              </a:rPr>
              <a:t>1001</a:t>
            </a:r>
            <a:r>
              <a:rPr lang="es-ES_tradnl" baseline="-25000" dirty="0">
                <a:solidFill>
                  <a:srgbClr val="0070C0"/>
                </a:solidFill>
              </a:rPr>
              <a:t>2 </a:t>
            </a:r>
            <a:r>
              <a:rPr lang="es-ES_tradnl" baseline="-25000" dirty="0"/>
              <a:t>	</a:t>
            </a:r>
            <a:r>
              <a:rPr lang="es-ES_tradnl" dirty="0"/>
              <a:t>(2</a:t>
            </a:r>
            <a:r>
              <a:rPr lang="es-ES_tradnl" baseline="-25000" dirty="0"/>
              <a:t>10 </a:t>
            </a:r>
            <a:r>
              <a:rPr lang="es-ES_tradnl" dirty="0">
                <a:sym typeface="Symbol" pitchFamily="18" charset="2"/>
              </a:rPr>
              <a:t> (</a:t>
            </a:r>
            <a:r>
              <a:rPr lang="es-ES_tradnl" dirty="0">
                <a:cs typeface="Arial" charset="0"/>
                <a:sym typeface="Symbol" pitchFamily="18" charset="2"/>
              </a:rPr>
              <a:t>–</a:t>
            </a:r>
            <a:r>
              <a:rPr lang="es-ES_tradnl" dirty="0">
                <a:sym typeface="Symbol" pitchFamily="18" charset="2"/>
              </a:rPr>
              <a:t>7</a:t>
            </a:r>
            <a:r>
              <a:rPr lang="es-ES_tradnl" baseline="-25000" dirty="0">
                <a:sym typeface="Symbol" pitchFamily="18" charset="2"/>
              </a:rPr>
              <a:t>10</a:t>
            </a:r>
            <a:r>
              <a:rPr lang="es-ES_tradnl" dirty="0">
                <a:sym typeface="Symbol" pitchFamily="18" charset="2"/>
              </a:rPr>
              <a:t>) = </a:t>
            </a:r>
            <a:r>
              <a:rPr lang="es-ES_tradnl" dirty="0">
                <a:cs typeface="Arial" charset="0"/>
                <a:sym typeface="Symbol" pitchFamily="18" charset="2"/>
              </a:rPr>
              <a:t>–</a:t>
            </a:r>
            <a:r>
              <a:rPr lang="es-ES_tradnl" dirty="0">
                <a:sym typeface="Symbol" pitchFamily="18" charset="2"/>
              </a:rPr>
              <a:t>14</a:t>
            </a:r>
            <a:r>
              <a:rPr lang="es-ES_tradnl" baseline="-25000" dirty="0">
                <a:sym typeface="Symbol" pitchFamily="18" charset="2"/>
              </a:rPr>
              <a:t>10</a:t>
            </a:r>
            <a:r>
              <a:rPr lang="es-ES_tradnl" dirty="0">
                <a:sym typeface="Symbol" pitchFamily="18" charset="2"/>
              </a:rPr>
              <a:t>)</a:t>
            </a:r>
            <a:endParaRPr lang="es-ES_tradnl" dirty="0"/>
          </a:p>
          <a:p>
            <a:endParaRPr lang="en-US" dirty="0"/>
          </a:p>
        </p:txBody>
      </p:sp>
      <p:sp>
        <p:nvSpPr>
          <p:cNvPr id="2" name="Marcador de número de diapositiva 3">
            <a:extLst>
              <a:ext uri="{FF2B5EF4-FFF2-40B4-BE49-F238E27FC236}">
                <a16:creationId xmlns:a16="http://schemas.microsoft.com/office/drawing/2014/main" id="{57A0CF9B-AD30-66D7-3D1D-200CF853AD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86800" y="6529388"/>
            <a:ext cx="457200" cy="328612"/>
          </a:xfrm>
        </p:spPr>
        <p:txBody>
          <a:bodyPr/>
          <a:lstStyle/>
          <a:p>
            <a:fld id="{165D9AA3-C110-4682-A7ED-0B7E64F42347}" type="slidenum">
              <a:rPr lang="es-ES_tradnl" noProof="0" smtClean="0"/>
              <a:pPr/>
              <a:t>65</a:t>
            </a:fld>
            <a:endParaRPr lang="es-ES_tradnl" noProof="0" dirty="0"/>
          </a:p>
        </p:txBody>
      </p:sp>
      <p:graphicFrame>
        <p:nvGraphicFramePr>
          <p:cNvPr id="5" name="Group 70">
            <a:extLst>
              <a:ext uri="{FF2B5EF4-FFF2-40B4-BE49-F238E27FC236}">
                <a16:creationId xmlns:a16="http://schemas.microsoft.com/office/drawing/2014/main" id="{C56DB84C-A50B-25A5-B3EB-A3ABE33775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3813278"/>
              </p:ext>
            </p:extLst>
          </p:nvPr>
        </p:nvGraphicFramePr>
        <p:xfrm>
          <a:off x="766763" y="2184400"/>
          <a:ext cx="7394575" cy="4064000"/>
        </p:xfrm>
        <a:graphic>
          <a:graphicData uri="http://schemas.openxmlformats.org/drawingml/2006/table">
            <a:tbl>
              <a:tblPr/>
              <a:tblGrid>
                <a:gridCol w="892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656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367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Arial" charset="0"/>
                        </a:rPr>
                        <a:t>Ciclo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Arial" charset="0"/>
                        </a:rPr>
                        <a:t>Acción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Arial" charset="0"/>
                        </a:rPr>
                        <a:t>S-HI-LO-X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Valores iniciales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0 0000 </a:t>
                      </a: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100</a:t>
                      </a:r>
                      <a:r>
                        <a:rPr kumimoji="0" lang="es-ES_tradnl" sz="2000" b="0" i="0" u="sng" strike="noStrike" cap="none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1</a:t>
                      </a:r>
                      <a:r>
                        <a:rPr kumimoji="0" lang="es-ES_tradnl" sz="2000" b="0" i="0" u="sng" strike="noStrike" cap="none" normalizeH="0" baseline="0" noProof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 </a:t>
                      </a:r>
                      <a:r>
                        <a:rPr kumimoji="0" lang="es-ES_tradnl" sz="2000" b="0" i="0" u="sng" strike="noStrike" cap="none" normalizeH="0" baseline="0" noProof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Caso 10: HI </a:t>
                      </a: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sym typeface="Symbol" pitchFamily="18" charset="2"/>
                        </a:rPr>
                        <a:t></a:t>
                      </a: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HI </a:t>
                      </a: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–</a:t>
                      </a: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M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1 1110</a:t>
                      </a: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 </a:t>
                      </a: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1001</a:t>
                      </a: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 </a:t>
                      </a: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s-ES_tradnl" sz="20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Desplazar S-HI-LO 1 bit a la derecha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1 1111</a:t>
                      </a: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 </a:t>
                      </a: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Arial" charset="0"/>
                        </a:rPr>
                        <a:t>0</a:t>
                      </a: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10</a:t>
                      </a:r>
                      <a:r>
                        <a:rPr kumimoji="0" lang="es-ES_tradnl" sz="2000" b="0" i="0" u="sng" strike="noStrike" cap="none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0 </a:t>
                      </a:r>
                      <a:r>
                        <a:rPr kumimoji="0" lang="es-ES_tradnl" sz="2000" b="0" i="0" u="sng" strike="noStrike" cap="none" normalizeH="0" baseline="0" noProof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Caso 01: HI </a:t>
                      </a: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sym typeface="Symbol" pitchFamily="18" charset="2"/>
                        </a:rPr>
                        <a:t></a:t>
                      </a: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HI + M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0 0001 </a:t>
                      </a: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Arial" charset="0"/>
                        </a:rPr>
                        <a:t>0</a:t>
                      </a: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100</a:t>
                      </a: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</a:t>
                      </a: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s-ES_tradnl" sz="20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Desplazar S-HI-LO 1 bit a la derecha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0 0000</a:t>
                      </a: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 </a:t>
                      </a: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Arial" charset="0"/>
                        </a:rPr>
                        <a:t>10</a:t>
                      </a: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1</a:t>
                      </a:r>
                      <a:r>
                        <a:rPr kumimoji="0" lang="es-ES_tradnl" sz="2000" b="0" i="0" u="sng" strike="noStrike" cap="none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0</a:t>
                      </a:r>
                      <a:r>
                        <a:rPr kumimoji="0" lang="es-ES_tradnl" sz="2000" b="0" i="0" u="sng" strike="noStrike" cap="none" normalizeH="0" baseline="0" noProof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 </a:t>
                      </a:r>
                      <a:r>
                        <a:rPr kumimoji="0" lang="es-ES_tradnl" sz="2000" b="0" i="0" u="sng" strike="noStrike" cap="none" normalizeH="0" baseline="0" noProof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Caso 00: No hacer nada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0 0000</a:t>
                      </a: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 </a:t>
                      </a: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Arial" charset="0"/>
                        </a:rPr>
                        <a:t>10</a:t>
                      </a: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10</a:t>
                      </a: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 </a:t>
                      </a: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s-ES_tradnl" sz="20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s-ES_tradnl" sz="20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s-ES_tradnl" sz="2000" b="0" i="0" u="sng" strike="noStrike" cap="none" normalizeH="0" baseline="0" noProof="0" dirty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s-ES_tradnl" sz="20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s-ES_tradnl" sz="20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s-ES_tradnl" sz="20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s-ES_tradnl" sz="20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s-ES_tradnl" sz="20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6" name="Text Box 62">
            <a:extLst>
              <a:ext uri="{FF2B5EF4-FFF2-40B4-BE49-F238E27FC236}">
                <a16:creationId xmlns:a16="http://schemas.microsoft.com/office/drawing/2014/main" id="{BFB84735-4D11-CB6E-ABA4-D11961AF1F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21688" y="2487613"/>
            <a:ext cx="636587" cy="581025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/>
            <a:r>
              <a:rPr lang="es-ES_tradnl" noProof="0" dirty="0">
                <a:solidFill>
                  <a:schemeClr val="accent1"/>
                </a:solidFill>
              </a:rPr>
              <a:t>Bit</a:t>
            </a:r>
          </a:p>
          <a:p>
            <a:pPr algn="l"/>
            <a:r>
              <a:rPr lang="es-ES_tradnl" noProof="0" dirty="0">
                <a:solidFill>
                  <a:schemeClr val="accent1"/>
                </a:solidFill>
              </a:rPr>
              <a:t>extra</a:t>
            </a:r>
          </a:p>
        </p:txBody>
      </p:sp>
      <p:sp>
        <p:nvSpPr>
          <p:cNvPr id="7" name="Line 63">
            <a:extLst>
              <a:ext uri="{FF2B5EF4-FFF2-40B4-BE49-F238E27FC236}">
                <a16:creationId xmlns:a16="http://schemas.microsoft.com/office/drawing/2014/main" id="{0F9A1A49-A03E-C0EA-4011-EC6FB661842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066088" y="2792413"/>
            <a:ext cx="379412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s-ES_tradnl" noProof="0" dirty="0"/>
          </a:p>
        </p:txBody>
      </p:sp>
    </p:spTree>
    <p:extLst>
      <p:ext uri="{BB962C8B-B14F-4D97-AF65-F5344CB8AC3E}">
        <p14:creationId xmlns:p14="http://schemas.microsoft.com/office/powerpoint/2010/main" val="3364920191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E9C2AF-D296-B6D9-C138-B64B358C1A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E7D58C41-4E65-BB0C-0AC4-454F96A5C4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Operadores de multiplicación con signo</a:t>
            </a:r>
            <a:endParaRPr lang="en-US" dirty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71A9977-379D-F83B-238A-809148444F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_tradnl" dirty="0"/>
              <a:t>Ejemplo: algoritmo de Booth con el operador secuencial</a:t>
            </a:r>
          </a:p>
          <a:p>
            <a:pPr lvl="1"/>
            <a:r>
              <a:rPr lang="es-ES_tradnl" dirty="0"/>
              <a:t>Con signo; n = 4; M = </a:t>
            </a:r>
            <a:r>
              <a:rPr lang="es-ES_tradnl" dirty="0">
                <a:solidFill>
                  <a:srgbClr val="C00000"/>
                </a:solidFill>
              </a:rPr>
              <a:t>0010</a:t>
            </a:r>
            <a:r>
              <a:rPr lang="es-ES_tradnl" baseline="-25000" dirty="0">
                <a:solidFill>
                  <a:srgbClr val="C00000"/>
                </a:solidFill>
              </a:rPr>
              <a:t>2</a:t>
            </a:r>
            <a:r>
              <a:rPr lang="es-ES_tradnl" dirty="0"/>
              <a:t>; Q = </a:t>
            </a:r>
            <a:r>
              <a:rPr lang="es-ES_tradnl" dirty="0">
                <a:solidFill>
                  <a:srgbClr val="0070C0"/>
                </a:solidFill>
              </a:rPr>
              <a:t>1001</a:t>
            </a:r>
            <a:r>
              <a:rPr lang="es-ES_tradnl" baseline="-25000" dirty="0">
                <a:solidFill>
                  <a:srgbClr val="0070C0"/>
                </a:solidFill>
              </a:rPr>
              <a:t>2 </a:t>
            </a:r>
            <a:r>
              <a:rPr lang="es-ES_tradnl" baseline="-25000" dirty="0"/>
              <a:t>	</a:t>
            </a:r>
            <a:r>
              <a:rPr lang="es-ES_tradnl" dirty="0"/>
              <a:t>(2</a:t>
            </a:r>
            <a:r>
              <a:rPr lang="es-ES_tradnl" baseline="-25000" dirty="0"/>
              <a:t>10 </a:t>
            </a:r>
            <a:r>
              <a:rPr lang="es-ES_tradnl" dirty="0">
                <a:sym typeface="Symbol" pitchFamily="18" charset="2"/>
              </a:rPr>
              <a:t> (</a:t>
            </a:r>
            <a:r>
              <a:rPr lang="es-ES_tradnl" dirty="0">
                <a:cs typeface="Arial" charset="0"/>
                <a:sym typeface="Symbol" pitchFamily="18" charset="2"/>
              </a:rPr>
              <a:t>–</a:t>
            </a:r>
            <a:r>
              <a:rPr lang="es-ES_tradnl" dirty="0">
                <a:sym typeface="Symbol" pitchFamily="18" charset="2"/>
              </a:rPr>
              <a:t>7</a:t>
            </a:r>
            <a:r>
              <a:rPr lang="es-ES_tradnl" baseline="-25000" dirty="0">
                <a:sym typeface="Symbol" pitchFamily="18" charset="2"/>
              </a:rPr>
              <a:t>10</a:t>
            </a:r>
            <a:r>
              <a:rPr lang="es-ES_tradnl" dirty="0">
                <a:sym typeface="Symbol" pitchFamily="18" charset="2"/>
              </a:rPr>
              <a:t>) = </a:t>
            </a:r>
            <a:r>
              <a:rPr lang="es-ES_tradnl" dirty="0">
                <a:cs typeface="Arial" charset="0"/>
                <a:sym typeface="Symbol" pitchFamily="18" charset="2"/>
              </a:rPr>
              <a:t>–</a:t>
            </a:r>
            <a:r>
              <a:rPr lang="es-ES_tradnl" dirty="0">
                <a:sym typeface="Symbol" pitchFamily="18" charset="2"/>
              </a:rPr>
              <a:t>14</a:t>
            </a:r>
            <a:r>
              <a:rPr lang="es-ES_tradnl" baseline="-25000" dirty="0">
                <a:sym typeface="Symbol" pitchFamily="18" charset="2"/>
              </a:rPr>
              <a:t>10</a:t>
            </a:r>
            <a:r>
              <a:rPr lang="es-ES_tradnl" dirty="0">
                <a:sym typeface="Symbol" pitchFamily="18" charset="2"/>
              </a:rPr>
              <a:t>)</a:t>
            </a:r>
            <a:endParaRPr lang="es-ES_tradnl" dirty="0"/>
          </a:p>
          <a:p>
            <a:endParaRPr lang="en-US" dirty="0"/>
          </a:p>
        </p:txBody>
      </p:sp>
      <p:sp>
        <p:nvSpPr>
          <p:cNvPr id="2" name="Marcador de número de diapositiva 3">
            <a:extLst>
              <a:ext uri="{FF2B5EF4-FFF2-40B4-BE49-F238E27FC236}">
                <a16:creationId xmlns:a16="http://schemas.microsoft.com/office/drawing/2014/main" id="{74602755-FFB8-4D24-F198-8049FD5287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86800" y="6529388"/>
            <a:ext cx="457200" cy="328612"/>
          </a:xfrm>
        </p:spPr>
        <p:txBody>
          <a:bodyPr/>
          <a:lstStyle/>
          <a:p>
            <a:fld id="{165D9AA3-C110-4682-A7ED-0B7E64F42347}" type="slidenum">
              <a:rPr lang="es-ES_tradnl" noProof="0" smtClean="0"/>
              <a:pPr/>
              <a:t>66</a:t>
            </a:fld>
            <a:endParaRPr lang="es-ES_tradnl" noProof="0" dirty="0"/>
          </a:p>
        </p:txBody>
      </p:sp>
      <p:graphicFrame>
        <p:nvGraphicFramePr>
          <p:cNvPr id="5" name="Group 70">
            <a:extLst>
              <a:ext uri="{FF2B5EF4-FFF2-40B4-BE49-F238E27FC236}">
                <a16:creationId xmlns:a16="http://schemas.microsoft.com/office/drawing/2014/main" id="{06E3DF79-B5DD-A58B-25D1-A8864961EF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2794891"/>
              </p:ext>
            </p:extLst>
          </p:nvPr>
        </p:nvGraphicFramePr>
        <p:xfrm>
          <a:off x="766763" y="2184400"/>
          <a:ext cx="7394575" cy="4064000"/>
        </p:xfrm>
        <a:graphic>
          <a:graphicData uri="http://schemas.openxmlformats.org/drawingml/2006/table">
            <a:tbl>
              <a:tblPr/>
              <a:tblGrid>
                <a:gridCol w="892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656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367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Arial" charset="0"/>
                        </a:rPr>
                        <a:t>Ciclo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Arial" charset="0"/>
                        </a:rPr>
                        <a:t>Acción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Arial" charset="0"/>
                        </a:rPr>
                        <a:t>S-HI-LO-X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Valores iniciales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0 0000 </a:t>
                      </a: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100</a:t>
                      </a:r>
                      <a:r>
                        <a:rPr kumimoji="0" lang="es-ES_tradnl" sz="2000" b="0" i="0" u="sng" strike="noStrike" cap="none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1</a:t>
                      </a:r>
                      <a:r>
                        <a:rPr kumimoji="0" lang="es-ES_tradnl" sz="2000" b="0" i="0" u="sng" strike="noStrike" cap="none" normalizeH="0" baseline="0" noProof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 </a:t>
                      </a:r>
                      <a:r>
                        <a:rPr kumimoji="0" lang="es-ES_tradnl" sz="2000" b="0" i="0" u="sng" strike="noStrike" cap="none" normalizeH="0" baseline="0" noProof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Caso 10: HI </a:t>
                      </a: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sym typeface="Symbol" pitchFamily="18" charset="2"/>
                        </a:rPr>
                        <a:t></a:t>
                      </a: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HI </a:t>
                      </a: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–</a:t>
                      </a: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M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1 1110</a:t>
                      </a: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 </a:t>
                      </a: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1001</a:t>
                      </a: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 </a:t>
                      </a: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s-ES_tradnl" sz="20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Desplazar S-HI-LO 1 bit a la derecha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1 1111</a:t>
                      </a: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 </a:t>
                      </a: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Arial" charset="0"/>
                        </a:rPr>
                        <a:t>0</a:t>
                      </a: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10</a:t>
                      </a:r>
                      <a:r>
                        <a:rPr kumimoji="0" lang="es-ES_tradnl" sz="2000" b="0" i="0" u="sng" strike="noStrike" cap="none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0 </a:t>
                      </a:r>
                      <a:r>
                        <a:rPr kumimoji="0" lang="es-ES_tradnl" sz="2000" b="0" i="0" u="sng" strike="noStrike" cap="none" normalizeH="0" baseline="0" noProof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Caso 01: HI </a:t>
                      </a: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sym typeface="Symbol" pitchFamily="18" charset="2"/>
                        </a:rPr>
                        <a:t></a:t>
                      </a: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HI + M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0 0001 </a:t>
                      </a: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Arial" charset="0"/>
                        </a:rPr>
                        <a:t>0</a:t>
                      </a: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100</a:t>
                      </a: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</a:t>
                      </a: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s-ES_tradnl" sz="20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Desplazar S-HI-LO 1 bit a la derecha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0 0000</a:t>
                      </a: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 </a:t>
                      </a: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Arial" charset="0"/>
                        </a:rPr>
                        <a:t>10</a:t>
                      </a: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1</a:t>
                      </a:r>
                      <a:r>
                        <a:rPr kumimoji="0" lang="es-ES_tradnl" sz="2000" b="0" i="0" u="sng" strike="noStrike" cap="none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0</a:t>
                      </a:r>
                      <a:r>
                        <a:rPr kumimoji="0" lang="es-ES_tradnl" sz="2000" b="0" i="0" u="sng" strike="noStrike" cap="none" normalizeH="0" baseline="0" noProof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 </a:t>
                      </a:r>
                      <a:r>
                        <a:rPr kumimoji="0" lang="es-ES_tradnl" sz="2000" b="0" i="0" u="sng" strike="noStrike" cap="none" normalizeH="0" baseline="0" noProof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Caso 00: No hacer nada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0 0000</a:t>
                      </a: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 </a:t>
                      </a: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Arial" charset="0"/>
                        </a:rPr>
                        <a:t>10</a:t>
                      </a: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10</a:t>
                      </a: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 </a:t>
                      </a: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s-ES_tradnl" sz="20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Desplazar S-HI-LO 1 bit a la derecha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0 0000 </a:t>
                      </a: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Arial" charset="0"/>
                        </a:rPr>
                        <a:t>010</a:t>
                      </a:r>
                      <a:r>
                        <a:rPr kumimoji="0" lang="es-ES_tradnl" sz="2000" b="0" i="0" u="sng" strike="noStrike" cap="none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1</a:t>
                      </a:r>
                      <a:r>
                        <a:rPr kumimoji="0" lang="es-ES_tradnl" sz="2000" b="0" i="0" u="sng" strike="noStrike" cap="none" normalizeH="0" baseline="0" noProof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 </a:t>
                      </a:r>
                      <a:r>
                        <a:rPr kumimoji="0" lang="es-ES_tradnl" sz="2000" b="0" i="0" u="sng" strike="noStrike" cap="none" normalizeH="0" baseline="0" noProof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s-ES_tradnl" sz="20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s-ES_tradnl" sz="20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s-ES_tradnl" sz="20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s-ES_tradnl" sz="20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s-ES_tradnl" sz="20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6" name="Text Box 62">
            <a:extLst>
              <a:ext uri="{FF2B5EF4-FFF2-40B4-BE49-F238E27FC236}">
                <a16:creationId xmlns:a16="http://schemas.microsoft.com/office/drawing/2014/main" id="{13B00528-7CB1-C6EE-2239-99BD3F13CE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21688" y="2487613"/>
            <a:ext cx="636587" cy="581025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/>
            <a:r>
              <a:rPr lang="es-ES_tradnl" noProof="0" dirty="0">
                <a:solidFill>
                  <a:schemeClr val="accent1"/>
                </a:solidFill>
              </a:rPr>
              <a:t>Bit</a:t>
            </a:r>
          </a:p>
          <a:p>
            <a:pPr algn="l"/>
            <a:r>
              <a:rPr lang="es-ES_tradnl" noProof="0" dirty="0">
                <a:solidFill>
                  <a:schemeClr val="accent1"/>
                </a:solidFill>
              </a:rPr>
              <a:t>extra</a:t>
            </a:r>
          </a:p>
        </p:txBody>
      </p:sp>
      <p:sp>
        <p:nvSpPr>
          <p:cNvPr id="7" name="Line 63">
            <a:extLst>
              <a:ext uri="{FF2B5EF4-FFF2-40B4-BE49-F238E27FC236}">
                <a16:creationId xmlns:a16="http://schemas.microsoft.com/office/drawing/2014/main" id="{DF02FE6D-A248-0092-F38F-87D299083CF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066088" y="2792413"/>
            <a:ext cx="379412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s-ES_tradnl" noProof="0" dirty="0"/>
          </a:p>
        </p:txBody>
      </p:sp>
    </p:spTree>
    <p:extLst>
      <p:ext uri="{BB962C8B-B14F-4D97-AF65-F5344CB8AC3E}">
        <p14:creationId xmlns:p14="http://schemas.microsoft.com/office/powerpoint/2010/main" val="3369641278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F68617-370E-10BF-6AF4-7D4F706F44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1498C272-D3A5-57C8-160A-7619CE9670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Operadores de multiplicación con signo</a:t>
            </a:r>
            <a:endParaRPr lang="en-US" dirty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57AB687-209C-35B2-5417-09756665D7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_tradnl" dirty="0"/>
              <a:t>Ejemplo: algoritmo de Booth con el operador secuencial</a:t>
            </a:r>
          </a:p>
          <a:p>
            <a:pPr lvl="1"/>
            <a:r>
              <a:rPr lang="es-ES_tradnl" dirty="0"/>
              <a:t>Con signo; n = 4; M = </a:t>
            </a:r>
            <a:r>
              <a:rPr lang="es-ES_tradnl" dirty="0">
                <a:solidFill>
                  <a:srgbClr val="C00000"/>
                </a:solidFill>
              </a:rPr>
              <a:t>0010</a:t>
            </a:r>
            <a:r>
              <a:rPr lang="es-ES_tradnl" baseline="-25000" dirty="0">
                <a:solidFill>
                  <a:srgbClr val="C00000"/>
                </a:solidFill>
              </a:rPr>
              <a:t>2</a:t>
            </a:r>
            <a:r>
              <a:rPr lang="es-ES_tradnl" dirty="0"/>
              <a:t>; Q = </a:t>
            </a:r>
            <a:r>
              <a:rPr lang="es-ES_tradnl" dirty="0">
                <a:solidFill>
                  <a:srgbClr val="0070C0"/>
                </a:solidFill>
              </a:rPr>
              <a:t>1001</a:t>
            </a:r>
            <a:r>
              <a:rPr lang="es-ES_tradnl" baseline="-25000" dirty="0">
                <a:solidFill>
                  <a:srgbClr val="0070C0"/>
                </a:solidFill>
              </a:rPr>
              <a:t>2 </a:t>
            </a:r>
            <a:r>
              <a:rPr lang="es-ES_tradnl" baseline="-25000" dirty="0"/>
              <a:t>	</a:t>
            </a:r>
            <a:r>
              <a:rPr lang="es-ES_tradnl" dirty="0"/>
              <a:t>(2</a:t>
            </a:r>
            <a:r>
              <a:rPr lang="es-ES_tradnl" baseline="-25000" dirty="0"/>
              <a:t>10 </a:t>
            </a:r>
            <a:r>
              <a:rPr lang="es-ES_tradnl" dirty="0">
                <a:sym typeface="Symbol" pitchFamily="18" charset="2"/>
              </a:rPr>
              <a:t> (</a:t>
            </a:r>
            <a:r>
              <a:rPr lang="es-ES_tradnl" dirty="0">
                <a:cs typeface="Arial" charset="0"/>
                <a:sym typeface="Symbol" pitchFamily="18" charset="2"/>
              </a:rPr>
              <a:t>–</a:t>
            </a:r>
            <a:r>
              <a:rPr lang="es-ES_tradnl" dirty="0">
                <a:sym typeface="Symbol" pitchFamily="18" charset="2"/>
              </a:rPr>
              <a:t>7</a:t>
            </a:r>
            <a:r>
              <a:rPr lang="es-ES_tradnl" baseline="-25000" dirty="0">
                <a:sym typeface="Symbol" pitchFamily="18" charset="2"/>
              </a:rPr>
              <a:t>10</a:t>
            </a:r>
            <a:r>
              <a:rPr lang="es-ES_tradnl" dirty="0">
                <a:sym typeface="Symbol" pitchFamily="18" charset="2"/>
              </a:rPr>
              <a:t>) = </a:t>
            </a:r>
            <a:r>
              <a:rPr lang="es-ES_tradnl" dirty="0">
                <a:cs typeface="Arial" charset="0"/>
                <a:sym typeface="Symbol" pitchFamily="18" charset="2"/>
              </a:rPr>
              <a:t>–</a:t>
            </a:r>
            <a:r>
              <a:rPr lang="es-ES_tradnl" dirty="0">
                <a:sym typeface="Symbol" pitchFamily="18" charset="2"/>
              </a:rPr>
              <a:t>14</a:t>
            </a:r>
            <a:r>
              <a:rPr lang="es-ES_tradnl" baseline="-25000" dirty="0">
                <a:sym typeface="Symbol" pitchFamily="18" charset="2"/>
              </a:rPr>
              <a:t>10</a:t>
            </a:r>
            <a:r>
              <a:rPr lang="es-ES_tradnl" dirty="0">
                <a:sym typeface="Symbol" pitchFamily="18" charset="2"/>
              </a:rPr>
              <a:t>)</a:t>
            </a:r>
            <a:endParaRPr lang="es-ES_tradnl" dirty="0"/>
          </a:p>
          <a:p>
            <a:endParaRPr lang="en-US" dirty="0"/>
          </a:p>
        </p:txBody>
      </p:sp>
      <p:sp>
        <p:nvSpPr>
          <p:cNvPr id="2" name="Marcador de número de diapositiva 3">
            <a:extLst>
              <a:ext uri="{FF2B5EF4-FFF2-40B4-BE49-F238E27FC236}">
                <a16:creationId xmlns:a16="http://schemas.microsoft.com/office/drawing/2014/main" id="{CE3CD5D2-BC8C-27E7-CC0D-0AD4E05CE2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86800" y="6529388"/>
            <a:ext cx="457200" cy="328612"/>
          </a:xfrm>
        </p:spPr>
        <p:txBody>
          <a:bodyPr/>
          <a:lstStyle/>
          <a:p>
            <a:fld id="{165D9AA3-C110-4682-A7ED-0B7E64F42347}" type="slidenum">
              <a:rPr lang="es-ES_tradnl" noProof="0" smtClean="0"/>
              <a:pPr/>
              <a:t>67</a:t>
            </a:fld>
            <a:endParaRPr lang="es-ES_tradnl" noProof="0" dirty="0"/>
          </a:p>
        </p:txBody>
      </p:sp>
      <p:graphicFrame>
        <p:nvGraphicFramePr>
          <p:cNvPr id="5" name="Group 70">
            <a:extLst>
              <a:ext uri="{FF2B5EF4-FFF2-40B4-BE49-F238E27FC236}">
                <a16:creationId xmlns:a16="http://schemas.microsoft.com/office/drawing/2014/main" id="{D2E85252-9A2D-F14B-0412-4AFAC431B4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8566495"/>
              </p:ext>
            </p:extLst>
          </p:nvPr>
        </p:nvGraphicFramePr>
        <p:xfrm>
          <a:off x="766763" y="2184400"/>
          <a:ext cx="7394575" cy="4064000"/>
        </p:xfrm>
        <a:graphic>
          <a:graphicData uri="http://schemas.openxmlformats.org/drawingml/2006/table">
            <a:tbl>
              <a:tblPr/>
              <a:tblGrid>
                <a:gridCol w="892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656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367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Arial" charset="0"/>
                        </a:rPr>
                        <a:t>Ciclo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Arial" charset="0"/>
                        </a:rPr>
                        <a:t>Acción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Arial" charset="0"/>
                        </a:rPr>
                        <a:t>S-HI-LO-X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Valores iniciales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0 0000 </a:t>
                      </a: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100</a:t>
                      </a:r>
                      <a:r>
                        <a:rPr kumimoji="0" lang="es-ES_tradnl" sz="2000" b="0" i="0" u="sng" strike="noStrike" cap="none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1</a:t>
                      </a:r>
                      <a:r>
                        <a:rPr kumimoji="0" lang="es-ES_tradnl" sz="2000" b="0" i="0" u="sng" strike="noStrike" cap="none" normalizeH="0" baseline="0" noProof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 </a:t>
                      </a:r>
                      <a:r>
                        <a:rPr kumimoji="0" lang="es-ES_tradnl" sz="2000" b="0" i="0" u="sng" strike="noStrike" cap="none" normalizeH="0" baseline="0" noProof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Caso 10: HI </a:t>
                      </a: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sym typeface="Symbol" pitchFamily="18" charset="2"/>
                        </a:rPr>
                        <a:t></a:t>
                      </a: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HI </a:t>
                      </a: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–</a:t>
                      </a: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M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1 1110</a:t>
                      </a: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 </a:t>
                      </a: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1001</a:t>
                      </a: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 </a:t>
                      </a: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s-ES_tradnl" sz="20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Desplazar S-HI-LO 1 bit a la derecha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1 1111</a:t>
                      </a: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 </a:t>
                      </a: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Arial" charset="0"/>
                        </a:rPr>
                        <a:t>0</a:t>
                      </a: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10</a:t>
                      </a:r>
                      <a:r>
                        <a:rPr kumimoji="0" lang="es-ES_tradnl" sz="2000" b="0" i="0" u="sng" strike="noStrike" cap="none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0 </a:t>
                      </a:r>
                      <a:r>
                        <a:rPr kumimoji="0" lang="es-ES_tradnl" sz="2000" b="0" i="0" u="sng" strike="noStrike" cap="none" normalizeH="0" baseline="0" noProof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Caso 01: HI </a:t>
                      </a: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sym typeface="Symbol" pitchFamily="18" charset="2"/>
                        </a:rPr>
                        <a:t></a:t>
                      </a: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HI + M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0 0001 </a:t>
                      </a: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Arial" charset="0"/>
                        </a:rPr>
                        <a:t>0</a:t>
                      </a: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100</a:t>
                      </a: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</a:t>
                      </a: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s-ES_tradnl" sz="20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Desplazar S-HI-LO 1 bit a la derecha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0 0000</a:t>
                      </a: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 </a:t>
                      </a: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Arial" charset="0"/>
                        </a:rPr>
                        <a:t>10</a:t>
                      </a: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1</a:t>
                      </a:r>
                      <a:r>
                        <a:rPr kumimoji="0" lang="es-ES_tradnl" sz="2000" b="0" i="0" u="sng" strike="noStrike" cap="none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0</a:t>
                      </a:r>
                      <a:r>
                        <a:rPr kumimoji="0" lang="es-ES_tradnl" sz="2000" b="0" i="0" u="sng" strike="noStrike" cap="none" normalizeH="0" baseline="0" noProof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 </a:t>
                      </a:r>
                      <a:r>
                        <a:rPr kumimoji="0" lang="es-ES_tradnl" sz="2000" b="0" i="0" u="sng" strike="noStrike" cap="none" normalizeH="0" baseline="0" noProof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Caso 00: No hacer nada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0 0000</a:t>
                      </a: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 </a:t>
                      </a: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Arial" charset="0"/>
                        </a:rPr>
                        <a:t>10</a:t>
                      </a: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10</a:t>
                      </a: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 </a:t>
                      </a: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s-ES_tradnl" sz="20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Desplazar S-HI-LO 1 bit a la derecha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0 0000 </a:t>
                      </a: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Arial" charset="0"/>
                        </a:rPr>
                        <a:t>010</a:t>
                      </a:r>
                      <a:r>
                        <a:rPr kumimoji="0" lang="es-ES_tradnl" sz="2000" b="0" i="0" u="sng" strike="noStrike" cap="none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1</a:t>
                      </a:r>
                      <a:r>
                        <a:rPr kumimoji="0" lang="es-ES_tradnl" sz="2000" b="0" i="0" u="sng" strike="noStrike" cap="none" normalizeH="0" baseline="0" noProof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 </a:t>
                      </a:r>
                      <a:r>
                        <a:rPr kumimoji="0" lang="es-ES_tradnl" sz="2000" b="0" i="0" u="sng" strike="noStrike" cap="none" normalizeH="0" baseline="0" noProof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Caso 10: HI </a:t>
                      </a: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sym typeface="Symbol" pitchFamily="18" charset="2"/>
                        </a:rPr>
                        <a:t></a:t>
                      </a: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HI </a:t>
                      </a: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–</a:t>
                      </a: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M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1 1110 </a:t>
                      </a: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Arial" charset="0"/>
                        </a:rPr>
                        <a:t>010</a:t>
                      </a: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1</a:t>
                      </a: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</a:t>
                      </a: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s-ES_tradnl" sz="20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s-ES_tradnl" sz="20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s-ES_tradnl" sz="20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6" name="Text Box 62">
            <a:extLst>
              <a:ext uri="{FF2B5EF4-FFF2-40B4-BE49-F238E27FC236}">
                <a16:creationId xmlns:a16="http://schemas.microsoft.com/office/drawing/2014/main" id="{B8D076CE-A298-6FE6-9DEC-4BDC888E54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21688" y="2487613"/>
            <a:ext cx="636587" cy="581025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/>
            <a:r>
              <a:rPr lang="es-ES_tradnl" noProof="0" dirty="0">
                <a:solidFill>
                  <a:schemeClr val="accent1"/>
                </a:solidFill>
              </a:rPr>
              <a:t>Bit</a:t>
            </a:r>
          </a:p>
          <a:p>
            <a:pPr algn="l"/>
            <a:r>
              <a:rPr lang="es-ES_tradnl" noProof="0" dirty="0">
                <a:solidFill>
                  <a:schemeClr val="accent1"/>
                </a:solidFill>
              </a:rPr>
              <a:t>extra</a:t>
            </a:r>
          </a:p>
        </p:txBody>
      </p:sp>
      <p:sp>
        <p:nvSpPr>
          <p:cNvPr id="7" name="Line 63">
            <a:extLst>
              <a:ext uri="{FF2B5EF4-FFF2-40B4-BE49-F238E27FC236}">
                <a16:creationId xmlns:a16="http://schemas.microsoft.com/office/drawing/2014/main" id="{E764B4F5-C7A7-B1F2-11DD-7F2FD8F3DB0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066088" y="2792413"/>
            <a:ext cx="379412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s-ES_tradnl" noProof="0" dirty="0"/>
          </a:p>
        </p:txBody>
      </p:sp>
    </p:spTree>
    <p:extLst>
      <p:ext uri="{BB962C8B-B14F-4D97-AF65-F5344CB8AC3E}">
        <p14:creationId xmlns:p14="http://schemas.microsoft.com/office/powerpoint/2010/main" val="3120230341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E9176F-F7DD-708B-BB9C-B1C652E8BC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D3284348-5EA1-3641-1A3F-4467D2CF8C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Operadores de multiplicación con signo</a:t>
            </a:r>
            <a:endParaRPr lang="en-US" dirty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6E01575-0670-3212-DDC0-294B087ACD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_tradnl" dirty="0"/>
              <a:t>Ejemplo: algoritmo de Booth con el operador secuencial</a:t>
            </a:r>
          </a:p>
          <a:p>
            <a:pPr lvl="1"/>
            <a:r>
              <a:rPr lang="es-ES_tradnl" dirty="0"/>
              <a:t>Con signo; n = 4; M = </a:t>
            </a:r>
            <a:r>
              <a:rPr lang="es-ES_tradnl" dirty="0">
                <a:solidFill>
                  <a:srgbClr val="C00000"/>
                </a:solidFill>
              </a:rPr>
              <a:t>0010</a:t>
            </a:r>
            <a:r>
              <a:rPr lang="es-ES_tradnl" baseline="-25000" dirty="0">
                <a:solidFill>
                  <a:srgbClr val="C00000"/>
                </a:solidFill>
              </a:rPr>
              <a:t>2</a:t>
            </a:r>
            <a:r>
              <a:rPr lang="es-ES_tradnl" dirty="0"/>
              <a:t>; Q = </a:t>
            </a:r>
            <a:r>
              <a:rPr lang="es-ES_tradnl" dirty="0">
                <a:solidFill>
                  <a:srgbClr val="0070C0"/>
                </a:solidFill>
              </a:rPr>
              <a:t>1001</a:t>
            </a:r>
            <a:r>
              <a:rPr lang="es-ES_tradnl" baseline="-25000" dirty="0">
                <a:solidFill>
                  <a:srgbClr val="0070C0"/>
                </a:solidFill>
              </a:rPr>
              <a:t>2 </a:t>
            </a:r>
            <a:r>
              <a:rPr lang="es-ES_tradnl" baseline="-25000" dirty="0"/>
              <a:t>	</a:t>
            </a:r>
            <a:r>
              <a:rPr lang="es-ES_tradnl" dirty="0"/>
              <a:t>(2</a:t>
            </a:r>
            <a:r>
              <a:rPr lang="es-ES_tradnl" baseline="-25000" dirty="0"/>
              <a:t>10 </a:t>
            </a:r>
            <a:r>
              <a:rPr lang="es-ES_tradnl" dirty="0">
                <a:sym typeface="Symbol" pitchFamily="18" charset="2"/>
              </a:rPr>
              <a:t> (</a:t>
            </a:r>
            <a:r>
              <a:rPr lang="es-ES_tradnl" dirty="0">
                <a:cs typeface="Arial" charset="0"/>
                <a:sym typeface="Symbol" pitchFamily="18" charset="2"/>
              </a:rPr>
              <a:t>–</a:t>
            </a:r>
            <a:r>
              <a:rPr lang="es-ES_tradnl" dirty="0">
                <a:sym typeface="Symbol" pitchFamily="18" charset="2"/>
              </a:rPr>
              <a:t>7</a:t>
            </a:r>
            <a:r>
              <a:rPr lang="es-ES_tradnl" baseline="-25000" dirty="0">
                <a:sym typeface="Symbol" pitchFamily="18" charset="2"/>
              </a:rPr>
              <a:t>10</a:t>
            </a:r>
            <a:r>
              <a:rPr lang="es-ES_tradnl" dirty="0">
                <a:sym typeface="Symbol" pitchFamily="18" charset="2"/>
              </a:rPr>
              <a:t>) = </a:t>
            </a:r>
            <a:r>
              <a:rPr lang="es-ES_tradnl" dirty="0">
                <a:cs typeface="Arial" charset="0"/>
                <a:sym typeface="Symbol" pitchFamily="18" charset="2"/>
              </a:rPr>
              <a:t>–</a:t>
            </a:r>
            <a:r>
              <a:rPr lang="es-ES_tradnl" dirty="0">
                <a:sym typeface="Symbol" pitchFamily="18" charset="2"/>
              </a:rPr>
              <a:t>14</a:t>
            </a:r>
            <a:r>
              <a:rPr lang="es-ES_tradnl" baseline="-25000" dirty="0">
                <a:sym typeface="Symbol" pitchFamily="18" charset="2"/>
              </a:rPr>
              <a:t>10</a:t>
            </a:r>
            <a:r>
              <a:rPr lang="es-ES_tradnl" dirty="0">
                <a:sym typeface="Symbol" pitchFamily="18" charset="2"/>
              </a:rPr>
              <a:t>)</a:t>
            </a:r>
            <a:endParaRPr lang="es-ES_tradnl" dirty="0"/>
          </a:p>
          <a:p>
            <a:endParaRPr lang="en-US" dirty="0"/>
          </a:p>
        </p:txBody>
      </p:sp>
      <p:sp>
        <p:nvSpPr>
          <p:cNvPr id="2" name="Marcador de número de diapositiva 3">
            <a:extLst>
              <a:ext uri="{FF2B5EF4-FFF2-40B4-BE49-F238E27FC236}">
                <a16:creationId xmlns:a16="http://schemas.microsoft.com/office/drawing/2014/main" id="{B2C34643-2BD7-1490-4963-A60D246F8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86800" y="6529388"/>
            <a:ext cx="457200" cy="328612"/>
          </a:xfrm>
        </p:spPr>
        <p:txBody>
          <a:bodyPr/>
          <a:lstStyle/>
          <a:p>
            <a:fld id="{165D9AA3-C110-4682-A7ED-0B7E64F42347}" type="slidenum">
              <a:rPr lang="es-ES_tradnl" noProof="0" smtClean="0"/>
              <a:pPr/>
              <a:t>68</a:t>
            </a:fld>
            <a:endParaRPr lang="es-ES_tradnl" noProof="0" dirty="0"/>
          </a:p>
        </p:txBody>
      </p:sp>
      <p:graphicFrame>
        <p:nvGraphicFramePr>
          <p:cNvPr id="5" name="Group 70">
            <a:extLst>
              <a:ext uri="{FF2B5EF4-FFF2-40B4-BE49-F238E27FC236}">
                <a16:creationId xmlns:a16="http://schemas.microsoft.com/office/drawing/2014/main" id="{A76B21FD-447A-5D07-72F0-F9200716C848}"/>
              </a:ext>
            </a:extLst>
          </p:cNvPr>
          <p:cNvGraphicFramePr>
            <a:graphicFrameLocks noGrp="1"/>
          </p:cNvGraphicFramePr>
          <p:nvPr/>
        </p:nvGraphicFramePr>
        <p:xfrm>
          <a:off x="766763" y="2184400"/>
          <a:ext cx="7394575" cy="4064000"/>
        </p:xfrm>
        <a:graphic>
          <a:graphicData uri="http://schemas.openxmlformats.org/drawingml/2006/table">
            <a:tbl>
              <a:tblPr/>
              <a:tblGrid>
                <a:gridCol w="892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656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367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Arial" charset="0"/>
                        </a:rPr>
                        <a:t>Ciclo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Arial" charset="0"/>
                        </a:rPr>
                        <a:t>Acción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Arial" charset="0"/>
                        </a:rPr>
                        <a:t>S-HI-LO-X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Valores iniciales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0 0000 </a:t>
                      </a: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100</a:t>
                      </a:r>
                      <a:r>
                        <a:rPr kumimoji="0" lang="es-ES_tradnl" sz="2000" b="0" i="0" u="sng" strike="noStrike" cap="none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1</a:t>
                      </a:r>
                      <a:r>
                        <a:rPr kumimoji="0" lang="es-ES_tradnl" sz="2000" b="0" i="0" u="sng" strike="noStrike" cap="none" normalizeH="0" baseline="0" noProof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 </a:t>
                      </a:r>
                      <a:r>
                        <a:rPr kumimoji="0" lang="es-ES_tradnl" sz="2000" b="0" i="0" u="sng" strike="noStrike" cap="none" normalizeH="0" baseline="0" noProof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Caso 10: HI </a:t>
                      </a: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sym typeface="Symbol" pitchFamily="18" charset="2"/>
                        </a:rPr>
                        <a:t></a:t>
                      </a: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HI </a:t>
                      </a: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–</a:t>
                      </a: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M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1 1110</a:t>
                      </a: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 </a:t>
                      </a: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1001</a:t>
                      </a: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 </a:t>
                      </a: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s-ES_tradnl" sz="20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Desplazar S-HI-LO 1 bit a la derecha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1 1111</a:t>
                      </a: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 </a:t>
                      </a: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Arial" charset="0"/>
                        </a:rPr>
                        <a:t>0</a:t>
                      </a: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10</a:t>
                      </a:r>
                      <a:r>
                        <a:rPr kumimoji="0" lang="es-ES_tradnl" sz="2000" b="0" i="0" u="sng" strike="noStrike" cap="none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0 </a:t>
                      </a:r>
                      <a:r>
                        <a:rPr kumimoji="0" lang="es-ES_tradnl" sz="2000" b="0" i="0" u="sng" strike="noStrike" cap="none" normalizeH="0" baseline="0" noProof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Caso 01: HI </a:t>
                      </a: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sym typeface="Symbol" pitchFamily="18" charset="2"/>
                        </a:rPr>
                        <a:t></a:t>
                      </a: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HI + M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0 0001 </a:t>
                      </a: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Arial" charset="0"/>
                        </a:rPr>
                        <a:t>0</a:t>
                      </a: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100</a:t>
                      </a: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</a:t>
                      </a: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s-ES_tradnl" sz="20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Desplazar S-HI-LO 1 bit a la derecha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0 0000</a:t>
                      </a: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 </a:t>
                      </a: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Arial" charset="0"/>
                        </a:rPr>
                        <a:t>10</a:t>
                      </a: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1</a:t>
                      </a:r>
                      <a:r>
                        <a:rPr kumimoji="0" lang="es-ES_tradnl" sz="2000" b="0" i="0" u="sng" strike="noStrike" cap="none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0</a:t>
                      </a:r>
                      <a:r>
                        <a:rPr kumimoji="0" lang="es-ES_tradnl" sz="2000" b="0" i="0" u="sng" strike="noStrike" cap="none" normalizeH="0" baseline="0" noProof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 </a:t>
                      </a:r>
                      <a:r>
                        <a:rPr kumimoji="0" lang="es-ES_tradnl" sz="2000" b="0" i="0" u="sng" strike="noStrike" cap="none" normalizeH="0" baseline="0" noProof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Caso 00: No hacer nada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0 0000</a:t>
                      </a: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 </a:t>
                      </a: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Arial" charset="0"/>
                        </a:rPr>
                        <a:t>10</a:t>
                      </a: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10</a:t>
                      </a: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 </a:t>
                      </a: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s-ES_tradnl" sz="20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Desplazar S-HI-LO 1 bit a la derecha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0 0000 </a:t>
                      </a: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Arial" charset="0"/>
                        </a:rPr>
                        <a:t>010</a:t>
                      </a:r>
                      <a:r>
                        <a:rPr kumimoji="0" lang="es-ES_tradnl" sz="2000" b="0" i="0" u="sng" strike="noStrike" cap="none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1</a:t>
                      </a:r>
                      <a:r>
                        <a:rPr kumimoji="0" lang="es-ES_tradnl" sz="2000" b="0" i="0" u="sng" strike="noStrike" cap="none" normalizeH="0" baseline="0" noProof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 </a:t>
                      </a:r>
                      <a:r>
                        <a:rPr kumimoji="0" lang="es-ES_tradnl" sz="2000" b="0" i="0" u="sng" strike="noStrike" cap="none" normalizeH="0" baseline="0" noProof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Caso 10: HI </a:t>
                      </a: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sym typeface="Symbol" pitchFamily="18" charset="2"/>
                        </a:rPr>
                        <a:t></a:t>
                      </a: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HI </a:t>
                      </a: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–</a:t>
                      </a: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M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1 1110 </a:t>
                      </a: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Arial" charset="0"/>
                        </a:rPr>
                        <a:t>010</a:t>
                      </a: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1</a:t>
                      </a: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</a:t>
                      </a: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s-ES_tradnl" sz="20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Desplazar S-HI-LO 1 bit a la derecha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</a:rPr>
                        <a:t>1</a:t>
                      </a: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rgbClr val="66FF33"/>
                          </a:solidFill>
                          <a:effectLst/>
                          <a:latin typeface="Arial" charset="0"/>
                        </a:rPr>
                        <a:t> </a:t>
                      </a: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Arial" charset="0"/>
                        </a:rPr>
                        <a:t>1111 0010</a:t>
                      </a: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rgbClr val="66FF33"/>
                          </a:solidFill>
                          <a:effectLst/>
                          <a:latin typeface="Arial" charset="0"/>
                        </a:rPr>
                        <a:t> </a:t>
                      </a: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6" name="Text Box 62">
            <a:extLst>
              <a:ext uri="{FF2B5EF4-FFF2-40B4-BE49-F238E27FC236}">
                <a16:creationId xmlns:a16="http://schemas.microsoft.com/office/drawing/2014/main" id="{B753F59C-C42D-19F1-B5BC-08096AE05B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21688" y="2487613"/>
            <a:ext cx="636587" cy="581025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/>
            <a:r>
              <a:rPr lang="es-ES_tradnl" noProof="0" dirty="0">
                <a:solidFill>
                  <a:schemeClr val="accent1"/>
                </a:solidFill>
              </a:rPr>
              <a:t>Bit</a:t>
            </a:r>
          </a:p>
          <a:p>
            <a:pPr algn="l"/>
            <a:r>
              <a:rPr lang="es-ES_tradnl" noProof="0" dirty="0">
                <a:solidFill>
                  <a:schemeClr val="accent1"/>
                </a:solidFill>
              </a:rPr>
              <a:t>extra</a:t>
            </a:r>
          </a:p>
        </p:txBody>
      </p:sp>
      <p:sp>
        <p:nvSpPr>
          <p:cNvPr id="7" name="Line 63">
            <a:extLst>
              <a:ext uri="{FF2B5EF4-FFF2-40B4-BE49-F238E27FC236}">
                <a16:creationId xmlns:a16="http://schemas.microsoft.com/office/drawing/2014/main" id="{EB63098F-8863-8469-AB06-F20AD6EBAD0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066088" y="2792413"/>
            <a:ext cx="379412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s-ES_tradnl" noProof="0" dirty="0"/>
          </a:p>
        </p:txBody>
      </p:sp>
    </p:spTree>
    <p:extLst>
      <p:ext uri="{BB962C8B-B14F-4D97-AF65-F5344CB8AC3E}">
        <p14:creationId xmlns:p14="http://schemas.microsoft.com/office/powerpoint/2010/main" val="1528535999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6146F8-E00C-F836-0CAC-6EE1B13079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77718112-7175-A147-9AD2-34B56ED455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Operadores de multiplicación con signo</a:t>
            </a:r>
            <a:endParaRPr lang="en-US" dirty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D245AD6-272B-FF92-58FB-D855E31CE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_tradnl" dirty="0"/>
              <a:t>Ejercicio: n=4; M=</a:t>
            </a:r>
            <a:r>
              <a:rPr lang="es-ES_tradnl" dirty="0">
                <a:solidFill>
                  <a:srgbClr val="FF0000"/>
                </a:solidFill>
              </a:rPr>
              <a:t>1101</a:t>
            </a:r>
            <a:r>
              <a:rPr lang="es-ES_tradnl" baseline="-25000" dirty="0"/>
              <a:t>2</a:t>
            </a:r>
            <a:r>
              <a:rPr lang="es-ES_tradnl" dirty="0"/>
              <a:t>; Q=</a:t>
            </a:r>
            <a:r>
              <a:rPr lang="es-ES_tradnl" dirty="0">
                <a:solidFill>
                  <a:srgbClr val="0070C0"/>
                </a:solidFill>
              </a:rPr>
              <a:t>0110</a:t>
            </a:r>
            <a:r>
              <a:rPr lang="es-ES_tradnl" baseline="-25000" dirty="0"/>
              <a:t>2 	</a:t>
            </a:r>
            <a:r>
              <a:rPr lang="es-ES_tradnl" dirty="0"/>
              <a:t>(–3</a:t>
            </a:r>
            <a:r>
              <a:rPr lang="es-ES_tradnl" baseline="-25000" dirty="0"/>
              <a:t>10</a:t>
            </a:r>
            <a:r>
              <a:rPr lang="es-ES_tradnl" dirty="0">
                <a:sym typeface="Symbol" pitchFamily="18" charset="2"/>
              </a:rPr>
              <a:t>6</a:t>
            </a:r>
            <a:r>
              <a:rPr lang="es-ES_tradnl" baseline="-25000" dirty="0">
                <a:sym typeface="Symbol" pitchFamily="18" charset="2"/>
              </a:rPr>
              <a:t>10</a:t>
            </a:r>
            <a:r>
              <a:rPr lang="es-ES_tradnl" dirty="0">
                <a:sym typeface="Symbol" pitchFamily="18" charset="2"/>
              </a:rPr>
              <a:t>=–18</a:t>
            </a:r>
            <a:r>
              <a:rPr lang="es-ES_tradnl" baseline="-25000" dirty="0">
                <a:sym typeface="Symbol" pitchFamily="18" charset="2"/>
              </a:rPr>
              <a:t>10</a:t>
            </a:r>
            <a:r>
              <a:rPr lang="es-ES_tradnl" dirty="0">
                <a:sym typeface="Symbol" pitchFamily="18" charset="2"/>
              </a:rPr>
              <a:t>)</a:t>
            </a:r>
            <a:endParaRPr lang="es-ES_tradnl" dirty="0"/>
          </a:p>
        </p:txBody>
      </p:sp>
      <p:sp>
        <p:nvSpPr>
          <p:cNvPr id="2" name="Marcador de número de diapositiva 3">
            <a:extLst>
              <a:ext uri="{FF2B5EF4-FFF2-40B4-BE49-F238E27FC236}">
                <a16:creationId xmlns:a16="http://schemas.microsoft.com/office/drawing/2014/main" id="{67E2D9E4-9EC8-BEBE-7663-C1F01D91D2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86800" y="6529388"/>
            <a:ext cx="457200" cy="328612"/>
          </a:xfrm>
        </p:spPr>
        <p:txBody>
          <a:bodyPr/>
          <a:lstStyle/>
          <a:p>
            <a:fld id="{165D9AA3-C110-4682-A7ED-0B7E64F42347}" type="slidenum">
              <a:rPr lang="es-ES_tradnl" noProof="0" smtClean="0"/>
              <a:pPr/>
              <a:t>69</a:t>
            </a:fld>
            <a:endParaRPr lang="es-ES_tradnl" noProof="0" dirty="0"/>
          </a:p>
        </p:txBody>
      </p:sp>
      <p:graphicFrame>
        <p:nvGraphicFramePr>
          <p:cNvPr id="5" name="Group 70">
            <a:extLst>
              <a:ext uri="{FF2B5EF4-FFF2-40B4-BE49-F238E27FC236}">
                <a16:creationId xmlns:a16="http://schemas.microsoft.com/office/drawing/2014/main" id="{94ADDD10-77BC-CCD5-2065-DF363BBCAC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1723668"/>
              </p:ext>
            </p:extLst>
          </p:nvPr>
        </p:nvGraphicFramePr>
        <p:xfrm>
          <a:off x="766763" y="2184400"/>
          <a:ext cx="7394575" cy="4064000"/>
        </p:xfrm>
        <a:graphic>
          <a:graphicData uri="http://schemas.openxmlformats.org/drawingml/2006/table">
            <a:tbl>
              <a:tblPr/>
              <a:tblGrid>
                <a:gridCol w="892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656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367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Arial" charset="0"/>
                        </a:rPr>
                        <a:t>Ciclo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Arial" charset="0"/>
                        </a:rPr>
                        <a:t>Acción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Arial" charset="0"/>
                        </a:rPr>
                        <a:t>S-HI-LO-X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Valores iniciales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0 0000 </a:t>
                      </a: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011</a:t>
                      </a:r>
                      <a:r>
                        <a:rPr kumimoji="0" lang="es-ES_tradnl" sz="2000" b="0" i="0" u="sng" strike="noStrike" cap="none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0</a:t>
                      </a:r>
                      <a:r>
                        <a:rPr kumimoji="0" lang="es-ES_tradnl" sz="2000" b="0" i="0" u="sng" strike="noStrike" cap="none" normalizeH="0" baseline="0" noProof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 </a:t>
                      </a:r>
                      <a:r>
                        <a:rPr kumimoji="0" lang="es-ES_tradnl" sz="2000" b="0" i="0" u="sng" strike="noStrike" cap="none" normalizeH="0" baseline="0" noProof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s-ES_tradnl" sz="20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s-ES_tradnl" sz="20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s-ES_tradnl" sz="20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s-ES_tradnl" sz="20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s-ES_tradnl" sz="2000" b="0" i="0" u="sng" strike="noStrike" cap="none" normalizeH="0" baseline="0" noProof="0" dirty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s-ES_tradnl" sz="20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s-ES_tradnl" sz="20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s-ES_tradnl" sz="20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s-ES_tradnl" sz="20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s-ES_tradnl" sz="2000" b="0" i="0" u="sng" strike="noStrike" cap="none" normalizeH="0" baseline="0" noProof="0" dirty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s-ES_tradnl" sz="20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s-ES_tradnl" sz="20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s-ES_tradnl" sz="20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s-ES_tradnl" sz="20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s-ES_tradnl" sz="2000" b="0" i="0" u="sng" strike="noStrike" cap="none" normalizeH="0" baseline="0" noProof="0" dirty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s-ES_tradnl" sz="20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s-ES_tradnl" sz="20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s-ES_tradnl" sz="20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s-ES_tradnl" sz="20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s-ES_tradnl" sz="20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6" name="Text Box 62">
            <a:extLst>
              <a:ext uri="{FF2B5EF4-FFF2-40B4-BE49-F238E27FC236}">
                <a16:creationId xmlns:a16="http://schemas.microsoft.com/office/drawing/2014/main" id="{1CD03BF6-37B6-86DC-1441-14ED4AB1BB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21688" y="2487613"/>
            <a:ext cx="636587" cy="581025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/>
            <a:r>
              <a:rPr lang="es-ES_tradnl" noProof="0" dirty="0">
                <a:solidFill>
                  <a:schemeClr val="accent1"/>
                </a:solidFill>
              </a:rPr>
              <a:t>Bit</a:t>
            </a:r>
          </a:p>
          <a:p>
            <a:pPr algn="l"/>
            <a:r>
              <a:rPr lang="es-ES_tradnl" noProof="0" dirty="0">
                <a:solidFill>
                  <a:schemeClr val="accent1"/>
                </a:solidFill>
              </a:rPr>
              <a:t>extra</a:t>
            </a:r>
          </a:p>
        </p:txBody>
      </p:sp>
      <p:sp>
        <p:nvSpPr>
          <p:cNvPr id="7" name="Line 63">
            <a:extLst>
              <a:ext uri="{FF2B5EF4-FFF2-40B4-BE49-F238E27FC236}">
                <a16:creationId xmlns:a16="http://schemas.microsoft.com/office/drawing/2014/main" id="{A2C89252-BBDE-B006-66CB-B4C2E0C94B9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066088" y="2792413"/>
            <a:ext cx="379412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s-ES_tradnl" noProof="0" dirty="0"/>
          </a:p>
        </p:txBody>
      </p:sp>
    </p:spTree>
    <p:extLst>
      <p:ext uri="{BB962C8B-B14F-4D97-AF65-F5344CB8AC3E}">
        <p14:creationId xmlns:p14="http://schemas.microsoft.com/office/powerpoint/2010/main" val="217364981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6AB23D-9E52-E9C9-6E29-C596EFCB37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D628296E-54ED-2FE7-C6FE-005F68BBCC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Operadores de multiplicación con signo</a:t>
            </a:r>
            <a:endParaRPr lang="en-US" dirty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D1A5498-E53F-E699-E51B-6DED609621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_tradnl" dirty="0">
                <a:solidFill>
                  <a:srgbClr val="FF0000"/>
                </a:solidFill>
              </a:rPr>
              <a:t>Recodificación por parejas de bits</a:t>
            </a:r>
          </a:p>
          <a:p>
            <a:pPr lvl="1"/>
            <a:r>
              <a:rPr lang="es-ES_tradnl" dirty="0"/>
              <a:t>Extensión de Booth que reduce a la mitad el número de dígitos de Q, reduciendo así el número de productos intermedios a sumar</a:t>
            </a:r>
          </a:p>
          <a:p>
            <a:endParaRPr lang="es-ES_tradnl" b="1" dirty="0"/>
          </a:p>
        </p:txBody>
      </p:sp>
      <p:sp>
        <p:nvSpPr>
          <p:cNvPr id="2" name="Marcador de número de diapositiva 3">
            <a:extLst>
              <a:ext uri="{FF2B5EF4-FFF2-40B4-BE49-F238E27FC236}">
                <a16:creationId xmlns:a16="http://schemas.microsoft.com/office/drawing/2014/main" id="{8EF27E1F-3DE1-B365-CDBE-CB581D800B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86800" y="6529388"/>
            <a:ext cx="457200" cy="328612"/>
          </a:xfrm>
        </p:spPr>
        <p:txBody>
          <a:bodyPr/>
          <a:lstStyle/>
          <a:p>
            <a:fld id="{165D9AA3-C110-4682-A7ED-0B7E64F42347}" type="slidenum">
              <a:rPr lang="es-ES_tradnl" noProof="0" smtClean="0"/>
              <a:pPr/>
              <a:t>70</a:t>
            </a:fld>
            <a:endParaRPr lang="es-ES_tradnl" noProof="0" dirty="0"/>
          </a:p>
        </p:txBody>
      </p:sp>
      <p:graphicFrame>
        <p:nvGraphicFramePr>
          <p:cNvPr id="8" name="Group 235">
            <a:extLst>
              <a:ext uri="{FF2B5EF4-FFF2-40B4-BE49-F238E27FC236}">
                <a16:creationId xmlns:a16="http://schemas.microsoft.com/office/drawing/2014/main" id="{4350614C-A51A-A73B-6D5E-BC0D1833B6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4764216"/>
              </p:ext>
            </p:extLst>
          </p:nvPr>
        </p:nvGraphicFramePr>
        <p:xfrm>
          <a:off x="1500166" y="2643182"/>
          <a:ext cx="6069013" cy="3657600"/>
        </p:xfrm>
        <a:graphic>
          <a:graphicData uri="http://schemas.openxmlformats.org/drawingml/2006/table">
            <a:tbl>
              <a:tblPr/>
              <a:tblGrid>
                <a:gridCol w="63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78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7843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50838">
                <a:tc gridSpan="3"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s-ES_tradnl" sz="18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18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Booth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18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Parejas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s-ES_tradnl" sz="18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cap="flat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1800" b="1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q</a:t>
                      </a:r>
                      <a:r>
                        <a:rPr kumimoji="0" lang="es-ES_tradnl" sz="1800" b="1" i="0" u="none" strike="noStrike" cap="none" normalizeH="0" baseline="-2500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i+1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1800" b="1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q</a:t>
                      </a:r>
                      <a:r>
                        <a:rPr kumimoji="0" lang="es-ES_tradnl" sz="1800" b="1" i="0" u="none" strike="noStrike" cap="none" normalizeH="0" baseline="-2500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</a:t>
                      </a:r>
                      <a:endParaRPr kumimoji="0" lang="es-ES_tradnl" sz="1800" b="1" i="0" u="none" strike="noStrike" cap="none" normalizeH="0" baseline="-2500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1800" b="1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q</a:t>
                      </a:r>
                      <a:r>
                        <a:rPr kumimoji="0" lang="es-ES_tradnl" sz="1800" b="1" i="0" u="none" strike="noStrike" cap="none" normalizeH="0" baseline="-2500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i-1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1800" b="1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q’</a:t>
                      </a:r>
                      <a:r>
                        <a:rPr kumimoji="0" lang="es-ES_tradnl" sz="1800" b="1" i="0" u="none" strike="noStrike" cap="none" normalizeH="0" baseline="-2500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i+1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1800" b="1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q’</a:t>
                      </a:r>
                      <a:r>
                        <a:rPr kumimoji="0" lang="es-ES_tradnl" sz="1800" b="1" i="0" u="none" strike="noStrike" cap="none" normalizeH="0" baseline="-2500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</a:t>
                      </a:r>
                      <a:endParaRPr kumimoji="0" lang="es-ES_tradnl" sz="1800" b="1" i="0" u="none" strike="noStrike" cap="none" normalizeH="0" baseline="-2500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1800" b="1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q’’</a:t>
                      </a:r>
                      <a:r>
                        <a:rPr kumimoji="0" lang="es-ES_tradnl" sz="1800" b="1" i="0" u="none" strike="noStrike" cap="none" normalizeH="0" baseline="-2500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</a:t>
                      </a:r>
                      <a:endParaRPr kumimoji="0" lang="es-ES_tradnl" sz="1800" b="1" i="0" u="none" strike="noStrike" cap="none" normalizeH="0" baseline="-2500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18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Acción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08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1800" b="1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1800" b="1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1800" b="1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1800" b="1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Courier New" pitchFamily="49" charset="0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3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1800" b="1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Courier New" pitchFamily="49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3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1800" b="1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ourier New" pitchFamily="49" charset="0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CC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1800" b="1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ourier New" pitchFamily="49" charset="0"/>
                        </a:rPr>
                        <a:t>Nada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08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1800" b="1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1800" b="1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1800" b="1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1800" b="1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Courier New" pitchFamily="49" charset="0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3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1800" b="1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Courier New" pitchFamily="49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3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1800" b="1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ourier New" pitchFamily="49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CC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1800" b="1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ourier New" pitchFamily="49" charset="0"/>
                        </a:rPr>
                        <a:t>Sumar M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08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1800" b="1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1800" b="1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1800" b="1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1800" b="1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Courier New" pitchFamily="49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3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1800" b="1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Courier New" pitchFamily="49" charset="0"/>
                        </a:rPr>
                        <a:t>-1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3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1800" b="1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ourier New" pitchFamily="49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CC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1800" b="1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ourier New" pitchFamily="49" charset="0"/>
                        </a:rPr>
                        <a:t>Sumar M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1800" b="1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1800" b="1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1800" b="1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1800" b="1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Courier New" pitchFamily="49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3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1800" b="1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Courier New" pitchFamily="49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3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1800" b="1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ourier New" pitchFamily="49" charset="0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CC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1800" b="1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ourier New" pitchFamily="49" charset="0"/>
                        </a:rPr>
                        <a:t>Sumar 2</a:t>
                      </a:r>
                      <a:r>
                        <a:rPr kumimoji="0" lang="es-ES_tradnl" sz="1800" b="1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ourier New" pitchFamily="49" charset="0"/>
                          <a:sym typeface="Symbol" pitchFamily="18" charset="2"/>
                        </a:rPr>
                        <a:t></a:t>
                      </a:r>
                      <a:r>
                        <a:rPr kumimoji="0" lang="es-ES_tradnl" sz="1800" b="1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ourier New" pitchFamily="49" charset="0"/>
                        </a:rPr>
                        <a:t>M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08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1800" b="1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1800" b="1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1800" b="1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1800" b="1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Courier New" pitchFamily="49" charset="0"/>
                        </a:rPr>
                        <a:t>-1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3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1800" b="1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Courier New" pitchFamily="49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3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1800" b="1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ourier New" pitchFamily="49" charset="0"/>
                        </a:rPr>
                        <a:t>-2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CC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1800" b="1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ourier New" pitchFamily="49" charset="0"/>
                        </a:rPr>
                        <a:t>Restar 2</a:t>
                      </a:r>
                      <a:r>
                        <a:rPr kumimoji="0" lang="es-ES_tradnl" sz="1800" b="1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ourier New" pitchFamily="49" charset="0"/>
                          <a:sym typeface="Symbol" pitchFamily="18" charset="2"/>
                        </a:rPr>
                        <a:t></a:t>
                      </a:r>
                      <a:r>
                        <a:rPr kumimoji="0" lang="es-ES_tradnl" sz="1800" b="1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ourier New" pitchFamily="49" charset="0"/>
                        </a:rPr>
                        <a:t>M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08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1800" b="1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1800" b="1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1800" b="1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1800" b="1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Courier New" pitchFamily="49" charset="0"/>
                        </a:rPr>
                        <a:t>-1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3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1800" b="1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Courier New" pitchFamily="49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3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1800" b="1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ourier New" pitchFamily="49" charset="0"/>
                        </a:rPr>
                        <a:t>-1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CC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1800" b="1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ourier New" pitchFamily="49" charset="0"/>
                        </a:rPr>
                        <a:t>Restar M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1800" b="1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1800" b="1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1800" b="1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1800" b="1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Courier New" pitchFamily="49" charset="0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3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1800" b="1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Courier New" pitchFamily="49" charset="0"/>
                        </a:rPr>
                        <a:t>-1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3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1800" b="1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ourier New" pitchFamily="49" charset="0"/>
                        </a:rPr>
                        <a:t>-1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CC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1800" b="1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ourier New" pitchFamily="49" charset="0"/>
                        </a:rPr>
                        <a:t>Restar M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508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1800" b="1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1800" b="1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1800" b="1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1800" b="1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Courier New" pitchFamily="49" charset="0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3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1800" b="1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Courier New" pitchFamily="49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3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1800" b="1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ourier New" pitchFamily="49" charset="0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CC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1800" b="1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ourier New" pitchFamily="49" charset="0"/>
                        </a:rPr>
                        <a:t>Nada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9" name="Text Box 224">
            <a:extLst>
              <a:ext uri="{FF2B5EF4-FFF2-40B4-BE49-F238E27FC236}">
                <a16:creationId xmlns:a16="http://schemas.microsoft.com/office/drawing/2014/main" id="{8034BD5F-0BC0-000C-DE25-F3839166C8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8662" y="6457890"/>
            <a:ext cx="7096815" cy="369332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_tradnl" sz="1800" noProof="0" dirty="0">
                <a:solidFill>
                  <a:schemeClr val="tx1"/>
                </a:solidFill>
              </a:rPr>
              <a:t>En cada iteración </a:t>
            </a:r>
            <a:r>
              <a:rPr lang="es-ES_tradnl" sz="1800" noProof="0" dirty="0">
                <a:solidFill>
                  <a:srgbClr val="FF0000"/>
                </a:solidFill>
              </a:rPr>
              <a:t>se desplaza S-HI-LO dos posiciones </a:t>
            </a:r>
            <a:r>
              <a:rPr lang="es-ES_tradnl" sz="1800" noProof="0" dirty="0">
                <a:solidFill>
                  <a:schemeClr val="tx1"/>
                </a:solidFill>
              </a:rPr>
              <a:t>a la derecha</a:t>
            </a:r>
          </a:p>
        </p:txBody>
      </p:sp>
    </p:spTree>
    <p:extLst>
      <p:ext uri="{BB962C8B-B14F-4D97-AF65-F5344CB8AC3E}">
        <p14:creationId xmlns:p14="http://schemas.microsoft.com/office/powerpoint/2010/main" val="3134506302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9359AE-B223-F276-16BE-D1892B6EFC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67E8D7AB-D6A1-E28D-7F3F-B4CC2858F0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Operadores de multiplicación con signo</a:t>
            </a:r>
            <a:endParaRPr lang="en-US" dirty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B063C76-6079-2BE7-38EF-AEF9CA378F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_tradnl" dirty="0"/>
              <a:t>Ejemplo de multiplicación con recodificación por parejas</a:t>
            </a:r>
          </a:p>
          <a:p>
            <a:pPr lvl="1"/>
            <a:r>
              <a:rPr lang="es-ES_tradnl" dirty="0"/>
              <a:t>n = 5;  M = 01101</a:t>
            </a:r>
            <a:r>
              <a:rPr lang="es-ES_tradnl" b="1" baseline="-25000" dirty="0"/>
              <a:t>2</a:t>
            </a:r>
            <a:r>
              <a:rPr lang="es-ES_tradnl" dirty="0"/>
              <a:t> (13</a:t>
            </a:r>
            <a:r>
              <a:rPr lang="es-ES_tradnl" b="1" baseline="-25000" dirty="0"/>
              <a:t>10</a:t>
            </a:r>
            <a:r>
              <a:rPr lang="es-ES_tradnl" dirty="0"/>
              <a:t>);  Q = 11010</a:t>
            </a:r>
            <a:r>
              <a:rPr lang="es-ES_tradnl" b="1" baseline="-25000" dirty="0"/>
              <a:t>2</a:t>
            </a:r>
            <a:r>
              <a:rPr lang="es-ES_tradnl" dirty="0"/>
              <a:t> (–6</a:t>
            </a:r>
            <a:r>
              <a:rPr lang="es-ES_tradnl" b="1" baseline="-25000" dirty="0"/>
              <a:t>10</a:t>
            </a:r>
            <a:r>
              <a:rPr lang="es-ES_tradnl" dirty="0"/>
              <a:t>)</a:t>
            </a:r>
          </a:p>
          <a:p>
            <a:endParaRPr lang="es-ES_tradnl" dirty="0"/>
          </a:p>
        </p:txBody>
      </p:sp>
      <p:sp>
        <p:nvSpPr>
          <p:cNvPr id="2" name="Marcador de número de diapositiva 3">
            <a:extLst>
              <a:ext uri="{FF2B5EF4-FFF2-40B4-BE49-F238E27FC236}">
                <a16:creationId xmlns:a16="http://schemas.microsoft.com/office/drawing/2014/main" id="{DC91703A-D096-E76D-8974-07A4C97D90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86800" y="6529388"/>
            <a:ext cx="457200" cy="328612"/>
          </a:xfrm>
        </p:spPr>
        <p:txBody>
          <a:bodyPr/>
          <a:lstStyle/>
          <a:p>
            <a:fld id="{165D9AA3-C110-4682-A7ED-0B7E64F42347}" type="slidenum">
              <a:rPr lang="es-ES_tradnl" noProof="0" smtClean="0"/>
              <a:pPr/>
              <a:t>71</a:t>
            </a:fld>
            <a:endParaRPr lang="es-ES_tradnl" noProof="0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2A5FF55D-7F64-E83D-B75C-22B3A7D27114}"/>
              </a:ext>
            </a:extLst>
          </p:cNvPr>
          <p:cNvSpPr txBox="1"/>
          <p:nvPr/>
        </p:nvSpPr>
        <p:spPr>
          <a:xfrm>
            <a:off x="2280557" y="2723868"/>
            <a:ext cx="4575628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_tradnl" sz="2400" noProof="0" dirty="0"/>
              <a:t>Ejemplo de multiplicación con recodificación por parejas</a:t>
            </a:r>
          </a:p>
          <a:p>
            <a:pPr lvl="1"/>
            <a:r>
              <a:rPr lang="es-ES_tradnl" sz="2000" noProof="0" dirty="0"/>
              <a:t>n = 5;  M = 01101</a:t>
            </a:r>
            <a:r>
              <a:rPr lang="es-ES_tradnl" sz="2000" b="1" baseline="-25000" noProof="0" dirty="0"/>
              <a:t>2</a:t>
            </a:r>
            <a:r>
              <a:rPr lang="es-ES_tradnl" sz="2000" noProof="0" dirty="0"/>
              <a:t> (13</a:t>
            </a:r>
            <a:r>
              <a:rPr lang="es-ES_tradnl" sz="2000" b="1" baseline="-25000" noProof="0" dirty="0"/>
              <a:t>10</a:t>
            </a:r>
            <a:r>
              <a:rPr lang="es-ES_tradnl" sz="2000" noProof="0" dirty="0"/>
              <a:t>);  Q = 11010</a:t>
            </a:r>
            <a:r>
              <a:rPr lang="es-ES_tradnl" sz="2000" b="1" baseline="-25000" noProof="0" dirty="0"/>
              <a:t>2</a:t>
            </a:r>
            <a:r>
              <a:rPr lang="es-ES_tradnl" sz="2000" noProof="0" dirty="0"/>
              <a:t> (–6</a:t>
            </a:r>
            <a:r>
              <a:rPr lang="es-ES_tradnl" sz="2000" b="1" baseline="-25000" noProof="0" dirty="0"/>
              <a:t>10</a:t>
            </a:r>
            <a:r>
              <a:rPr lang="es-ES_tradnl" sz="2000" noProof="0" dirty="0"/>
              <a:t>)</a:t>
            </a:r>
          </a:p>
        </p:txBody>
      </p:sp>
      <p:grpSp>
        <p:nvGrpSpPr>
          <p:cNvPr id="7" name="Agrupar 84">
            <a:extLst>
              <a:ext uri="{FF2B5EF4-FFF2-40B4-BE49-F238E27FC236}">
                <a16:creationId xmlns:a16="http://schemas.microsoft.com/office/drawing/2014/main" id="{689FC5AD-1E78-5AFD-4F85-26C86834DD35}"/>
              </a:ext>
            </a:extLst>
          </p:cNvPr>
          <p:cNvGrpSpPr/>
          <p:nvPr/>
        </p:nvGrpSpPr>
        <p:grpSpPr>
          <a:xfrm>
            <a:off x="687979" y="2386029"/>
            <a:ext cx="8204501" cy="3851283"/>
            <a:chOff x="87011" y="2124075"/>
            <a:chExt cx="8204501" cy="3851283"/>
          </a:xfrm>
        </p:grpSpPr>
        <p:sp>
          <p:nvSpPr>
            <p:cNvPr id="8" name="Text Box 4">
              <a:extLst>
                <a:ext uri="{FF2B5EF4-FFF2-40B4-BE49-F238E27FC236}">
                  <a16:creationId xmlns:a16="http://schemas.microsoft.com/office/drawing/2014/main" id="{2A440679-F063-F46A-B092-2B1DC3AD971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11338" y="2251075"/>
              <a:ext cx="2529860" cy="338554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s-ES_tradnl" sz="1600" b="1" u="sng" noProof="0" dirty="0">
                  <a:solidFill>
                    <a:schemeClr val="tx1"/>
                  </a:solidFill>
                  <a:latin typeface="Courier New" pitchFamily="49" charset="0"/>
                </a:rPr>
                <a:t>1</a:t>
              </a:r>
              <a:r>
                <a:rPr lang="es-ES_tradnl" sz="1600" b="1" noProof="0" dirty="0">
                  <a:solidFill>
                    <a:schemeClr val="tx1"/>
                  </a:solidFill>
                  <a:latin typeface="Courier New" pitchFamily="49" charset="0"/>
                </a:rPr>
                <a:t>  1  1  0  1  0  </a:t>
              </a:r>
              <a:r>
                <a:rPr lang="es-ES_tradnl" sz="1600" b="1" u="sng" noProof="0" dirty="0">
                  <a:solidFill>
                    <a:schemeClr val="tx1"/>
                  </a:solidFill>
                  <a:latin typeface="Courier New" pitchFamily="49" charset="0"/>
                </a:rPr>
                <a:t>0</a:t>
              </a:r>
            </a:p>
          </p:txBody>
        </p:sp>
        <p:sp>
          <p:nvSpPr>
            <p:cNvPr id="9" name="Text Box 5">
              <a:extLst>
                <a:ext uri="{FF2B5EF4-FFF2-40B4-BE49-F238E27FC236}">
                  <a16:creationId xmlns:a16="http://schemas.microsoft.com/office/drawing/2014/main" id="{E3B90567-89A4-0CA7-DBE1-EA905A029D6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7011" y="2132013"/>
              <a:ext cx="1311578" cy="707886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r"/>
              <a:r>
                <a:rPr lang="es-ES_tradnl" noProof="0" dirty="0">
                  <a:solidFill>
                    <a:schemeClr val="tx1"/>
                  </a:solidFill>
                </a:rPr>
                <a:t>Extensión</a:t>
              </a:r>
            </a:p>
            <a:p>
              <a:pPr algn="r"/>
              <a:r>
                <a:rPr lang="es-ES_tradnl" noProof="0" dirty="0">
                  <a:solidFill>
                    <a:schemeClr val="tx1"/>
                  </a:solidFill>
                </a:rPr>
                <a:t>del signo</a:t>
              </a:r>
            </a:p>
          </p:txBody>
        </p:sp>
        <p:sp>
          <p:nvSpPr>
            <p:cNvPr id="10" name="Freeform 6">
              <a:extLst>
                <a:ext uri="{FF2B5EF4-FFF2-40B4-BE49-F238E27FC236}">
                  <a16:creationId xmlns:a16="http://schemas.microsoft.com/office/drawing/2014/main" id="{50C10555-CF72-090D-FD7E-E22CA5A2826D}"/>
                </a:ext>
              </a:extLst>
            </p:cNvPr>
            <p:cNvSpPr>
              <a:spLocks/>
            </p:cNvSpPr>
            <p:nvPr/>
          </p:nvSpPr>
          <p:spPr bwMode="auto">
            <a:xfrm>
              <a:off x="1339850" y="2424113"/>
              <a:ext cx="423863" cy="1587"/>
            </a:xfrm>
            <a:custGeom>
              <a:avLst/>
              <a:gdLst>
                <a:gd name="T0" fmla="*/ 0 w 267"/>
                <a:gd name="T1" fmla="*/ 0 h 1"/>
                <a:gd name="T2" fmla="*/ 672883197 w 267"/>
                <a:gd name="T3" fmla="*/ 0 h 1"/>
                <a:gd name="T4" fmla="*/ 0 60000 65536"/>
                <a:gd name="T5" fmla="*/ 0 60000 65536"/>
                <a:gd name="T6" fmla="*/ 0 w 267"/>
                <a:gd name="T7" fmla="*/ 0 h 1"/>
                <a:gd name="T8" fmla="*/ 267 w 267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67" h="1">
                  <a:moveTo>
                    <a:pt x="0" y="0"/>
                  </a:moveTo>
                  <a:lnTo>
                    <a:pt x="267" y="0"/>
                  </a:lnTo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s-ES_tradnl" noProof="0" dirty="0">
                <a:solidFill>
                  <a:schemeClr val="tx1"/>
                </a:solidFill>
              </a:endParaRPr>
            </a:p>
          </p:txBody>
        </p:sp>
        <p:sp>
          <p:nvSpPr>
            <p:cNvPr id="11" name="Text Box 7">
              <a:extLst>
                <a:ext uri="{FF2B5EF4-FFF2-40B4-BE49-F238E27FC236}">
                  <a16:creationId xmlns:a16="http://schemas.microsoft.com/office/drawing/2014/main" id="{CA7293BA-48B5-989D-0B36-F031816D82D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06925" y="2124075"/>
              <a:ext cx="1125629" cy="707886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/>
              <a:r>
                <a:rPr lang="es-ES_tradnl" noProof="0" dirty="0">
                  <a:solidFill>
                    <a:schemeClr val="tx1"/>
                  </a:solidFill>
                </a:rPr>
                <a:t>Bit</a:t>
              </a:r>
            </a:p>
            <a:p>
              <a:pPr algn="l"/>
              <a:r>
                <a:rPr lang="es-ES_tradnl" noProof="0" dirty="0">
                  <a:solidFill>
                    <a:schemeClr val="tx1"/>
                  </a:solidFill>
                </a:rPr>
                <a:t>implícito</a:t>
              </a:r>
            </a:p>
          </p:txBody>
        </p:sp>
        <p:sp>
          <p:nvSpPr>
            <p:cNvPr id="12" name="Line 8">
              <a:extLst>
                <a:ext uri="{FF2B5EF4-FFF2-40B4-BE49-F238E27FC236}">
                  <a16:creationId xmlns:a16="http://schemas.microsoft.com/office/drawing/2014/main" id="{6C2A76E9-7E60-F6D8-D8DB-7C2E7506811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341813" y="2419350"/>
              <a:ext cx="31908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s-ES_tradnl" noProof="0" dirty="0">
                <a:solidFill>
                  <a:schemeClr val="tx1"/>
                </a:solidFill>
              </a:endParaRPr>
            </a:p>
          </p:txBody>
        </p:sp>
        <p:grpSp>
          <p:nvGrpSpPr>
            <p:cNvPr id="13" name="Group 37">
              <a:extLst>
                <a:ext uri="{FF2B5EF4-FFF2-40B4-BE49-F238E27FC236}">
                  <a16:creationId xmlns:a16="http://schemas.microsoft.com/office/drawing/2014/main" id="{1A6A46F8-7308-8F6F-DBB2-C3BE95D7341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11338" y="2662237"/>
              <a:ext cx="2159000" cy="869949"/>
              <a:chOff x="1141" y="1677"/>
              <a:chExt cx="1360" cy="548"/>
            </a:xfrm>
          </p:grpSpPr>
          <p:sp>
            <p:nvSpPr>
              <p:cNvPr id="43" name="AutoShape 10">
                <a:extLst>
                  <a:ext uri="{FF2B5EF4-FFF2-40B4-BE49-F238E27FC236}">
                    <a16:creationId xmlns:a16="http://schemas.microsoft.com/office/drawing/2014/main" id="{A2687BD0-858D-1F5A-926A-E80AD0F100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38" y="1677"/>
                <a:ext cx="760" cy="265"/>
              </a:xfrm>
              <a:prstGeom prst="downArrow">
                <a:avLst>
                  <a:gd name="adj1" fmla="val 50000"/>
                  <a:gd name="adj2" fmla="val 25000"/>
                </a:avLst>
              </a:prstGeom>
              <a:solidFill>
                <a:srgbClr val="FF9966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r>
                  <a:rPr lang="es-ES_tradnl" sz="1600" noProof="0" dirty="0">
                    <a:solidFill>
                      <a:schemeClr val="tx1"/>
                    </a:solidFill>
                  </a:rPr>
                  <a:t>Booth</a:t>
                </a:r>
              </a:p>
            </p:txBody>
          </p:sp>
          <p:sp>
            <p:nvSpPr>
              <p:cNvPr id="44" name="Text Box 12">
                <a:extLst>
                  <a:ext uri="{FF2B5EF4-FFF2-40B4-BE49-F238E27FC236}">
                    <a16:creationId xmlns:a16="http://schemas.microsoft.com/office/drawing/2014/main" id="{F9883C66-40C2-759D-8546-6062621908A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41" y="2012"/>
                <a:ext cx="1360" cy="213"/>
              </a:xfrm>
              <a:prstGeom prst="rect">
                <a:avLst/>
              </a:prstGeom>
              <a:noFill/>
              <a:ln w="2857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l"/>
                <a:r>
                  <a:rPr lang="es-ES_tradnl" sz="1600" b="1" noProof="0" dirty="0">
                    <a:solidFill>
                      <a:schemeClr val="tx1"/>
                    </a:solidFill>
                    <a:latin typeface="Courier New" pitchFamily="49" charset="0"/>
                  </a:rPr>
                  <a:t>0  0 -1  1 -1  0</a:t>
                </a:r>
                <a:endParaRPr lang="es-ES_tradnl" sz="1600" b="1" u="sng" noProof="0" dirty="0">
                  <a:solidFill>
                    <a:schemeClr val="tx1"/>
                  </a:solidFill>
                  <a:latin typeface="Courier New" pitchFamily="49" charset="0"/>
                </a:endParaRPr>
              </a:p>
            </p:txBody>
          </p:sp>
        </p:grpSp>
        <p:grpSp>
          <p:nvGrpSpPr>
            <p:cNvPr id="14" name="Group 39">
              <a:extLst>
                <a:ext uri="{FF2B5EF4-FFF2-40B4-BE49-F238E27FC236}">
                  <a16:creationId xmlns:a16="http://schemas.microsoft.com/office/drawing/2014/main" id="{5E03C642-17A0-C0CA-F5F5-81D8A919A63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191125" y="3990972"/>
              <a:ext cx="2373313" cy="584200"/>
              <a:chOff x="3270" y="2514"/>
              <a:chExt cx="1495" cy="368"/>
            </a:xfrm>
          </p:grpSpPr>
          <p:sp>
            <p:nvSpPr>
              <p:cNvPr id="41" name="Text Box 24">
                <a:extLst>
                  <a:ext uri="{FF2B5EF4-FFF2-40B4-BE49-F238E27FC236}">
                    <a16:creationId xmlns:a16="http://schemas.microsoft.com/office/drawing/2014/main" id="{C185F360-90B8-235A-FA74-449B10A4C88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402" y="2514"/>
                <a:ext cx="1353" cy="368"/>
              </a:xfrm>
              <a:prstGeom prst="rect">
                <a:avLst/>
              </a:prstGeom>
              <a:noFill/>
              <a:ln w="2857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r"/>
                <a:r>
                  <a:rPr lang="es-ES_tradnl" sz="1600" b="1" noProof="0" dirty="0">
                    <a:solidFill>
                      <a:schemeClr val="tx1"/>
                    </a:solidFill>
                    <a:latin typeface="Courier New" pitchFamily="49" charset="0"/>
                  </a:rPr>
                  <a:t>0  1  1  0  1</a:t>
                </a:r>
              </a:p>
              <a:p>
                <a:pPr algn="r"/>
                <a:r>
                  <a:rPr lang="es-ES_tradnl" sz="1600" b="1" noProof="0" dirty="0">
                    <a:solidFill>
                      <a:schemeClr val="tx1"/>
                    </a:solidFill>
                    <a:latin typeface="Courier New" pitchFamily="49" charset="0"/>
                    <a:sym typeface="Symbol" pitchFamily="18" charset="2"/>
                  </a:rPr>
                  <a:t>  0    -1    -2</a:t>
                </a:r>
                <a:endParaRPr lang="es-ES_tradnl" sz="1600" b="1" noProof="0" dirty="0">
                  <a:solidFill>
                    <a:schemeClr val="tx1"/>
                  </a:solidFill>
                  <a:latin typeface="Courier New" pitchFamily="49" charset="0"/>
                </a:endParaRPr>
              </a:p>
            </p:txBody>
          </p:sp>
          <p:sp>
            <p:nvSpPr>
              <p:cNvPr id="42" name="Line 25">
                <a:extLst>
                  <a:ext uri="{FF2B5EF4-FFF2-40B4-BE49-F238E27FC236}">
                    <a16:creationId xmlns:a16="http://schemas.microsoft.com/office/drawing/2014/main" id="{05683FE9-80A7-49AE-4C53-9F3EAAA7971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70" y="2881"/>
                <a:ext cx="1495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s-ES_tradnl" sz="1600" noProof="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5" name="Group 40">
              <a:extLst>
                <a:ext uri="{FF2B5EF4-FFF2-40B4-BE49-F238E27FC236}">
                  <a16:creationId xmlns:a16="http://schemas.microsoft.com/office/drawing/2014/main" id="{6B4C2BD0-7BB4-08D1-210A-A15EA0C649E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82838" y="4606932"/>
              <a:ext cx="5159375" cy="341313"/>
              <a:chOff x="1501" y="2902"/>
              <a:chExt cx="3250" cy="215"/>
            </a:xfrm>
          </p:grpSpPr>
          <p:sp>
            <p:nvSpPr>
              <p:cNvPr id="39" name="Text Box 26">
                <a:extLst>
                  <a:ext uri="{FF2B5EF4-FFF2-40B4-BE49-F238E27FC236}">
                    <a16:creationId xmlns:a16="http://schemas.microsoft.com/office/drawing/2014/main" id="{DD00299A-E978-6A05-98C5-828092A8E2E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58" y="2904"/>
                <a:ext cx="2293" cy="213"/>
              </a:xfrm>
              <a:prstGeom prst="rect">
                <a:avLst/>
              </a:prstGeom>
              <a:noFill/>
              <a:ln w="2857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r"/>
                <a:r>
                  <a:rPr lang="es-ES_tradnl" sz="1600" b="1" noProof="0" dirty="0">
                    <a:solidFill>
                      <a:schemeClr val="tx1"/>
                    </a:solidFill>
                    <a:latin typeface="Courier New" pitchFamily="49" charset="0"/>
                  </a:rPr>
                  <a:t>1  1  1  1  1  0  0  1  1  0</a:t>
                </a:r>
              </a:p>
            </p:txBody>
          </p:sp>
          <p:sp>
            <p:nvSpPr>
              <p:cNvPr id="40" name="Text Box 31">
                <a:extLst>
                  <a:ext uri="{FF2B5EF4-FFF2-40B4-BE49-F238E27FC236}">
                    <a16:creationId xmlns:a16="http://schemas.microsoft.com/office/drawing/2014/main" id="{EB325253-3353-5325-5ED8-93FE5D23182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501" y="2902"/>
                <a:ext cx="784" cy="213"/>
              </a:xfrm>
              <a:prstGeom prst="rect">
                <a:avLst/>
              </a:prstGeom>
              <a:noFill/>
              <a:ln w="2857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s-ES_tradnl" sz="1600" noProof="0" dirty="0">
                    <a:solidFill>
                      <a:schemeClr val="tx1"/>
                    </a:solidFill>
                  </a:rPr>
                  <a:t>Restar 2</a:t>
                </a:r>
                <a:r>
                  <a:rPr lang="es-ES_tradnl" sz="1600" noProof="0" dirty="0">
                    <a:solidFill>
                      <a:schemeClr val="tx1"/>
                    </a:solidFill>
                    <a:sym typeface="Symbol" pitchFamily="18" charset="2"/>
                  </a:rPr>
                  <a:t></a:t>
                </a:r>
                <a:r>
                  <a:rPr lang="es-ES_tradnl" sz="1600" noProof="0" dirty="0">
                    <a:solidFill>
                      <a:schemeClr val="tx1"/>
                    </a:solidFill>
                  </a:rPr>
                  <a:t>M</a:t>
                </a:r>
              </a:p>
            </p:txBody>
          </p:sp>
        </p:grpSp>
        <p:grpSp>
          <p:nvGrpSpPr>
            <p:cNvPr id="16" name="Group 41">
              <a:extLst>
                <a:ext uri="{FF2B5EF4-FFF2-40B4-BE49-F238E27FC236}">
                  <a16:creationId xmlns:a16="http://schemas.microsoft.com/office/drawing/2014/main" id="{CA32197D-2C0D-CF43-A5B7-BD36BABE382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590800" y="4924432"/>
              <a:ext cx="4214813" cy="339726"/>
              <a:chOff x="1632" y="3102"/>
              <a:chExt cx="2655" cy="214"/>
            </a:xfrm>
          </p:grpSpPr>
          <p:sp>
            <p:nvSpPr>
              <p:cNvPr id="37" name="Text Box 27">
                <a:extLst>
                  <a:ext uri="{FF2B5EF4-FFF2-40B4-BE49-F238E27FC236}">
                    <a16:creationId xmlns:a16="http://schemas.microsoft.com/office/drawing/2014/main" id="{8BEDD832-0469-8C56-CDB2-FB06BED7DC1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60" y="3102"/>
                <a:ext cx="1827" cy="213"/>
              </a:xfrm>
              <a:prstGeom prst="rect">
                <a:avLst/>
              </a:prstGeom>
              <a:noFill/>
              <a:ln w="2857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r"/>
                <a:r>
                  <a:rPr lang="es-ES_tradnl" sz="1600" b="1" noProof="0" dirty="0">
                    <a:solidFill>
                      <a:schemeClr val="tx1"/>
                    </a:solidFill>
                    <a:latin typeface="Courier New" pitchFamily="49" charset="0"/>
                  </a:rPr>
                  <a:t>1  1  1  1  0  0  1  1</a:t>
                </a:r>
              </a:p>
            </p:txBody>
          </p:sp>
          <p:sp>
            <p:nvSpPr>
              <p:cNvPr id="38" name="Text Box 32">
                <a:extLst>
                  <a:ext uri="{FF2B5EF4-FFF2-40B4-BE49-F238E27FC236}">
                    <a16:creationId xmlns:a16="http://schemas.microsoft.com/office/drawing/2014/main" id="{D31C1A5B-A991-92A1-EA83-78F6B3E1ADC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32" y="3103"/>
                <a:ext cx="641" cy="213"/>
              </a:xfrm>
              <a:prstGeom prst="rect">
                <a:avLst/>
              </a:prstGeom>
              <a:noFill/>
              <a:ln w="2857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s-ES_tradnl" sz="1600" noProof="0" dirty="0">
                    <a:solidFill>
                      <a:schemeClr val="tx1"/>
                    </a:solidFill>
                  </a:rPr>
                  <a:t>Restar M</a:t>
                </a:r>
              </a:p>
            </p:txBody>
          </p:sp>
        </p:grpSp>
        <p:grpSp>
          <p:nvGrpSpPr>
            <p:cNvPr id="17" name="Group 42">
              <a:extLst>
                <a:ext uri="{FF2B5EF4-FFF2-40B4-BE49-F238E27FC236}">
                  <a16:creationId xmlns:a16="http://schemas.microsoft.com/office/drawing/2014/main" id="{8D164E17-412B-9F20-A1BD-96586625B80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32113" y="5259381"/>
              <a:ext cx="3144837" cy="339724"/>
              <a:chOff x="1847" y="3313"/>
              <a:chExt cx="1981" cy="214"/>
            </a:xfrm>
          </p:grpSpPr>
          <p:sp>
            <p:nvSpPr>
              <p:cNvPr id="35" name="Text Box 28">
                <a:extLst>
                  <a:ext uri="{FF2B5EF4-FFF2-40B4-BE49-F238E27FC236}">
                    <a16:creationId xmlns:a16="http://schemas.microsoft.com/office/drawing/2014/main" id="{C7D742E8-717B-760E-CABF-FA05EF231EC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68" y="3313"/>
                <a:ext cx="1360" cy="213"/>
              </a:xfrm>
              <a:prstGeom prst="rect">
                <a:avLst/>
              </a:prstGeom>
              <a:noFill/>
              <a:ln w="2857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r"/>
                <a:r>
                  <a:rPr lang="es-ES_tradnl" sz="1600" b="1" noProof="0" dirty="0">
                    <a:solidFill>
                      <a:schemeClr val="tx1"/>
                    </a:solidFill>
                    <a:latin typeface="Courier New" pitchFamily="49" charset="0"/>
                  </a:rPr>
                  <a:t>0  0  0  0  0  0</a:t>
                </a:r>
              </a:p>
            </p:txBody>
          </p:sp>
          <p:sp>
            <p:nvSpPr>
              <p:cNvPr id="36" name="Text Box 33">
                <a:extLst>
                  <a:ext uri="{FF2B5EF4-FFF2-40B4-BE49-F238E27FC236}">
                    <a16:creationId xmlns:a16="http://schemas.microsoft.com/office/drawing/2014/main" id="{EF33CD30-8180-349F-0966-2DE58124A0D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847" y="3314"/>
                <a:ext cx="424" cy="213"/>
              </a:xfrm>
              <a:prstGeom prst="rect">
                <a:avLst/>
              </a:prstGeom>
              <a:noFill/>
              <a:ln w="2857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s-ES_tradnl" sz="1600" noProof="0" dirty="0">
                    <a:solidFill>
                      <a:schemeClr val="tx1"/>
                    </a:solidFill>
                  </a:rPr>
                  <a:t>Nada</a:t>
                </a:r>
              </a:p>
            </p:txBody>
          </p:sp>
        </p:grpSp>
        <p:grpSp>
          <p:nvGrpSpPr>
            <p:cNvPr id="18" name="Group 43">
              <a:extLst>
                <a:ext uri="{FF2B5EF4-FFF2-40B4-BE49-F238E27FC236}">
                  <a16:creationId xmlns:a16="http://schemas.microsoft.com/office/drawing/2014/main" id="{49430B24-B4AC-615A-204C-91A0541A8D5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903662" y="5614995"/>
              <a:ext cx="4387850" cy="360363"/>
              <a:chOff x="2459" y="3537"/>
              <a:chExt cx="2764" cy="227"/>
            </a:xfrm>
          </p:grpSpPr>
          <p:sp>
            <p:nvSpPr>
              <p:cNvPr id="32" name="Line 29">
                <a:extLst>
                  <a:ext uri="{FF2B5EF4-FFF2-40B4-BE49-F238E27FC236}">
                    <a16:creationId xmlns:a16="http://schemas.microsoft.com/office/drawing/2014/main" id="{901F19C2-028D-0107-C404-70A1CA6E6F7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94" y="3537"/>
                <a:ext cx="2277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s-ES_tradnl" sz="1600" noProof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3" name="Text Box 30">
                <a:extLst>
                  <a:ext uri="{FF2B5EF4-FFF2-40B4-BE49-F238E27FC236}">
                    <a16:creationId xmlns:a16="http://schemas.microsoft.com/office/drawing/2014/main" id="{FB30EA59-DB86-7F78-C8C4-3A715648CF2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59" y="3551"/>
                <a:ext cx="2293" cy="213"/>
              </a:xfrm>
              <a:prstGeom prst="rect">
                <a:avLst/>
              </a:prstGeom>
              <a:noFill/>
              <a:ln w="2857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r"/>
                <a:r>
                  <a:rPr lang="es-ES_tradnl" sz="1600" b="1" noProof="0" dirty="0">
                    <a:solidFill>
                      <a:schemeClr val="tx1"/>
                    </a:solidFill>
                    <a:latin typeface="Courier New" pitchFamily="49" charset="0"/>
                  </a:rPr>
                  <a:t>1  1  1  0  1  1  0  0  1  0</a:t>
                </a:r>
              </a:p>
            </p:txBody>
          </p:sp>
          <p:sp>
            <p:nvSpPr>
              <p:cNvPr id="34" name="Text Box 34">
                <a:extLst>
                  <a:ext uri="{FF2B5EF4-FFF2-40B4-BE49-F238E27FC236}">
                    <a16:creationId xmlns:a16="http://schemas.microsoft.com/office/drawing/2014/main" id="{E051EEAF-63F5-AB2D-C6CA-DAC987B58CF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710" y="3539"/>
                <a:ext cx="513" cy="213"/>
              </a:xfrm>
              <a:prstGeom prst="rect">
                <a:avLst/>
              </a:prstGeom>
              <a:noFill/>
              <a:ln w="2857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s-ES_tradnl" sz="1600" noProof="0" dirty="0">
                    <a:solidFill>
                      <a:schemeClr val="tx1"/>
                    </a:solidFill>
                  </a:rPr>
                  <a:t>(</a:t>
                </a:r>
                <a:r>
                  <a:rPr lang="es-ES_tradnl" sz="1600" noProof="0" dirty="0">
                    <a:solidFill>
                      <a:schemeClr val="tx1"/>
                    </a:solidFill>
                    <a:cs typeface="Arial" charset="0"/>
                  </a:rPr>
                  <a:t>–</a:t>
                </a:r>
                <a:r>
                  <a:rPr lang="es-ES_tradnl" sz="1600" noProof="0" dirty="0">
                    <a:solidFill>
                      <a:schemeClr val="tx1"/>
                    </a:solidFill>
                  </a:rPr>
                  <a:t>78</a:t>
                </a:r>
                <a:r>
                  <a:rPr lang="es-ES_tradnl" sz="1600" baseline="-25000" noProof="0" dirty="0">
                    <a:solidFill>
                      <a:schemeClr val="tx1"/>
                    </a:solidFill>
                  </a:rPr>
                  <a:t>10</a:t>
                </a:r>
                <a:r>
                  <a:rPr lang="es-ES_tradnl" sz="1600" noProof="0" dirty="0">
                    <a:solidFill>
                      <a:schemeClr val="tx1"/>
                    </a:solidFill>
                  </a:rPr>
                  <a:t>)</a:t>
                </a:r>
              </a:p>
            </p:txBody>
          </p:sp>
        </p:grpSp>
        <p:grpSp>
          <p:nvGrpSpPr>
            <p:cNvPr id="19" name="Group 38">
              <a:extLst>
                <a:ext uri="{FF2B5EF4-FFF2-40B4-BE49-F238E27FC236}">
                  <a16:creationId xmlns:a16="http://schemas.microsoft.com/office/drawing/2014/main" id="{0497B451-C52F-DB60-70F1-9BAAF9D1AD4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2875" y="3478213"/>
              <a:ext cx="3829050" cy="901700"/>
              <a:chOff x="90" y="2191"/>
              <a:chExt cx="2412" cy="568"/>
            </a:xfrm>
          </p:grpSpPr>
          <p:grpSp>
            <p:nvGrpSpPr>
              <p:cNvPr id="20" name="Group 16">
                <a:extLst>
                  <a:ext uri="{FF2B5EF4-FFF2-40B4-BE49-F238E27FC236}">
                    <a16:creationId xmlns:a16="http://schemas.microsoft.com/office/drawing/2014/main" id="{A56A1F4E-F915-22AE-D24E-42324D4F6AF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044" y="2191"/>
                <a:ext cx="386" cy="233"/>
                <a:chOff x="2982" y="2098"/>
                <a:chExt cx="386" cy="233"/>
              </a:xfrm>
            </p:grpSpPr>
            <p:sp>
              <p:nvSpPr>
                <p:cNvPr id="30" name="Freeform 14">
                  <a:extLst>
                    <a:ext uri="{FF2B5EF4-FFF2-40B4-BE49-F238E27FC236}">
                      <a16:creationId xmlns:a16="http://schemas.microsoft.com/office/drawing/2014/main" id="{6E107182-D825-0E0C-9E96-4A0D76AC6BB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982" y="2098"/>
                  <a:ext cx="386" cy="60"/>
                </a:xfrm>
                <a:custGeom>
                  <a:avLst/>
                  <a:gdLst>
                    <a:gd name="T0" fmla="*/ 0 w 402"/>
                    <a:gd name="T1" fmla="*/ 0 h 66"/>
                    <a:gd name="T2" fmla="*/ 0 w 402"/>
                    <a:gd name="T3" fmla="*/ 55 h 66"/>
                    <a:gd name="T4" fmla="*/ 371 w 402"/>
                    <a:gd name="T5" fmla="*/ 55 h 66"/>
                    <a:gd name="T6" fmla="*/ 371 w 402"/>
                    <a:gd name="T7" fmla="*/ 9 h 66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402"/>
                    <a:gd name="T13" fmla="*/ 0 h 66"/>
                    <a:gd name="T14" fmla="*/ 402 w 402"/>
                    <a:gd name="T15" fmla="*/ 66 h 6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402" h="66">
                      <a:moveTo>
                        <a:pt x="0" y="0"/>
                      </a:moveTo>
                      <a:cubicBezTo>
                        <a:pt x="0" y="22"/>
                        <a:pt x="0" y="44"/>
                        <a:pt x="0" y="66"/>
                      </a:cubicBezTo>
                      <a:lnTo>
                        <a:pt x="402" y="66"/>
                      </a:lnTo>
                      <a:lnTo>
                        <a:pt x="402" y="11"/>
                      </a:lnTo>
                    </a:path>
                  </a:pathLst>
                </a:cu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s-ES_tradnl" sz="1600" noProof="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1" name="Line 15">
                  <a:extLst>
                    <a:ext uri="{FF2B5EF4-FFF2-40B4-BE49-F238E27FC236}">
                      <a16:creationId xmlns:a16="http://schemas.microsoft.com/office/drawing/2014/main" id="{78E57EEF-56C6-25C1-5705-80EBFC70C67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315" y="2157"/>
                  <a:ext cx="0" cy="174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 type="triangle" w="med" len="med"/>
                </a:ln>
              </p:spPr>
              <p:txBody>
                <a:bodyPr wrap="none" anchor="ctr"/>
                <a:lstStyle/>
                <a:p>
                  <a:endParaRPr lang="es-ES_tradnl" sz="1600" noProof="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21" name="Group 17">
                <a:extLst>
                  <a:ext uri="{FF2B5EF4-FFF2-40B4-BE49-F238E27FC236}">
                    <a16:creationId xmlns:a16="http://schemas.microsoft.com/office/drawing/2014/main" id="{284B7697-A68C-A395-E1D8-44C01B6037F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585" y="2192"/>
                <a:ext cx="386" cy="233"/>
                <a:chOff x="2982" y="2098"/>
                <a:chExt cx="386" cy="233"/>
              </a:xfrm>
            </p:grpSpPr>
            <p:sp>
              <p:nvSpPr>
                <p:cNvPr id="28" name="Freeform 18">
                  <a:extLst>
                    <a:ext uri="{FF2B5EF4-FFF2-40B4-BE49-F238E27FC236}">
                      <a16:creationId xmlns:a16="http://schemas.microsoft.com/office/drawing/2014/main" id="{C79A3B8B-1698-2430-4329-2DA0CABB72D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982" y="2098"/>
                  <a:ext cx="386" cy="60"/>
                </a:xfrm>
                <a:custGeom>
                  <a:avLst/>
                  <a:gdLst>
                    <a:gd name="T0" fmla="*/ 0 w 402"/>
                    <a:gd name="T1" fmla="*/ 0 h 66"/>
                    <a:gd name="T2" fmla="*/ 0 w 402"/>
                    <a:gd name="T3" fmla="*/ 55 h 66"/>
                    <a:gd name="T4" fmla="*/ 371 w 402"/>
                    <a:gd name="T5" fmla="*/ 55 h 66"/>
                    <a:gd name="T6" fmla="*/ 371 w 402"/>
                    <a:gd name="T7" fmla="*/ 9 h 66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402"/>
                    <a:gd name="T13" fmla="*/ 0 h 66"/>
                    <a:gd name="T14" fmla="*/ 402 w 402"/>
                    <a:gd name="T15" fmla="*/ 66 h 6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402" h="66">
                      <a:moveTo>
                        <a:pt x="0" y="0"/>
                      </a:moveTo>
                      <a:cubicBezTo>
                        <a:pt x="0" y="22"/>
                        <a:pt x="0" y="44"/>
                        <a:pt x="0" y="66"/>
                      </a:cubicBezTo>
                      <a:lnTo>
                        <a:pt x="402" y="66"/>
                      </a:lnTo>
                      <a:lnTo>
                        <a:pt x="402" y="11"/>
                      </a:lnTo>
                    </a:path>
                  </a:pathLst>
                </a:cu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s-ES_tradnl" sz="1600" noProof="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9" name="Line 19">
                  <a:extLst>
                    <a:ext uri="{FF2B5EF4-FFF2-40B4-BE49-F238E27FC236}">
                      <a16:creationId xmlns:a16="http://schemas.microsoft.com/office/drawing/2014/main" id="{6F7D0E0D-3953-06B1-42E4-AE902275B68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315" y="2157"/>
                  <a:ext cx="0" cy="174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 type="triangle" w="med" len="med"/>
                </a:ln>
              </p:spPr>
              <p:txBody>
                <a:bodyPr wrap="none" anchor="ctr"/>
                <a:lstStyle/>
                <a:p>
                  <a:endParaRPr lang="es-ES_tradnl" sz="1600" noProof="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22" name="Group 20">
                <a:extLst>
                  <a:ext uri="{FF2B5EF4-FFF2-40B4-BE49-F238E27FC236}">
                    <a16:creationId xmlns:a16="http://schemas.microsoft.com/office/drawing/2014/main" id="{4125EAFD-3A00-AC58-777E-0B658EE46E8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121" y="2193"/>
                <a:ext cx="386" cy="233"/>
                <a:chOff x="2982" y="2098"/>
                <a:chExt cx="386" cy="233"/>
              </a:xfrm>
            </p:grpSpPr>
            <p:sp>
              <p:nvSpPr>
                <p:cNvPr id="26" name="Freeform 21">
                  <a:extLst>
                    <a:ext uri="{FF2B5EF4-FFF2-40B4-BE49-F238E27FC236}">
                      <a16:creationId xmlns:a16="http://schemas.microsoft.com/office/drawing/2014/main" id="{A4851964-627F-EFC5-A26D-7ECB18CD7B7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982" y="2098"/>
                  <a:ext cx="386" cy="60"/>
                </a:xfrm>
                <a:custGeom>
                  <a:avLst/>
                  <a:gdLst>
                    <a:gd name="T0" fmla="*/ 0 w 402"/>
                    <a:gd name="T1" fmla="*/ 0 h 66"/>
                    <a:gd name="T2" fmla="*/ 0 w 402"/>
                    <a:gd name="T3" fmla="*/ 55 h 66"/>
                    <a:gd name="T4" fmla="*/ 371 w 402"/>
                    <a:gd name="T5" fmla="*/ 55 h 66"/>
                    <a:gd name="T6" fmla="*/ 371 w 402"/>
                    <a:gd name="T7" fmla="*/ 9 h 66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402"/>
                    <a:gd name="T13" fmla="*/ 0 h 66"/>
                    <a:gd name="T14" fmla="*/ 402 w 402"/>
                    <a:gd name="T15" fmla="*/ 66 h 6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402" h="66">
                      <a:moveTo>
                        <a:pt x="0" y="0"/>
                      </a:moveTo>
                      <a:cubicBezTo>
                        <a:pt x="0" y="22"/>
                        <a:pt x="0" y="44"/>
                        <a:pt x="0" y="66"/>
                      </a:cubicBezTo>
                      <a:lnTo>
                        <a:pt x="402" y="66"/>
                      </a:lnTo>
                      <a:lnTo>
                        <a:pt x="402" y="11"/>
                      </a:lnTo>
                    </a:path>
                  </a:pathLst>
                </a:cu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s-ES_tradnl" sz="1600" noProof="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7" name="Line 22">
                  <a:extLst>
                    <a:ext uri="{FF2B5EF4-FFF2-40B4-BE49-F238E27FC236}">
                      <a16:creationId xmlns:a16="http://schemas.microsoft.com/office/drawing/2014/main" id="{A0A51EF5-64C3-59A7-642A-06A2011C7FF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315" y="2157"/>
                  <a:ext cx="0" cy="174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 type="triangle" w="med" len="med"/>
                </a:ln>
              </p:spPr>
              <p:txBody>
                <a:bodyPr wrap="none" anchor="ctr"/>
                <a:lstStyle/>
                <a:p>
                  <a:endParaRPr lang="es-ES_tradnl" sz="1600" noProof="0" dirty="0">
                    <a:solidFill>
                      <a:schemeClr val="tx1"/>
                    </a:solidFill>
                  </a:endParaRPr>
                </a:p>
              </p:txBody>
            </p:sp>
          </p:grpSp>
          <p:sp>
            <p:nvSpPr>
              <p:cNvPr id="23" name="Text Box 23">
                <a:extLst>
                  <a:ext uri="{FF2B5EF4-FFF2-40B4-BE49-F238E27FC236}">
                    <a16:creationId xmlns:a16="http://schemas.microsoft.com/office/drawing/2014/main" id="{B4ECD91B-2260-8A3F-6245-B0BB889F0CE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42" y="2473"/>
                <a:ext cx="1360" cy="213"/>
              </a:xfrm>
              <a:prstGeom prst="rect">
                <a:avLst/>
              </a:prstGeom>
              <a:noFill/>
              <a:ln w="2857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l"/>
                <a:r>
                  <a:rPr lang="es-ES_tradnl" sz="1600" b="1" noProof="0" dirty="0">
                    <a:solidFill>
                      <a:schemeClr val="tx1"/>
                    </a:solidFill>
                    <a:latin typeface="Courier New" pitchFamily="49" charset="0"/>
                  </a:rPr>
                  <a:t>   0    -1    -2</a:t>
                </a:r>
                <a:endParaRPr lang="es-ES_tradnl" sz="1600" b="1" u="sng" noProof="0" dirty="0">
                  <a:solidFill>
                    <a:schemeClr val="tx1"/>
                  </a:solidFill>
                  <a:latin typeface="Courier New" pitchFamily="49" charset="0"/>
                </a:endParaRPr>
              </a:p>
            </p:txBody>
          </p:sp>
          <p:sp>
            <p:nvSpPr>
              <p:cNvPr id="24" name="Text Box 35">
                <a:extLst>
                  <a:ext uri="{FF2B5EF4-FFF2-40B4-BE49-F238E27FC236}">
                    <a16:creationId xmlns:a16="http://schemas.microsoft.com/office/drawing/2014/main" id="{C77A259A-7D8C-2AE8-4AF7-5CB018C3068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0" y="2391"/>
                <a:ext cx="954" cy="368"/>
              </a:xfrm>
              <a:prstGeom prst="rect">
                <a:avLst/>
              </a:prstGeom>
              <a:noFill/>
              <a:ln w="2857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r"/>
                <a:r>
                  <a:rPr lang="es-ES_tradnl" sz="1600" noProof="0" dirty="0">
                    <a:solidFill>
                      <a:schemeClr val="tx1"/>
                    </a:solidFill>
                  </a:rPr>
                  <a:t>Recodificación</a:t>
                </a:r>
              </a:p>
              <a:p>
                <a:pPr algn="r"/>
                <a:r>
                  <a:rPr lang="es-ES_tradnl" sz="1600" noProof="0" dirty="0">
                    <a:solidFill>
                      <a:schemeClr val="tx1"/>
                    </a:solidFill>
                  </a:rPr>
                  <a:t>parejas</a:t>
                </a:r>
              </a:p>
            </p:txBody>
          </p:sp>
          <p:sp>
            <p:nvSpPr>
              <p:cNvPr id="25" name="Freeform 36">
                <a:extLst>
                  <a:ext uri="{FF2B5EF4-FFF2-40B4-BE49-F238E27FC236}">
                    <a16:creationId xmlns:a16="http://schemas.microsoft.com/office/drawing/2014/main" id="{F0680547-5529-2244-ECEF-9082B3B3DCE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21" y="2579"/>
                <a:ext cx="267" cy="1"/>
              </a:xfrm>
              <a:custGeom>
                <a:avLst/>
                <a:gdLst>
                  <a:gd name="T0" fmla="*/ 0 w 267"/>
                  <a:gd name="T1" fmla="*/ 0 h 1"/>
                  <a:gd name="T2" fmla="*/ 267 w 267"/>
                  <a:gd name="T3" fmla="*/ 0 h 1"/>
                  <a:gd name="T4" fmla="*/ 0 60000 65536"/>
                  <a:gd name="T5" fmla="*/ 0 60000 65536"/>
                  <a:gd name="T6" fmla="*/ 0 w 267"/>
                  <a:gd name="T7" fmla="*/ 0 h 1"/>
                  <a:gd name="T8" fmla="*/ 267 w 267"/>
                  <a:gd name="T9" fmla="*/ 1 h 1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267" h="1">
                    <a:moveTo>
                      <a:pt x="0" y="0"/>
                    </a:moveTo>
                    <a:lnTo>
                      <a:pt x="267" y="0"/>
                    </a:lnTo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wrap="none" anchor="ctr"/>
              <a:lstStyle/>
              <a:p>
                <a:endParaRPr lang="es-ES_tradnl" sz="1600" noProof="0" dirty="0">
                  <a:solidFill>
                    <a:schemeClr val="tx1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760028675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6D741E-2618-3E17-0EBE-59CAC11E10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8D896F6D-3D75-0F6F-14D6-ED0D4B0FEB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Operadores de multiplicación con signo</a:t>
            </a:r>
            <a:endParaRPr lang="en-US" dirty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56C7DC5-36DD-97BA-7A4A-1062AF90BB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_tradnl" dirty="0">
                <a:solidFill>
                  <a:srgbClr val="FF0000"/>
                </a:solidFill>
              </a:rPr>
              <a:t>HAY UNA PROPUESTA DE DEJAR SOLO LA CODIFICACIÓN POR PAREJAS, PERO ELIMINAR EL ALGORITMO Y EL FUNCIONAMIENTO</a:t>
            </a:r>
          </a:p>
          <a:p>
            <a:r>
              <a:rPr lang="es-ES_tradnl" dirty="0">
                <a:solidFill>
                  <a:srgbClr val="FF0000"/>
                </a:solidFill>
              </a:rPr>
              <a:t>A CAMBIO, SE INTRODUCIRÁN LOS CIRCUITOS COMBINACIONALES PARA LA MULTIPLICACIÓN</a:t>
            </a:r>
          </a:p>
          <a:p>
            <a:endParaRPr lang="es-ES_tradnl" dirty="0">
              <a:solidFill>
                <a:srgbClr val="FF0000"/>
              </a:solidFill>
            </a:endParaRPr>
          </a:p>
          <a:p>
            <a:r>
              <a:rPr lang="es-ES_tradnl" dirty="0">
                <a:solidFill>
                  <a:srgbClr val="FF0000"/>
                </a:solidFill>
              </a:rPr>
              <a:t>SI SE ACEPTA, HAY QUE ELIMINAR LAS TRANSPARENCIAS QUE VIENEN A CONTINUACIÓN Y AMPLIAR LAS DE LOS CIRCUITOS COMBINACIONALES EN EL APÉNDICE</a:t>
            </a:r>
          </a:p>
          <a:p>
            <a:endParaRPr lang="es-ES_tradnl" dirty="0"/>
          </a:p>
        </p:txBody>
      </p:sp>
      <p:sp>
        <p:nvSpPr>
          <p:cNvPr id="2" name="Marcador de número de diapositiva 3">
            <a:extLst>
              <a:ext uri="{FF2B5EF4-FFF2-40B4-BE49-F238E27FC236}">
                <a16:creationId xmlns:a16="http://schemas.microsoft.com/office/drawing/2014/main" id="{CBF20167-4F64-E352-C825-39995BDAC9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86800" y="6529388"/>
            <a:ext cx="457200" cy="328612"/>
          </a:xfrm>
        </p:spPr>
        <p:txBody>
          <a:bodyPr/>
          <a:lstStyle/>
          <a:p>
            <a:fld id="{165D9AA3-C110-4682-A7ED-0B7E64F42347}" type="slidenum">
              <a:rPr lang="es-ES_tradnl" noProof="0" smtClean="0"/>
              <a:pPr/>
              <a:t>72</a:t>
            </a:fld>
            <a:endParaRPr lang="es-ES_tradnl" noProof="0" dirty="0"/>
          </a:p>
        </p:txBody>
      </p:sp>
    </p:spTree>
    <p:extLst>
      <p:ext uri="{BB962C8B-B14F-4D97-AF65-F5344CB8AC3E}">
        <p14:creationId xmlns:p14="http://schemas.microsoft.com/office/powerpoint/2010/main" val="1783303412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C6F27F-9D8F-8ED7-F041-BA22682560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11619E12-7CDE-90BE-AD97-04771896A4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Operadores de multiplicación con signo</a:t>
            </a:r>
            <a:endParaRPr lang="en-US" dirty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D9E47BA-DC92-ED75-80D9-BA608C56B2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_tradnl" dirty="0">
                <a:solidFill>
                  <a:srgbClr val="FF0000"/>
                </a:solidFill>
              </a:rPr>
              <a:t>Algoritmo y operador para recodificación por parejas</a:t>
            </a:r>
          </a:p>
          <a:p>
            <a:endParaRPr lang="es-ES_tradnl" dirty="0"/>
          </a:p>
        </p:txBody>
      </p:sp>
      <p:sp>
        <p:nvSpPr>
          <p:cNvPr id="2" name="Marcador de número de diapositiva 3">
            <a:extLst>
              <a:ext uri="{FF2B5EF4-FFF2-40B4-BE49-F238E27FC236}">
                <a16:creationId xmlns:a16="http://schemas.microsoft.com/office/drawing/2014/main" id="{F3E9C0F4-6250-DA1E-B8C0-0589DA2058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86800" y="6529388"/>
            <a:ext cx="457200" cy="328612"/>
          </a:xfrm>
        </p:spPr>
        <p:txBody>
          <a:bodyPr/>
          <a:lstStyle/>
          <a:p>
            <a:fld id="{165D9AA3-C110-4682-A7ED-0B7E64F42347}" type="slidenum">
              <a:rPr lang="es-ES_tradnl" noProof="0" smtClean="0"/>
              <a:pPr/>
              <a:t>73</a:t>
            </a:fld>
            <a:endParaRPr lang="es-ES_tradnl" noProof="0" dirty="0"/>
          </a:p>
        </p:txBody>
      </p:sp>
      <p:grpSp>
        <p:nvGrpSpPr>
          <p:cNvPr id="5" name="Group 81">
            <a:extLst>
              <a:ext uri="{FF2B5EF4-FFF2-40B4-BE49-F238E27FC236}">
                <a16:creationId xmlns:a16="http://schemas.microsoft.com/office/drawing/2014/main" id="{4956BCD7-1776-43CB-A657-E29315D6F62A}"/>
              </a:ext>
            </a:extLst>
          </p:cNvPr>
          <p:cNvGrpSpPr>
            <a:grpSpLocks/>
          </p:cNvGrpSpPr>
          <p:nvPr/>
        </p:nvGrpSpPr>
        <p:grpSpPr bwMode="auto">
          <a:xfrm>
            <a:off x="4503738" y="1938610"/>
            <a:ext cx="4549775" cy="2632075"/>
            <a:chOff x="2837" y="1163"/>
            <a:chExt cx="2866" cy="1658"/>
          </a:xfrm>
        </p:grpSpPr>
        <p:sp>
          <p:nvSpPr>
            <p:cNvPr id="6" name="Rectangle 27">
              <a:extLst>
                <a:ext uri="{FF2B5EF4-FFF2-40B4-BE49-F238E27FC236}">
                  <a16:creationId xmlns:a16="http://schemas.microsoft.com/office/drawing/2014/main" id="{E6B14ADF-948E-F3A8-DFE7-6B4B7E2340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2" y="1163"/>
              <a:ext cx="885" cy="133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s-ES_tradnl" sz="1000" noProof="0" dirty="0">
                  <a:solidFill>
                    <a:schemeClr val="tx1"/>
                  </a:solidFill>
                </a:rPr>
                <a:t>Multiplicando (M)</a:t>
              </a:r>
            </a:p>
          </p:txBody>
        </p:sp>
        <p:grpSp>
          <p:nvGrpSpPr>
            <p:cNvPr id="7" name="Group 28">
              <a:extLst>
                <a:ext uri="{FF2B5EF4-FFF2-40B4-BE49-F238E27FC236}">
                  <a16:creationId xmlns:a16="http://schemas.microsoft.com/office/drawing/2014/main" id="{A3ED3FD0-EB9A-8AE5-DBEB-0AE1391272D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055" y="1582"/>
              <a:ext cx="966" cy="320"/>
              <a:chOff x="1654" y="1993"/>
              <a:chExt cx="1314" cy="468"/>
            </a:xfrm>
          </p:grpSpPr>
          <p:sp>
            <p:nvSpPr>
              <p:cNvPr id="37" name="Line 29">
                <a:extLst>
                  <a:ext uri="{FF2B5EF4-FFF2-40B4-BE49-F238E27FC236}">
                    <a16:creationId xmlns:a16="http://schemas.microsoft.com/office/drawing/2014/main" id="{2DFAFF18-81F4-BECE-2D03-04EE79D68F6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59" y="1997"/>
                <a:ext cx="367" cy="464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s-ES_tradnl" noProof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" name="Line 30">
                <a:extLst>
                  <a:ext uri="{FF2B5EF4-FFF2-40B4-BE49-F238E27FC236}">
                    <a16:creationId xmlns:a16="http://schemas.microsoft.com/office/drawing/2014/main" id="{384E7C61-8F84-157F-FA5D-3E65552636F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20" y="2461"/>
                <a:ext cx="580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s-ES_tradnl" noProof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9" name="Line 31">
                <a:extLst>
                  <a:ext uri="{FF2B5EF4-FFF2-40B4-BE49-F238E27FC236}">
                    <a16:creationId xmlns:a16="http://schemas.microsoft.com/office/drawing/2014/main" id="{B0E876BA-91FC-E2E5-8CF1-A5BB12BB7EA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654" y="1997"/>
                <a:ext cx="512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s-ES_tradnl" noProof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0" name="Line 32">
                <a:extLst>
                  <a:ext uri="{FF2B5EF4-FFF2-40B4-BE49-F238E27FC236}">
                    <a16:creationId xmlns:a16="http://schemas.microsoft.com/office/drawing/2014/main" id="{E4F61991-6B1E-30BB-1B30-F9E05A50BBE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59" y="1997"/>
                <a:ext cx="154" cy="189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s-ES_tradnl" noProof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1" name="Line 33">
                <a:extLst>
                  <a:ext uri="{FF2B5EF4-FFF2-40B4-BE49-F238E27FC236}">
                    <a16:creationId xmlns:a16="http://schemas.microsoft.com/office/drawing/2014/main" id="{EDB2B758-AD56-E3C5-A53F-5CF4F94113A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592" y="1997"/>
                <a:ext cx="370" cy="464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s-ES_tradnl" noProof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2" name="Line 34">
                <a:extLst>
                  <a:ext uri="{FF2B5EF4-FFF2-40B4-BE49-F238E27FC236}">
                    <a16:creationId xmlns:a16="http://schemas.microsoft.com/office/drawing/2014/main" id="{4947B79A-D9B3-A685-27AF-9B7508361E7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2456" y="1997"/>
                <a:ext cx="512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s-ES_tradnl" noProof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3" name="Line 35">
                <a:extLst>
                  <a:ext uri="{FF2B5EF4-FFF2-40B4-BE49-F238E27FC236}">
                    <a16:creationId xmlns:a16="http://schemas.microsoft.com/office/drawing/2014/main" id="{C2EF301E-4DAD-A2F3-B493-5B733AF6F16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305" y="1993"/>
                <a:ext cx="157" cy="196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s-ES_tradnl" noProof="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8" name="Line 36">
              <a:extLst>
                <a:ext uri="{FF2B5EF4-FFF2-40B4-BE49-F238E27FC236}">
                  <a16:creationId xmlns:a16="http://schemas.microsoft.com/office/drawing/2014/main" id="{12796F7D-1608-B902-D017-C2C2EA2DC76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88" y="1294"/>
              <a:ext cx="0" cy="29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s-ES_tradnl" noProof="0" dirty="0">
                <a:solidFill>
                  <a:schemeClr val="tx1"/>
                </a:solidFill>
              </a:endParaRPr>
            </a:p>
          </p:txBody>
        </p:sp>
        <p:sp>
          <p:nvSpPr>
            <p:cNvPr id="9" name="Rectangle 37">
              <a:extLst>
                <a:ext uri="{FF2B5EF4-FFF2-40B4-BE49-F238E27FC236}">
                  <a16:creationId xmlns:a16="http://schemas.microsoft.com/office/drawing/2014/main" id="{6E169BA1-FAE8-1736-0680-AF649F7902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95" y="2135"/>
              <a:ext cx="823" cy="133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s-ES_tradnl" sz="1000" noProof="0" dirty="0">
                  <a:solidFill>
                    <a:schemeClr val="tx1"/>
                  </a:solidFill>
                </a:rPr>
                <a:t>HI</a:t>
              </a:r>
            </a:p>
          </p:txBody>
        </p:sp>
        <p:sp>
          <p:nvSpPr>
            <p:cNvPr id="10" name="Rectangle 38">
              <a:extLst>
                <a:ext uri="{FF2B5EF4-FFF2-40B4-BE49-F238E27FC236}">
                  <a16:creationId xmlns:a16="http://schemas.microsoft.com/office/drawing/2014/main" id="{6AA0ADC8-E06B-D933-83D1-B55898E3F1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18" y="2135"/>
              <a:ext cx="885" cy="133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s-ES_tradnl" sz="1000" noProof="0" dirty="0">
                  <a:solidFill>
                    <a:schemeClr val="tx1"/>
                  </a:solidFill>
                </a:rPr>
                <a:t>LO</a:t>
              </a:r>
            </a:p>
          </p:txBody>
        </p:sp>
        <p:sp>
          <p:nvSpPr>
            <p:cNvPr id="11" name="Line 39">
              <a:extLst>
                <a:ext uri="{FF2B5EF4-FFF2-40B4-BE49-F238E27FC236}">
                  <a16:creationId xmlns:a16="http://schemas.microsoft.com/office/drawing/2014/main" id="{33174D5C-8D41-DACD-128A-95A3548EDD2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26" y="1905"/>
              <a:ext cx="0" cy="23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s-ES_tradnl" noProof="0" dirty="0">
                <a:solidFill>
                  <a:schemeClr val="tx1"/>
                </a:solidFill>
              </a:endParaRPr>
            </a:p>
          </p:txBody>
        </p:sp>
        <p:sp>
          <p:nvSpPr>
            <p:cNvPr id="12" name="Line 40">
              <a:extLst>
                <a:ext uri="{FF2B5EF4-FFF2-40B4-BE49-F238E27FC236}">
                  <a16:creationId xmlns:a16="http://schemas.microsoft.com/office/drawing/2014/main" id="{28901795-A637-FD72-F526-025FC61E65D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19" y="2059"/>
              <a:ext cx="19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s-ES_tradnl" noProof="0" dirty="0">
                <a:solidFill>
                  <a:schemeClr val="tx1"/>
                </a:solidFill>
              </a:endParaRPr>
            </a:p>
          </p:txBody>
        </p:sp>
        <p:sp>
          <p:nvSpPr>
            <p:cNvPr id="13" name="Freeform 41">
              <a:extLst>
                <a:ext uri="{FF2B5EF4-FFF2-40B4-BE49-F238E27FC236}">
                  <a16:creationId xmlns:a16="http://schemas.microsoft.com/office/drawing/2014/main" id="{86106FC7-97F1-03ED-5802-D31C0E0E7A4A}"/>
                </a:ext>
              </a:extLst>
            </p:cNvPr>
            <p:cNvSpPr>
              <a:spLocks/>
            </p:cNvSpPr>
            <p:nvPr/>
          </p:nvSpPr>
          <p:spPr bwMode="auto">
            <a:xfrm>
              <a:off x="2837" y="1381"/>
              <a:ext cx="689" cy="1082"/>
            </a:xfrm>
            <a:custGeom>
              <a:avLst/>
              <a:gdLst>
                <a:gd name="T0" fmla="*/ 471 w 1008"/>
                <a:gd name="T1" fmla="*/ 605 h 1584"/>
                <a:gd name="T2" fmla="*/ 471 w 1008"/>
                <a:gd name="T3" fmla="*/ 694 h 1584"/>
                <a:gd name="T4" fmla="*/ 471 w 1008"/>
                <a:gd name="T5" fmla="*/ 739 h 1584"/>
                <a:gd name="T6" fmla="*/ 0 w 1008"/>
                <a:gd name="T7" fmla="*/ 739 h 1584"/>
                <a:gd name="T8" fmla="*/ 0 w 1008"/>
                <a:gd name="T9" fmla="*/ 0 h 1584"/>
                <a:gd name="T10" fmla="*/ 292 w 1008"/>
                <a:gd name="T11" fmla="*/ 0 h 1584"/>
                <a:gd name="T12" fmla="*/ 292 w 1008"/>
                <a:gd name="T13" fmla="*/ 135 h 158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008"/>
                <a:gd name="T22" fmla="*/ 0 h 1584"/>
                <a:gd name="T23" fmla="*/ 1008 w 1008"/>
                <a:gd name="T24" fmla="*/ 1584 h 1584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008" h="1584">
                  <a:moveTo>
                    <a:pt x="1008" y="1296"/>
                  </a:moveTo>
                  <a:lnTo>
                    <a:pt x="1008" y="1488"/>
                  </a:lnTo>
                  <a:lnTo>
                    <a:pt x="1008" y="1584"/>
                  </a:lnTo>
                  <a:lnTo>
                    <a:pt x="0" y="1584"/>
                  </a:lnTo>
                  <a:lnTo>
                    <a:pt x="0" y="0"/>
                  </a:lnTo>
                  <a:lnTo>
                    <a:pt x="624" y="0"/>
                  </a:lnTo>
                  <a:lnTo>
                    <a:pt x="624" y="288"/>
                  </a:lnTo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s-ES_tradnl" noProof="0" dirty="0">
                <a:solidFill>
                  <a:schemeClr val="tx1"/>
                </a:solidFill>
              </a:endParaRPr>
            </a:p>
          </p:txBody>
        </p:sp>
        <p:sp>
          <p:nvSpPr>
            <p:cNvPr id="14" name="Text Box 42">
              <a:extLst>
                <a:ext uri="{FF2B5EF4-FFF2-40B4-BE49-F238E27FC236}">
                  <a16:creationId xmlns:a16="http://schemas.microsoft.com/office/drawing/2014/main" id="{01207CA3-C77C-0C40-D70C-EB6F05C04DC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93" y="1663"/>
              <a:ext cx="506" cy="250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s-ES_tradnl" sz="1000" b="1" noProof="0" dirty="0">
                  <a:solidFill>
                    <a:schemeClr val="tx1"/>
                  </a:solidFill>
                </a:rPr>
                <a:t>Sum/Rest/</a:t>
              </a:r>
            </a:p>
            <a:p>
              <a:pPr algn="ctr"/>
              <a:r>
                <a:rPr lang="es-ES_tradnl" sz="1000" b="1" noProof="0" dirty="0" err="1">
                  <a:solidFill>
                    <a:schemeClr val="tx1"/>
                  </a:solidFill>
                </a:rPr>
                <a:t>DespM</a:t>
              </a:r>
              <a:endParaRPr lang="es-ES_tradnl" sz="1000" b="1" noProof="0" dirty="0">
                <a:solidFill>
                  <a:schemeClr val="tx1"/>
                </a:solidFill>
              </a:endParaRPr>
            </a:p>
          </p:txBody>
        </p:sp>
        <p:sp>
          <p:nvSpPr>
            <p:cNvPr id="15" name="Line 43">
              <a:extLst>
                <a:ext uri="{FF2B5EF4-FFF2-40B4-BE49-F238E27FC236}">
                  <a16:creationId xmlns:a16="http://schemas.microsoft.com/office/drawing/2014/main" id="{A91366D9-12D5-D634-CA9A-ED505B86700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29" y="2135"/>
              <a:ext cx="0" cy="13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s-ES_tradnl" noProof="0" dirty="0">
                <a:solidFill>
                  <a:schemeClr val="tx1"/>
                </a:solidFill>
              </a:endParaRPr>
            </a:p>
          </p:txBody>
        </p:sp>
        <p:sp>
          <p:nvSpPr>
            <p:cNvPr id="16" name="Text Box 44">
              <a:extLst>
                <a:ext uri="{FF2B5EF4-FFF2-40B4-BE49-F238E27FC236}">
                  <a16:creationId xmlns:a16="http://schemas.microsoft.com/office/drawing/2014/main" id="{4ADA99E8-4F2B-555A-B00D-84D4A179622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19" y="2255"/>
              <a:ext cx="226" cy="154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s-ES_tradnl" sz="1000" noProof="0" dirty="0">
                  <a:solidFill>
                    <a:schemeClr val="tx1"/>
                  </a:solidFill>
                </a:rPr>
                <a:t>1 0</a:t>
              </a:r>
            </a:p>
          </p:txBody>
        </p:sp>
        <p:sp>
          <p:nvSpPr>
            <p:cNvPr id="17" name="Text Box 45">
              <a:extLst>
                <a:ext uri="{FF2B5EF4-FFF2-40B4-BE49-F238E27FC236}">
                  <a16:creationId xmlns:a16="http://schemas.microsoft.com/office/drawing/2014/main" id="{9EE3EB0E-4917-A327-467C-A52FCF277AB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12" y="1329"/>
              <a:ext cx="306" cy="154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s-ES_tradnl" sz="1000" noProof="0" dirty="0">
                  <a:solidFill>
                    <a:schemeClr val="tx1"/>
                  </a:solidFill>
                </a:rPr>
                <a:t>n bits</a:t>
              </a:r>
            </a:p>
          </p:txBody>
        </p:sp>
        <p:sp>
          <p:nvSpPr>
            <p:cNvPr id="18" name="Line 46">
              <a:extLst>
                <a:ext uri="{FF2B5EF4-FFF2-40B4-BE49-F238E27FC236}">
                  <a16:creationId xmlns:a16="http://schemas.microsoft.com/office/drawing/2014/main" id="{EBDF49F1-2816-6275-E3D1-5896262BE08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444" y="2332"/>
              <a:ext cx="0" cy="16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s-ES_tradnl" noProof="0" dirty="0">
                <a:solidFill>
                  <a:schemeClr val="tx1"/>
                </a:solidFill>
              </a:endParaRPr>
            </a:p>
          </p:txBody>
        </p:sp>
        <p:sp>
          <p:nvSpPr>
            <p:cNvPr id="19" name="Text Box 47">
              <a:extLst>
                <a:ext uri="{FF2B5EF4-FFF2-40B4-BE49-F238E27FC236}">
                  <a16:creationId xmlns:a16="http://schemas.microsoft.com/office/drawing/2014/main" id="{129927F0-8143-306A-4629-E79A4E61C17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83" y="2475"/>
              <a:ext cx="722" cy="346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s-ES_tradnl" sz="1000" noProof="0" dirty="0">
                  <a:solidFill>
                    <a:schemeClr val="tx1"/>
                  </a:solidFill>
                </a:rPr>
                <a:t>Inicialmente contiene el multiplicador Q</a:t>
              </a:r>
            </a:p>
          </p:txBody>
        </p:sp>
        <p:sp>
          <p:nvSpPr>
            <p:cNvPr id="20" name="Oval 48">
              <a:extLst>
                <a:ext uri="{FF2B5EF4-FFF2-40B4-BE49-F238E27FC236}">
                  <a16:creationId xmlns:a16="http://schemas.microsoft.com/office/drawing/2014/main" id="{A0184659-BA28-6C96-1F0A-97019CB067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78" y="1479"/>
              <a:ext cx="525" cy="492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r>
                <a:rPr lang="es-ES_tradnl" sz="1000" noProof="0" dirty="0">
                  <a:solidFill>
                    <a:schemeClr val="tx1"/>
                  </a:solidFill>
                </a:rPr>
                <a:t>Control</a:t>
              </a:r>
            </a:p>
            <a:p>
              <a:r>
                <a:rPr lang="es-ES_tradnl" sz="1000" noProof="0" dirty="0">
                  <a:solidFill>
                    <a:schemeClr val="tx1"/>
                  </a:solidFill>
                </a:rPr>
                <a:t>secuencial</a:t>
              </a:r>
            </a:p>
          </p:txBody>
        </p:sp>
        <p:sp>
          <p:nvSpPr>
            <p:cNvPr id="21" name="Line 49">
              <a:extLst>
                <a:ext uri="{FF2B5EF4-FFF2-40B4-BE49-F238E27FC236}">
                  <a16:creationId xmlns:a16="http://schemas.microsoft.com/office/drawing/2014/main" id="{1E286F3D-4856-5E90-B06E-FB972962A45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910" y="1741"/>
              <a:ext cx="127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s-ES_tradnl" noProof="0" dirty="0">
                <a:solidFill>
                  <a:schemeClr val="tx1"/>
                </a:solidFill>
              </a:endParaRPr>
            </a:p>
          </p:txBody>
        </p:sp>
        <p:sp>
          <p:nvSpPr>
            <p:cNvPr id="22" name="Freeform 50">
              <a:extLst>
                <a:ext uri="{FF2B5EF4-FFF2-40B4-BE49-F238E27FC236}">
                  <a16:creationId xmlns:a16="http://schemas.microsoft.com/office/drawing/2014/main" id="{47FD35DB-5B03-021C-8847-8C9AD18AD34C}"/>
                </a:ext>
              </a:extLst>
            </p:cNvPr>
            <p:cNvSpPr>
              <a:spLocks/>
            </p:cNvSpPr>
            <p:nvPr/>
          </p:nvSpPr>
          <p:spPr bwMode="auto">
            <a:xfrm>
              <a:off x="4870" y="1850"/>
              <a:ext cx="338" cy="281"/>
            </a:xfrm>
            <a:custGeom>
              <a:avLst/>
              <a:gdLst>
                <a:gd name="T0" fmla="*/ 0 w 338"/>
                <a:gd name="T1" fmla="*/ 281 h 281"/>
                <a:gd name="T2" fmla="*/ 81 w 338"/>
                <a:gd name="T3" fmla="*/ 125 h 281"/>
                <a:gd name="T4" fmla="*/ 338 w 338"/>
                <a:gd name="T5" fmla="*/ 0 h 281"/>
                <a:gd name="T6" fmla="*/ 0 60000 65536"/>
                <a:gd name="T7" fmla="*/ 0 60000 65536"/>
                <a:gd name="T8" fmla="*/ 0 60000 65536"/>
                <a:gd name="T9" fmla="*/ 0 w 338"/>
                <a:gd name="T10" fmla="*/ 0 h 281"/>
                <a:gd name="T11" fmla="*/ 338 w 338"/>
                <a:gd name="T12" fmla="*/ 281 h 28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38" h="281">
                  <a:moveTo>
                    <a:pt x="0" y="281"/>
                  </a:moveTo>
                  <a:lnTo>
                    <a:pt x="81" y="125"/>
                  </a:lnTo>
                  <a:lnTo>
                    <a:pt x="338" y="0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s-ES_tradnl" noProof="0" dirty="0">
                <a:solidFill>
                  <a:schemeClr val="tx1"/>
                </a:solidFill>
              </a:endParaRPr>
            </a:p>
          </p:txBody>
        </p:sp>
        <p:sp>
          <p:nvSpPr>
            <p:cNvPr id="23" name="Freeform 51">
              <a:extLst>
                <a:ext uri="{FF2B5EF4-FFF2-40B4-BE49-F238E27FC236}">
                  <a16:creationId xmlns:a16="http://schemas.microsoft.com/office/drawing/2014/main" id="{B8771B74-CC3E-5FD7-B31A-95F373396275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7" y="1948"/>
              <a:ext cx="322" cy="220"/>
            </a:xfrm>
            <a:custGeom>
              <a:avLst/>
              <a:gdLst>
                <a:gd name="T0" fmla="*/ 322 w 322"/>
                <a:gd name="T1" fmla="*/ 0 h 220"/>
                <a:gd name="T2" fmla="*/ 322 w 322"/>
                <a:gd name="T3" fmla="*/ 220 h 220"/>
                <a:gd name="T4" fmla="*/ 0 w 322"/>
                <a:gd name="T5" fmla="*/ 219 h 220"/>
                <a:gd name="T6" fmla="*/ 0 60000 65536"/>
                <a:gd name="T7" fmla="*/ 0 60000 65536"/>
                <a:gd name="T8" fmla="*/ 0 60000 65536"/>
                <a:gd name="T9" fmla="*/ 0 w 322"/>
                <a:gd name="T10" fmla="*/ 0 h 220"/>
                <a:gd name="T11" fmla="*/ 322 w 322"/>
                <a:gd name="T12" fmla="*/ 220 h 22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22" h="220">
                  <a:moveTo>
                    <a:pt x="322" y="0"/>
                  </a:moveTo>
                  <a:lnTo>
                    <a:pt x="322" y="220"/>
                  </a:lnTo>
                  <a:lnTo>
                    <a:pt x="0" y="219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s-ES_tradnl" noProof="0" dirty="0">
                <a:solidFill>
                  <a:schemeClr val="tx1"/>
                </a:solidFill>
              </a:endParaRPr>
            </a:p>
          </p:txBody>
        </p:sp>
        <p:sp>
          <p:nvSpPr>
            <p:cNvPr id="24" name="Freeform 52">
              <a:extLst>
                <a:ext uri="{FF2B5EF4-FFF2-40B4-BE49-F238E27FC236}">
                  <a16:creationId xmlns:a16="http://schemas.microsoft.com/office/drawing/2014/main" id="{E2D2C7DC-2EEA-9BD7-5F1A-8F8E00E1E7FF}"/>
                </a:ext>
              </a:extLst>
            </p:cNvPr>
            <p:cNvSpPr>
              <a:spLocks/>
            </p:cNvSpPr>
            <p:nvPr/>
          </p:nvSpPr>
          <p:spPr bwMode="auto">
            <a:xfrm>
              <a:off x="5011" y="1949"/>
              <a:ext cx="548" cy="285"/>
            </a:xfrm>
            <a:custGeom>
              <a:avLst/>
              <a:gdLst>
                <a:gd name="T0" fmla="*/ 548 w 548"/>
                <a:gd name="T1" fmla="*/ 0 h 285"/>
                <a:gd name="T2" fmla="*/ 548 w 548"/>
                <a:gd name="T3" fmla="*/ 284 h 285"/>
                <a:gd name="T4" fmla="*/ 0 w 548"/>
                <a:gd name="T5" fmla="*/ 285 h 285"/>
                <a:gd name="T6" fmla="*/ 0 60000 65536"/>
                <a:gd name="T7" fmla="*/ 0 60000 65536"/>
                <a:gd name="T8" fmla="*/ 0 60000 65536"/>
                <a:gd name="T9" fmla="*/ 0 w 548"/>
                <a:gd name="T10" fmla="*/ 0 h 285"/>
                <a:gd name="T11" fmla="*/ 548 w 548"/>
                <a:gd name="T12" fmla="*/ 285 h 28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48" h="285">
                  <a:moveTo>
                    <a:pt x="548" y="0"/>
                  </a:moveTo>
                  <a:lnTo>
                    <a:pt x="548" y="284"/>
                  </a:lnTo>
                  <a:lnTo>
                    <a:pt x="0" y="285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s-ES_tradnl" noProof="0" dirty="0">
                <a:solidFill>
                  <a:schemeClr val="tx1"/>
                </a:solidFill>
              </a:endParaRPr>
            </a:p>
          </p:txBody>
        </p:sp>
        <p:sp>
          <p:nvSpPr>
            <p:cNvPr id="25" name="Text Box 53">
              <a:extLst>
                <a:ext uri="{FF2B5EF4-FFF2-40B4-BE49-F238E27FC236}">
                  <a16:creationId xmlns:a16="http://schemas.microsoft.com/office/drawing/2014/main" id="{89E4205D-23D5-038F-0300-ECF39859F48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50" y="2024"/>
              <a:ext cx="383" cy="154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s-ES_tradnl" sz="1000" noProof="0" dirty="0">
                  <a:solidFill>
                    <a:schemeClr val="tx1"/>
                  </a:solidFill>
                </a:rPr>
                <a:t>Escribir</a:t>
              </a:r>
            </a:p>
          </p:txBody>
        </p:sp>
        <p:sp>
          <p:nvSpPr>
            <p:cNvPr id="26" name="Text Box 54">
              <a:extLst>
                <a:ext uri="{FF2B5EF4-FFF2-40B4-BE49-F238E27FC236}">
                  <a16:creationId xmlns:a16="http://schemas.microsoft.com/office/drawing/2014/main" id="{E8CB7A5B-65F4-193F-8175-DF8309F06D4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58" y="2214"/>
              <a:ext cx="691" cy="154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s-ES_tradnl" sz="1000" noProof="0" dirty="0">
                  <a:solidFill>
                    <a:schemeClr val="tx1"/>
                  </a:solidFill>
                </a:rPr>
                <a:t>Desplazar dcha.</a:t>
              </a:r>
            </a:p>
          </p:txBody>
        </p:sp>
        <p:sp>
          <p:nvSpPr>
            <p:cNvPr id="27" name="Text Box 55">
              <a:extLst>
                <a:ext uri="{FF2B5EF4-FFF2-40B4-BE49-F238E27FC236}">
                  <a16:creationId xmlns:a16="http://schemas.microsoft.com/office/drawing/2014/main" id="{09E1201B-C8F1-D1A1-FEFB-4550DA02DCE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70" y="1428"/>
              <a:ext cx="851" cy="330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s-ES_tradnl" sz="1400" b="1" noProof="0" dirty="0">
                  <a:solidFill>
                    <a:schemeClr val="tx1"/>
                  </a:solidFill>
                </a:rPr>
                <a:t>Sumar/Restar</a:t>
              </a:r>
            </a:p>
            <a:p>
              <a:r>
                <a:rPr lang="es-ES_tradnl" sz="1400" b="1" noProof="0" dirty="0" err="1">
                  <a:solidFill>
                    <a:schemeClr val="tx1"/>
                  </a:solidFill>
                </a:rPr>
                <a:t>DesplazarM</a:t>
              </a:r>
              <a:endParaRPr lang="es-ES_tradnl" sz="1400" b="1" noProof="0" dirty="0">
                <a:solidFill>
                  <a:schemeClr val="tx1"/>
                </a:solidFill>
              </a:endParaRPr>
            </a:p>
          </p:txBody>
        </p:sp>
        <p:sp>
          <p:nvSpPr>
            <p:cNvPr id="28" name="Rectangle 56">
              <a:extLst>
                <a:ext uri="{FF2B5EF4-FFF2-40B4-BE49-F238E27FC236}">
                  <a16:creationId xmlns:a16="http://schemas.microsoft.com/office/drawing/2014/main" id="{FC921D3A-833B-810E-D979-0DC8A50182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34" y="2135"/>
              <a:ext cx="161" cy="133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s-ES_tradnl" sz="1000" noProof="0" dirty="0">
                  <a:solidFill>
                    <a:schemeClr val="tx1"/>
                  </a:solidFill>
                </a:rPr>
                <a:t>S</a:t>
              </a:r>
            </a:p>
          </p:txBody>
        </p:sp>
        <p:sp>
          <p:nvSpPr>
            <p:cNvPr id="29" name="Freeform 57">
              <a:extLst>
                <a:ext uri="{FF2B5EF4-FFF2-40B4-BE49-F238E27FC236}">
                  <a16:creationId xmlns:a16="http://schemas.microsoft.com/office/drawing/2014/main" id="{5D7607BF-FC51-9C3B-BAAE-41B2DBCE1781}"/>
                </a:ext>
              </a:extLst>
            </p:cNvPr>
            <p:cNvSpPr>
              <a:spLocks/>
            </p:cNvSpPr>
            <p:nvPr/>
          </p:nvSpPr>
          <p:spPr bwMode="auto">
            <a:xfrm>
              <a:off x="3077" y="1828"/>
              <a:ext cx="203" cy="299"/>
            </a:xfrm>
            <a:custGeom>
              <a:avLst/>
              <a:gdLst>
                <a:gd name="T0" fmla="*/ 138 w 298"/>
                <a:gd name="T1" fmla="*/ 0 h 438"/>
                <a:gd name="T2" fmla="*/ 0 w 298"/>
                <a:gd name="T3" fmla="*/ 119 h 438"/>
                <a:gd name="T4" fmla="*/ 0 w 298"/>
                <a:gd name="T5" fmla="*/ 204 h 438"/>
                <a:gd name="T6" fmla="*/ 0 60000 65536"/>
                <a:gd name="T7" fmla="*/ 0 60000 65536"/>
                <a:gd name="T8" fmla="*/ 0 60000 65536"/>
                <a:gd name="T9" fmla="*/ 0 w 298"/>
                <a:gd name="T10" fmla="*/ 0 h 438"/>
                <a:gd name="T11" fmla="*/ 298 w 298"/>
                <a:gd name="T12" fmla="*/ 438 h 43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98" h="438">
                  <a:moveTo>
                    <a:pt x="298" y="0"/>
                  </a:moveTo>
                  <a:lnTo>
                    <a:pt x="0" y="257"/>
                  </a:lnTo>
                  <a:lnTo>
                    <a:pt x="0" y="438"/>
                  </a:lnTo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s-ES_tradnl" noProof="0" dirty="0">
                <a:solidFill>
                  <a:schemeClr val="tx1"/>
                </a:solidFill>
              </a:endParaRPr>
            </a:p>
          </p:txBody>
        </p:sp>
        <p:sp>
          <p:nvSpPr>
            <p:cNvPr id="30" name="Text Box 58">
              <a:extLst>
                <a:ext uri="{FF2B5EF4-FFF2-40B4-BE49-F238E27FC236}">
                  <a16:creationId xmlns:a16="http://schemas.microsoft.com/office/drawing/2014/main" id="{380663CA-3DBE-B6B0-BA42-132FB469863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12" y="1774"/>
              <a:ext cx="306" cy="154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s-ES_tradnl" sz="1000" noProof="0" dirty="0">
                  <a:solidFill>
                    <a:schemeClr val="tx1"/>
                  </a:solidFill>
                </a:rPr>
                <a:t>signo</a:t>
              </a:r>
            </a:p>
          </p:txBody>
        </p:sp>
        <p:sp>
          <p:nvSpPr>
            <p:cNvPr id="31" name="Rectangle 59">
              <a:extLst>
                <a:ext uri="{FF2B5EF4-FFF2-40B4-BE49-F238E27FC236}">
                  <a16:creationId xmlns:a16="http://schemas.microsoft.com/office/drawing/2014/main" id="{30D9A1CB-EBAD-94D2-8285-5ADA46F4D1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3" y="2134"/>
              <a:ext cx="76" cy="135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s-ES_tradnl" noProof="0" dirty="0">
                <a:solidFill>
                  <a:schemeClr val="tx1"/>
                </a:solidFill>
              </a:endParaRPr>
            </a:p>
          </p:txBody>
        </p:sp>
        <p:sp>
          <p:nvSpPr>
            <p:cNvPr id="32" name="Line 60">
              <a:extLst>
                <a:ext uri="{FF2B5EF4-FFF2-40B4-BE49-F238E27FC236}">
                  <a16:creationId xmlns:a16="http://schemas.microsoft.com/office/drawing/2014/main" id="{6C0F3943-CF02-7782-1EFB-45748D3CC78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971" y="2294"/>
              <a:ext cx="0" cy="27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s-ES_tradnl" noProof="0" dirty="0">
                <a:solidFill>
                  <a:schemeClr val="tx1"/>
                </a:solidFill>
              </a:endParaRPr>
            </a:p>
          </p:txBody>
        </p:sp>
        <p:sp>
          <p:nvSpPr>
            <p:cNvPr id="33" name="Text Box 61">
              <a:extLst>
                <a:ext uri="{FF2B5EF4-FFF2-40B4-BE49-F238E27FC236}">
                  <a16:creationId xmlns:a16="http://schemas.microsoft.com/office/drawing/2014/main" id="{2FEDB2BC-7414-34B8-0E4F-B5908C361A1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92" y="2548"/>
              <a:ext cx="563" cy="192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s-ES_tradnl" sz="1400" b="1" noProof="0" dirty="0">
                  <a:solidFill>
                    <a:schemeClr val="tx1"/>
                  </a:solidFill>
                </a:rPr>
                <a:t>Bit extra</a:t>
              </a:r>
            </a:p>
          </p:txBody>
        </p:sp>
        <p:sp>
          <p:nvSpPr>
            <p:cNvPr id="34" name="Freeform 62">
              <a:extLst>
                <a:ext uri="{FF2B5EF4-FFF2-40B4-BE49-F238E27FC236}">
                  <a16:creationId xmlns:a16="http://schemas.microsoft.com/office/drawing/2014/main" id="{1E05FC99-83C1-106B-F8E2-4D8E6DCA0549}"/>
                </a:ext>
              </a:extLst>
            </p:cNvPr>
            <p:cNvSpPr>
              <a:spLocks/>
            </p:cNvSpPr>
            <p:nvPr/>
          </p:nvSpPr>
          <p:spPr bwMode="auto">
            <a:xfrm>
              <a:off x="4942" y="1915"/>
              <a:ext cx="302" cy="221"/>
            </a:xfrm>
            <a:custGeom>
              <a:avLst/>
              <a:gdLst>
                <a:gd name="T0" fmla="*/ 0 w 302"/>
                <a:gd name="T1" fmla="*/ 221 h 221"/>
                <a:gd name="T2" fmla="*/ 62 w 302"/>
                <a:gd name="T3" fmla="*/ 120 h 221"/>
                <a:gd name="T4" fmla="*/ 302 w 302"/>
                <a:gd name="T5" fmla="*/ 0 h 221"/>
                <a:gd name="T6" fmla="*/ 0 60000 65536"/>
                <a:gd name="T7" fmla="*/ 0 60000 65536"/>
                <a:gd name="T8" fmla="*/ 0 60000 65536"/>
                <a:gd name="T9" fmla="*/ 0 w 302"/>
                <a:gd name="T10" fmla="*/ 0 h 221"/>
                <a:gd name="T11" fmla="*/ 302 w 302"/>
                <a:gd name="T12" fmla="*/ 221 h 22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02" h="221">
                  <a:moveTo>
                    <a:pt x="0" y="221"/>
                  </a:moveTo>
                  <a:lnTo>
                    <a:pt x="62" y="120"/>
                  </a:lnTo>
                  <a:lnTo>
                    <a:pt x="302" y="0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s-ES_tradnl" noProof="0" dirty="0">
                <a:solidFill>
                  <a:schemeClr val="tx1"/>
                </a:solidFill>
              </a:endParaRPr>
            </a:p>
          </p:txBody>
        </p:sp>
        <p:sp>
          <p:nvSpPr>
            <p:cNvPr id="35" name="Rectangle 63">
              <a:extLst>
                <a:ext uri="{FF2B5EF4-FFF2-40B4-BE49-F238E27FC236}">
                  <a16:creationId xmlns:a16="http://schemas.microsoft.com/office/drawing/2014/main" id="{B5EFF446-F6E1-E357-5962-B8A3475B7E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61" y="2134"/>
              <a:ext cx="138" cy="135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s-ES_tradnl" noProof="0" dirty="0">
                <a:solidFill>
                  <a:schemeClr val="tx1"/>
                </a:solidFill>
              </a:endParaRPr>
            </a:p>
          </p:txBody>
        </p:sp>
        <p:sp>
          <p:nvSpPr>
            <p:cNvPr id="36" name="Freeform 64">
              <a:extLst>
                <a:ext uri="{FF2B5EF4-FFF2-40B4-BE49-F238E27FC236}">
                  <a16:creationId xmlns:a16="http://schemas.microsoft.com/office/drawing/2014/main" id="{6E4F70EB-B1C6-B3CE-D716-E88C79EB59CB}"/>
                </a:ext>
              </a:extLst>
            </p:cNvPr>
            <p:cNvSpPr>
              <a:spLocks/>
            </p:cNvSpPr>
            <p:nvPr/>
          </p:nvSpPr>
          <p:spPr bwMode="auto">
            <a:xfrm>
              <a:off x="4792" y="1798"/>
              <a:ext cx="385" cy="328"/>
            </a:xfrm>
            <a:custGeom>
              <a:avLst/>
              <a:gdLst>
                <a:gd name="T0" fmla="*/ 0 w 385"/>
                <a:gd name="T1" fmla="*/ 328 h 328"/>
                <a:gd name="T2" fmla="*/ 116 w 385"/>
                <a:gd name="T3" fmla="*/ 112 h 328"/>
                <a:gd name="T4" fmla="*/ 385 w 385"/>
                <a:gd name="T5" fmla="*/ 0 h 328"/>
                <a:gd name="T6" fmla="*/ 0 60000 65536"/>
                <a:gd name="T7" fmla="*/ 0 60000 65536"/>
                <a:gd name="T8" fmla="*/ 0 60000 65536"/>
                <a:gd name="T9" fmla="*/ 0 w 385"/>
                <a:gd name="T10" fmla="*/ 0 h 328"/>
                <a:gd name="T11" fmla="*/ 385 w 385"/>
                <a:gd name="T12" fmla="*/ 328 h 32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85" h="328">
                  <a:moveTo>
                    <a:pt x="0" y="328"/>
                  </a:moveTo>
                  <a:lnTo>
                    <a:pt x="116" y="112"/>
                  </a:lnTo>
                  <a:lnTo>
                    <a:pt x="385" y="0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s-ES_tradnl" noProof="0" dirty="0">
                <a:solidFill>
                  <a:schemeClr val="tx1"/>
                </a:solidFill>
              </a:endParaRPr>
            </a:p>
          </p:txBody>
        </p:sp>
      </p:grpSp>
      <p:sp>
        <p:nvSpPr>
          <p:cNvPr id="44" name="Text Box 65">
            <a:extLst>
              <a:ext uri="{FF2B5EF4-FFF2-40B4-BE49-F238E27FC236}">
                <a16:creationId xmlns:a16="http://schemas.microsoft.com/office/drawing/2014/main" id="{9141457A-AE4B-1DB5-0CB0-E4EC3C096E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43463" y="4515122"/>
            <a:ext cx="3651250" cy="646331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s-ES_tradnl" sz="1800" noProof="0" dirty="0">
                <a:solidFill>
                  <a:srgbClr val="FF0000"/>
                </a:solidFill>
              </a:rPr>
              <a:t>Los registros HI y LO deben tener un número par de bits</a:t>
            </a:r>
          </a:p>
        </p:txBody>
      </p:sp>
      <p:grpSp>
        <p:nvGrpSpPr>
          <p:cNvPr id="45" name="Grupo 44">
            <a:extLst>
              <a:ext uri="{FF2B5EF4-FFF2-40B4-BE49-F238E27FC236}">
                <a16:creationId xmlns:a16="http://schemas.microsoft.com/office/drawing/2014/main" id="{5DC328FA-0C7E-DE71-0DBC-EC20D0B37EA0}"/>
              </a:ext>
            </a:extLst>
          </p:cNvPr>
          <p:cNvGrpSpPr/>
          <p:nvPr/>
        </p:nvGrpSpPr>
        <p:grpSpPr>
          <a:xfrm>
            <a:off x="17463" y="1636985"/>
            <a:ext cx="4143375" cy="5032375"/>
            <a:chOff x="17463" y="1392238"/>
            <a:chExt cx="4143375" cy="5032375"/>
          </a:xfrm>
        </p:grpSpPr>
        <p:sp>
          <p:nvSpPr>
            <p:cNvPr id="46" name="AutoShape 5">
              <a:extLst>
                <a:ext uri="{FF2B5EF4-FFF2-40B4-BE49-F238E27FC236}">
                  <a16:creationId xmlns:a16="http://schemas.microsoft.com/office/drawing/2014/main" id="{897A2B98-BAD2-1430-066F-0E5FD5D0F5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60500" y="1392238"/>
              <a:ext cx="1036638" cy="280987"/>
            </a:xfrm>
            <a:prstGeom prst="flowChartAlternateProcess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s-ES_tradnl" noProof="0" dirty="0">
                  <a:solidFill>
                    <a:schemeClr val="tx1"/>
                  </a:solidFill>
                </a:rPr>
                <a:t>Inicio</a:t>
              </a:r>
            </a:p>
          </p:txBody>
        </p:sp>
        <p:sp>
          <p:nvSpPr>
            <p:cNvPr id="47" name="AutoShape 6">
              <a:extLst>
                <a:ext uri="{FF2B5EF4-FFF2-40B4-BE49-F238E27FC236}">
                  <a16:creationId xmlns:a16="http://schemas.microsoft.com/office/drawing/2014/main" id="{D51292E0-46A0-39B8-6D09-EEB07E1F90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08113" y="2012950"/>
              <a:ext cx="1160462" cy="625475"/>
            </a:xfrm>
            <a:prstGeom prst="flowChartDecision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s-ES_tradnl" sz="1400" noProof="0" dirty="0">
                  <a:solidFill>
                    <a:schemeClr val="tx1"/>
                  </a:solidFill>
                </a:rPr>
                <a:t>q</a:t>
              </a:r>
              <a:r>
                <a:rPr lang="es-ES_tradnl" sz="1400" baseline="-25000" noProof="0" dirty="0">
                  <a:solidFill>
                    <a:schemeClr val="tx1"/>
                  </a:solidFill>
                </a:rPr>
                <a:t>i+1</a:t>
              </a:r>
              <a:r>
                <a:rPr lang="es-ES_tradnl" sz="1400" noProof="0" dirty="0">
                  <a:solidFill>
                    <a:schemeClr val="tx1"/>
                  </a:solidFill>
                </a:rPr>
                <a:t>q</a:t>
              </a:r>
              <a:r>
                <a:rPr lang="es-ES_tradnl" sz="1400" baseline="-25000" noProof="0" dirty="0">
                  <a:solidFill>
                    <a:schemeClr val="tx1"/>
                  </a:solidFill>
                </a:rPr>
                <a:t>i</a:t>
              </a:r>
              <a:r>
                <a:rPr lang="es-ES_tradnl" sz="1400" noProof="0" dirty="0">
                  <a:solidFill>
                    <a:schemeClr val="tx1"/>
                  </a:solidFill>
                </a:rPr>
                <a:t>q</a:t>
              </a:r>
              <a:r>
                <a:rPr lang="es-ES_tradnl" sz="1400" baseline="-25000" noProof="0" dirty="0">
                  <a:solidFill>
                    <a:schemeClr val="tx1"/>
                  </a:solidFill>
                </a:rPr>
                <a:t>i-1</a:t>
              </a:r>
            </a:p>
          </p:txBody>
        </p:sp>
        <p:sp>
          <p:nvSpPr>
            <p:cNvPr id="48" name="AutoShape 7">
              <a:extLst>
                <a:ext uri="{FF2B5EF4-FFF2-40B4-BE49-F238E27FC236}">
                  <a16:creationId xmlns:a16="http://schemas.microsoft.com/office/drawing/2014/main" id="{4C0CB4D5-A0D9-403E-3654-B734837C2C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463" y="2684463"/>
              <a:ext cx="1060450" cy="352425"/>
            </a:xfrm>
            <a:prstGeom prst="flowChartProcess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s-ES_tradnl" sz="1200" noProof="0" dirty="0">
                  <a:solidFill>
                    <a:schemeClr val="tx1"/>
                  </a:solidFill>
                </a:rPr>
                <a:t>HI </a:t>
              </a:r>
              <a:r>
                <a:rPr lang="es-ES_tradnl" sz="1200" noProof="0" dirty="0">
                  <a:solidFill>
                    <a:schemeClr val="tx1"/>
                  </a:solidFill>
                  <a:sym typeface="Symbol" pitchFamily="18" charset="2"/>
                </a:rPr>
                <a:t> </a:t>
              </a:r>
              <a:r>
                <a:rPr lang="es-ES_tradnl" sz="1200" noProof="0" dirty="0">
                  <a:solidFill>
                    <a:schemeClr val="tx1"/>
                  </a:solidFill>
                </a:rPr>
                <a:t>HI + M</a:t>
              </a:r>
            </a:p>
          </p:txBody>
        </p:sp>
        <p:sp>
          <p:nvSpPr>
            <p:cNvPr id="49" name="AutoShape 8">
              <a:extLst>
                <a:ext uri="{FF2B5EF4-FFF2-40B4-BE49-F238E27FC236}">
                  <a16:creationId xmlns:a16="http://schemas.microsoft.com/office/drawing/2014/main" id="{1E7E7D67-8AB7-7C70-0FF1-6617AA1125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4563" y="4391025"/>
              <a:ext cx="2085975" cy="554038"/>
            </a:xfrm>
            <a:prstGeom prst="flowChartProcess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s-ES_tradnl" sz="1600" noProof="0" dirty="0">
                  <a:solidFill>
                    <a:schemeClr val="tx1"/>
                  </a:solidFill>
                </a:rPr>
                <a:t>Desplazar S-HI-LO-X</a:t>
              </a:r>
            </a:p>
            <a:p>
              <a:r>
                <a:rPr lang="es-ES_tradnl" sz="1600" noProof="0" dirty="0">
                  <a:solidFill>
                    <a:schemeClr val="tx1"/>
                  </a:solidFill>
                </a:rPr>
                <a:t>dos bits a la dcha.</a:t>
              </a:r>
            </a:p>
          </p:txBody>
        </p:sp>
        <p:sp>
          <p:nvSpPr>
            <p:cNvPr id="50" name="AutoShape 9">
              <a:extLst>
                <a:ext uri="{FF2B5EF4-FFF2-40B4-BE49-F238E27FC236}">
                  <a16:creationId xmlns:a16="http://schemas.microsoft.com/office/drawing/2014/main" id="{EEFD4550-D81C-8B26-9B52-E88F2925F5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98588" y="5243513"/>
              <a:ext cx="1160462" cy="625475"/>
            </a:xfrm>
            <a:prstGeom prst="flowChartDecision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s-ES_tradnl" sz="1400" noProof="0" dirty="0" err="1">
                  <a:solidFill>
                    <a:schemeClr val="tx1"/>
                  </a:solidFill>
                </a:rPr>
                <a:t>Nº</a:t>
              </a:r>
              <a:r>
                <a:rPr lang="es-ES_tradnl" sz="1400" noProof="0" dirty="0">
                  <a:solidFill>
                    <a:schemeClr val="tx1"/>
                  </a:solidFill>
                </a:rPr>
                <a:t> Ciclo</a:t>
              </a:r>
            </a:p>
          </p:txBody>
        </p:sp>
        <p:sp>
          <p:nvSpPr>
            <p:cNvPr id="51" name="Line 10">
              <a:extLst>
                <a:ext uri="{FF2B5EF4-FFF2-40B4-BE49-F238E27FC236}">
                  <a16:creationId xmlns:a16="http://schemas.microsoft.com/office/drawing/2014/main" id="{4A7EC1AC-8AD6-F0B8-B4D1-976BF590FB9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89138" y="1682750"/>
              <a:ext cx="0" cy="325438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s-ES_tradnl" noProof="0" dirty="0">
                <a:solidFill>
                  <a:schemeClr val="tx1"/>
                </a:solidFill>
              </a:endParaRPr>
            </a:p>
          </p:txBody>
        </p:sp>
        <p:sp>
          <p:nvSpPr>
            <p:cNvPr id="52" name="Freeform 11">
              <a:extLst>
                <a:ext uri="{FF2B5EF4-FFF2-40B4-BE49-F238E27FC236}">
                  <a16:creationId xmlns:a16="http://schemas.microsoft.com/office/drawing/2014/main" id="{2A95D619-B902-C728-B937-438C477B0E60}"/>
                </a:ext>
              </a:extLst>
            </p:cNvPr>
            <p:cNvSpPr>
              <a:spLocks/>
            </p:cNvSpPr>
            <p:nvPr/>
          </p:nvSpPr>
          <p:spPr bwMode="auto">
            <a:xfrm>
              <a:off x="538163" y="2325688"/>
              <a:ext cx="869950" cy="354012"/>
            </a:xfrm>
            <a:custGeom>
              <a:avLst/>
              <a:gdLst>
                <a:gd name="T0" fmla="*/ 2147483647 w 183"/>
                <a:gd name="T1" fmla="*/ 4285409 h 342"/>
                <a:gd name="T2" fmla="*/ 0 w 183"/>
                <a:gd name="T3" fmla="*/ 4285409 h 342"/>
                <a:gd name="T4" fmla="*/ 0 w 183"/>
                <a:gd name="T5" fmla="*/ 366445894 h 342"/>
                <a:gd name="T6" fmla="*/ 0 60000 65536"/>
                <a:gd name="T7" fmla="*/ 0 60000 65536"/>
                <a:gd name="T8" fmla="*/ 0 60000 65536"/>
                <a:gd name="T9" fmla="*/ 0 w 183"/>
                <a:gd name="T10" fmla="*/ 0 h 342"/>
                <a:gd name="T11" fmla="*/ 183 w 183"/>
                <a:gd name="T12" fmla="*/ 342 h 34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83" h="342">
                  <a:moveTo>
                    <a:pt x="183" y="4"/>
                  </a:moveTo>
                  <a:cubicBezTo>
                    <a:pt x="116" y="0"/>
                    <a:pt x="64" y="4"/>
                    <a:pt x="0" y="4"/>
                  </a:cubicBezTo>
                  <a:lnTo>
                    <a:pt x="0" y="342"/>
                  </a:lnTo>
                </a:path>
              </a:pathLst>
            </a:custGeom>
            <a:noFill/>
            <a:ln w="158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s-ES_tradnl" noProof="0" dirty="0">
                <a:solidFill>
                  <a:schemeClr val="tx1"/>
                </a:solidFill>
              </a:endParaRPr>
            </a:p>
          </p:txBody>
        </p:sp>
        <p:sp>
          <p:nvSpPr>
            <p:cNvPr id="53" name="Freeform 12">
              <a:extLst>
                <a:ext uri="{FF2B5EF4-FFF2-40B4-BE49-F238E27FC236}">
                  <a16:creationId xmlns:a16="http://schemas.microsoft.com/office/drawing/2014/main" id="{603B6B9D-5E1B-1C97-76B7-5D042B30E0B2}"/>
                </a:ext>
              </a:extLst>
            </p:cNvPr>
            <p:cNvSpPr>
              <a:spLocks/>
            </p:cNvSpPr>
            <p:nvPr/>
          </p:nvSpPr>
          <p:spPr bwMode="auto">
            <a:xfrm>
              <a:off x="1163638" y="3595688"/>
              <a:ext cx="606425" cy="788987"/>
            </a:xfrm>
            <a:custGeom>
              <a:avLst/>
              <a:gdLst>
                <a:gd name="T0" fmla="*/ 0 w 452"/>
                <a:gd name="T1" fmla="*/ 0 h 220"/>
                <a:gd name="T2" fmla="*/ 0 w 452"/>
                <a:gd name="T3" fmla="*/ 1080374393 h 220"/>
                <a:gd name="T4" fmla="*/ 813609144 w 452"/>
                <a:gd name="T5" fmla="*/ 1080374393 h 220"/>
                <a:gd name="T6" fmla="*/ 813609144 w 452"/>
                <a:gd name="T7" fmla="*/ 2147483647 h 22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52"/>
                <a:gd name="T13" fmla="*/ 0 h 220"/>
                <a:gd name="T14" fmla="*/ 452 w 452"/>
                <a:gd name="T15" fmla="*/ 220 h 22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52" h="220">
                  <a:moveTo>
                    <a:pt x="0" y="0"/>
                  </a:moveTo>
                  <a:lnTo>
                    <a:pt x="0" y="84"/>
                  </a:lnTo>
                  <a:lnTo>
                    <a:pt x="452" y="84"/>
                  </a:lnTo>
                  <a:lnTo>
                    <a:pt x="452" y="220"/>
                  </a:lnTo>
                </a:path>
              </a:pathLst>
            </a:custGeom>
            <a:noFill/>
            <a:ln w="158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s-ES_tradnl" noProof="0" dirty="0">
                <a:solidFill>
                  <a:schemeClr val="tx1"/>
                </a:solidFill>
              </a:endParaRPr>
            </a:p>
          </p:txBody>
        </p:sp>
        <p:sp>
          <p:nvSpPr>
            <p:cNvPr id="54" name="Line 13">
              <a:extLst>
                <a:ext uri="{FF2B5EF4-FFF2-40B4-BE49-F238E27FC236}">
                  <a16:creationId xmlns:a16="http://schemas.microsoft.com/office/drawing/2014/main" id="{CD496704-BCB4-D23E-BE70-34279F5B759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79613" y="4953000"/>
              <a:ext cx="0" cy="27305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s-ES_tradnl" noProof="0" dirty="0">
                <a:solidFill>
                  <a:schemeClr val="tx1"/>
                </a:solidFill>
              </a:endParaRPr>
            </a:p>
          </p:txBody>
        </p:sp>
        <p:sp>
          <p:nvSpPr>
            <p:cNvPr id="55" name="Freeform 14">
              <a:extLst>
                <a:ext uri="{FF2B5EF4-FFF2-40B4-BE49-F238E27FC236}">
                  <a16:creationId xmlns:a16="http://schemas.microsoft.com/office/drawing/2014/main" id="{45E50794-D3EA-4418-88CF-3393B2B44B30}"/>
                </a:ext>
              </a:extLst>
            </p:cNvPr>
            <p:cNvSpPr>
              <a:spLocks/>
            </p:cNvSpPr>
            <p:nvPr/>
          </p:nvSpPr>
          <p:spPr bwMode="auto">
            <a:xfrm>
              <a:off x="2432050" y="3040063"/>
              <a:ext cx="1019175" cy="1336675"/>
            </a:xfrm>
            <a:custGeom>
              <a:avLst/>
              <a:gdLst>
                <a:gd name="T0" fmla="*/ 1617940094 w 642"/>
                <a:gd name="T1" fmla="*/ 0 h 842"/>
                <a:gd name="T2" fmla="*/ 1617940094 w 642"/>
                <a:gd name="T3" fmla="*/ 1743948413 h 842"/>
                <a:gd name="T4" fmla="*/ 2520950 w 642"/>
                <a:gd name="T5" fmla="*/ 1746469362 h 842"/>
                <a:gd name="T6" fmla="*/ 0 w 642"/>
                <a:gd name="T7" fmla="*/ 2121971741 h 84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642"/>
                <a:gd name="T13" fmla="*/ 0 h 842"/>
                <a:gd name="T14" fmla="*/ 642 w 642"/>
                <a:gd name="T15" fmla="*/ 842 h 84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642" h="842">
                  <a:moveTo>
                    <a:pt x="642" y="0"/>
                  </a:moveTo>
                  <a:lnTo>
                    <a:pt x="642" y="692"/>
                  </a:lnTo>
                  <a:lnTo>
                    <a:pt x="1" y="693"/>
                  </a:lnTo>
                  <a:lnTo>
                    <a:pt x="0" y="842"/>
                  </a:lnTo>
                </a:path>
              </a:pathLst>
            </a:custGeom>
            <a:noFill/>
            <a:ln w="158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s-ES_tradnl" noProof="0" dirty="0">
                <a:solidFill>
                  <a:schemeClr val="tx1"/>
                </a:solidFill>
              </a:endParaRPr>
            </a:p>
          </p:txBody>
        </p:sp>
        <p:sp>
          <p:nvSpPr>
            <p:cNvPr id="56" name="AutoShape 15">
              <a:extLst>
                <a:ext uri="{FF2B5EF4-FFF2-40B4-BE49-F238E27FC236}">
                  <a16:creationId xmlns:a16="http://schemas.microsoft.com/office/drawing/2014/main" id="{54CA49C7-A274-2D4B-2288-5F18748BCD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70025" y="6143625"/>
              <a:ext cx="1036638" cy="280988"/>
            </a:xfrm>
            <a:prstGeom prst="flowChartAlternateProcess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s-ES_tradnl" sz="1600" noProof="0" dirty="0">
                  <a:solidFill>
                    <a:schemeClr val="tx1"/>
                  </a:solidFill>
                </a:rPr>
                <a:t>Fin</a:t>
              </a:r>
            </a:p>
          </p:txBody>
        </p:sp>
        <p:sp>
          <p:nvSpPr>
            <p:cNvPr id="57" name="Line 16">
              <a:extLst>
                <a:ext uri="{FF2B5EF4-FFF2-40B4-BE49-F238E27FC236}">
                  <a16:creationId xmlns:a16="http://schemas.microsoft.com/office/drawing/2014/main" id="{9421DA3A-3FB2-72E8-A821-59D99A3E74E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79613" y="5870575"/>
              <a:ext cx="0" cy="257175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s-ES_tradnl" noProof="0" dirty="0">
                <a:solidFill>
                  <a:schemeClr val="tx1"/>
                </a:solidFill>
              </a:endParaRPr>
            </a:p>
          </p:txBody>
        </p:sp>
        <p:sp>
          <p:nvSpPr>
            <p:cNvPr id="58" name="Text Box 17">
              <a:extLst>
                <a:ext uri="{FF2B5EF4-FFF2-40B4-BE49-F238E27FC236}">
                  <a16:creationId xmlns:a16="http://schemas.microsoft.com/office/drawing/2014/main" id="{64E4FC33-5A3D-8680-C9AA-B7BB001C415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7525" y="2032000"/>
              <a:ext cx="925253" cy="338554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s-ES_tradnl" sz="1600" noProof="0" dirty="0">
                  <a:solidFill>
                    <a:schemeClr val="tx1"/>
                  </a:solidFill>
                </a:rPr>
                <a:t>001/010</a:t>
              </a:r>
            </a:p>
          </p:txBody>
        </p:sp>
        <p:sp>
          <p:nvSpPr>
            <p:cNvPr id="59" name="Text Box 18">
              <a:extLst>
                <a:ext uri="{FF2B5EF4-FFF2-40B4-BE49-F238E27FC236}">
                  <a16:creationId xmlns:a16="http://schemas.microsoft.com/office/drawing/2014/main" id="{D0CC495D-17D3-E183-7153-7AAB38595F9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20763" y="2332038"/>
              <a:ext cx="510845" cy="338554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s-ES_tradnl" sz="1600" noProof="0" dirty="0">
                  <a:solidFill>
                    <a:schemeClr val="tx1"/>
                  </a:solidFill>
                </a:rPr>
                <a:t>011</a:t>
              </a:r>
            </a:p>
          </p:txBody>
        </p:sp>
        <p:sp>
          <p:nvSpPr>
            <p:cNvPr id="60" name="Text Box 19">
              <a:extLst>
                <a:ext uri="{FF2B5EF4-FFF2-40B4-BE49-F238E27FC236}">
                  <a16:creationId xmlns:a16="http://schemas.microsoft.com/office/drawing/2014/main" id="{D5C6C174-AEC2-5C61-BA7E-A4EB964D7B0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08125" y="5808663"/>
              <a:ext cx="433132" cy="30777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s-ES_tradnl" sz="1400" noProof="0" dirty="0">
                  <a:solidFill>
                    <a:schemeClr val="tx1"/>
                  </a:solidFill>
                </a:rPr>
                <a:t>n/2</a:t>
              </a:r>
            </a:p>
          </p:txBody>
        </p:sp>
        <p:sp>
          <p:nvSpPr>
            <p:cNvPr id="61" name="Freeform 20">
              <a:extLst>
                <a:ext uri="{FF2B5EF4-FFF2-40B4-BE49-F238E27FC236}">
                  <a16:creationId xmlns:a16="http://schemas.microsoft.com/office/drawing/2014/main" id="{3B3A822E-9C03-1B5B-DA1E-94FA74A67260}"/>
                </a:ext>
              </a:extLst>
            </p:cNvPr>
            <p:cNvSpPr>
              <a:spLocks/>
            </p:cNvSpPr>
            <p:nvPr/>
          </p:nvSpPr>
          <p:spPr bwMode="auto">
            <a:xfrm>
              <a:off x="1998663" y="1801813"/>
              <a:ext cx="2162175" cy="3751262"/>
            </a:xfrm>
            <a:custGeom>
              <a:avLst/>
              <a:gdLst>
                <a:gd name="T0" fmla="*/ 884574130 w 1362"/>
                <a:gd name="T1" fmla="*/ 2147483647 h 2363"/>
                <a:gd name="T2" fmla="*/ 2147483647 w 1362"/>
                <a:gd name="T3" fmla="*/ 2147483647 h 2363"/>
                <a:gd name="T4" fmla="*/ 2147483647 w 1362"/>
                <a:gd name="T5" fmla="*/ 0 h 2363"/>
                <a:gd name="T6" fmla="*/ 0 w 1362"/>
                <a:gd name="T7" fmla="*/ 0 h 236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362"/>
                <a:gd name="T13" fmla="*/ 0 h 2363"/>
                <a:gd name="T14" fmla="*/ 1362 w 1362"/>
                <a:gd name="T15" fmla="*/ 2363 h 236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362" h="2363">
                  <a:moveTo>
                    <a:pt x="351" y="2363"/>
                  </a:moveTo>
                  <a:lnTo>
                    <a:pt x="1362" y="2361"/>
                  </a:lnTo>
                  <a:lnTo>
                    <a:pt x="1362" y="0"/>
                  </a:lnTo>
                  <a:lnTo>
                    <a:pt x="0" y="0"/>
                  </a:lnTo>
                </a:path>
              </a:pathLst>
            </a:custGeom>
            <a:noFill/>
            <a:ln w="158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s-ES_tradnl" noProof="0" dirty="0">
                <a:solidFill>
                  <a:schemeClr val="tx1"/>
                </a:solidFill>
              </a:endParaRPr>
            </a:p>
          </p:txBody>
        </p:sp>
        <p:sp>
          <p:nvSpPr>
            <p:cNvPr id="62" name="Text Box 21">
              <a:extLst>
                <a:ext uri="{FF2B5EF4-FFF2-40B4-BE49-F238E27FC236}">
                  <a16:creationId xmlns:a16="http://schemas.microsoft.com/office/drawing/2014/main" id="{7E7FAE8C-3F4E-5610-FA98-80A0355D6FF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66975" y="5238750"/>
              <a:ext cx="537327" cy="30777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s-ES_tradnl" sz="1400" noProof="0" dirty="0">
                  <a:solidFill>
                    <a:schemeClr val="tx1"/>
                  </a:solidFill>
                </a:rPr>
                <a:t>&lt;n/2</a:t>
              </a:r>
            </a:p>
          </p:txBody>
        </p:sp>
        <p:sp>
          <p:nvSpPr>
            <p:cNvPr id="63" name="Line 25">
              <a:extLst>
                <a:ext uri="{FF2B5EF4-FFF2-40B4-BE49-F238E27FC236}">
                  <a16:creationId xmlns:a16="http://schemas.microsoft.com/office/drawing/2014/main" id="{1CAD636A-CB65-E523-64A6-81D6A64DEF3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82788" y="2668588"/>
              <a:ext cx="0" cy="170973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s-ES_tradnl" noProof="0" dirty="0">
                <a:solidFill>
                  <a:schemeClr val="tx1"/>
                </a:solidFill>
              </a:endParaRPr>
            </a:p>
          </p:txBody>
        </p:sp>
        <p:sp>
          <p:nvSpPr>
            <p:cNvPr id="64" name="Freeform 67">
              <a:extLst>
                <a:ext uri="{FF2B5EF4-FFF2-40B4-BE49-F238E27FC236}">
                  <a16:creationId xmlns:a16="http://schemas.microsoft.com/office/drawing/2014/main" id="{655E2551-BB7B-233C-2011-0304E942486E}"/>
                </a:ext>
              </a:extLst>
            </p:cNvPr>
            <p:cNvSpPr>
              <a:spLocks/>
            </p:cNvSpPr>
            <p:nvPr/>
          </p:nvSpPr>
          <p:spPr bwMode="auto">
            <a:xfrm>
              <a:off x="1163638" y="2479675"/>
              <a:ext cx="509587" cy="746125"/>
            </a:xfrm>
            <a:custGeom>
              <a:avLst/>
              <a:gdLst>
                <a:gd name="T0" fmla="*/ 808968460 w 321"/>
                <a:gd name="T1" fmla="*/ 0 h 470"/>
                <a:gd name="T2" fmla="*/ 0 w 321"/>
                <a:gd name="T3" fmla="*/ 385584699 h 470"/>
                <a:gd name="T4" fmla="*/ 0 w 321"/>
                <a:gd name="T5" fmla="*/ 1184473527 h 470"/>
                <a:gd name="T6" fmla="*/ 0 60000 65536"/>
                <a:gd name="T7" fmla="*/ 0 60000 65536"/>
                <a:gd name="T8" fmla="*/ 0 60000 65536"/>
                <a:gd name="T9" fmla="*/ 0 w 321"/>
                <a:gd name="T10" fmla="*/ 0 h 470"/>
                <a:gd name="T11" fmla="*/ 321 w 321"/>
                <a:gd name="T12" fmla="*/ 470 h 47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21" h="470">
                  <a:moveTo>
                    <a:pt x="321" y="0"/>
                  </a:moveTo>
                  <a:lnTo>
                    <a:pt x="0" y="153"/>
                  </a:lnTo>
                  <a:lnTo>
                    <a:pt x="0" y="470"/>
                  </a:lnTo>
                </a:path>
              </a:pathLst>
            </a:custGeom>
            <a:noFill/>
            <a:ln w="158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s-ES_tradnl" noProof="0" dirty="0">
                <a:solidFill>
                  <a:schemeClr val="tx1"/>
                </a:solidFill>
              </a:endParaRPr>
            </a:p>
          </p:txBody>
        </p:sp>
        <p:sp>
          <p:nvSpPr>
            <p:cNvPr id="65" name="AutoShape 68">
              <a:extLst>
                <a:ext uri="{FF2B5EF4-FFF2-40B4-BE49-F238E27FC236}">
                  <a16:creationId xmlns:a16="http://schemas.microsoft.com/office/drawing/2014/main" id="{EF850A33-A5BD-AEF8-2A61-8EA8A570EA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1825" y="3232150"/>
              <a:ext cx="1060450" cy="352425"/>
            </a:xfrm>
            <a:prstGeom prst="flowChartProcess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s-ES_tradnl" sz="1200" noProof="0" dirty="0">
                  <a:solidFill>
                    <a:schemeClr val="tx1"/>
                  </a:solidFill>
                </a:rPr>
                <a:t>HI </a:t>
              </a:r>
              <a:r>
                <a:rPr lang="es-ES_tradnl" sz="1200" noProof="0" dirty="0">
                  <a:solidFill>
                    <a:schemeClr val="tx1"/>
                  </a:solidFill>
                  <a:sym typeface="Symbol" pitchFamily="18" charset="2"/>
                </a:rPr>
                <a:t> </a:t>
              </a:r>
              <a:r>
                <a:rPr lang="es-ES_tradnl" sz="1200" noProof="0" dirty="0">
                  <a:solidFill>
                    <a:schemeClr val="tx1"/>
                  </a:solidFill>
                </a:rPr>
                <a:t>HI + 2M</a:t>
              </a:r>
            </a:p>
          </p:txBody>
        </p:sp>
        <p:sp>
          <p:nvSpPr>
            <p:cNvPr id="66" name="Freeform 69">
              <a:extLst>
                <a:ext uri="{FF2B5EF4-FFF2-40B4-BE49-F238E27FC236}">
                  <a16:creationId xmlns:a16="http://schemas.microsoft.com/office/drawing/2014/main" id="{9FB10CD4-9F61-0702-A014-B16ACB170A23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2576513" y="2320925"/>
              <a:ext cx="869950" cy="354013"/>
            </a:xfrm>
            <a:custGeom>
              <a:avLst/>
              <a:gdLst>
                <a:gd name="T0" fmla="*/ 2147483647 w 183"/>
                <a:gd name="T1" fmla="*/ 4286456 h 342"/>
                <a:gd name="T2" fmla="*/ 0 w 183"/>
                <a:gd name="T3" fmla="*/ 4286456 h 342"/>
                <a:gd name="T4" fmla="*/ 0 w 183"/>
                <a:gd name="T5" fmla="*/ 366447964 h 342"/>
                <a:gd name="T6" fmla="*/ 0 60000 65536"/>
                <a:gd name="T7" fmla="*/ 0 60000 65536"/>
                <a:gd name="T8" fmla="*/ 0 60000 65536"/>
                <a:gd name="T9" fmla="*/ 0 w 183"/>
                <a:gd name="T10" fmla="*/ 0 h 342"/>
                <a:gd name="T11" fmla="*/ 183 w 183"/>
                <a:gd name="T12" fmla="*/ 342 h 34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83" h="342">
                  <a:moveTo>
                    <a:pt x="183" y="4"/>
                  </a:moveTo>
                  <a:cubicBezTo>
                    <a:pt x="116" y="0"/>
                    <a:pt x="64" y="4"/>
                    <a:pt x="0" y="4"/>
                  </a:cubicBezTo>
                  <a:lnTo>
                    <a:pt x="0" y="342"/>
                  </a:lnTo>
                </a:path>
              </a:pathLst>
            </a:custGeom>
            <a:noFill/>
            <a:ln w="158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s-ES_tradnl" noProof="0" dirty="0">
                <a:solidFill>
                  <a:schemeClr val="tx1"/>
                </a:solidFill>
              </a:endParaRPr>
            </a:p>
          </p:txBody>
        </p:sp>
        <p:sp>
          <p:nvSpPr>
            <p:cNvPr id="67" name="Freeform 70">
              <a:extLst>
                <a:ext uri="{FF2B5EF4-FFF2-40B4-BE49-F238E27FC236}">
                  <a16:creationId xmlns:a16="http://schemas.microsoft.com/office/drawing/2014/main" id="{500665FE-2917-FB04-CC6E-E661AFBDC1C7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2328863" y="2459038"/>
              <a:ext cx="509587" cy="746125"/>
            </a:xfrm>
            <a:custGeom>
              <a:avLst/>
              <a:gdLst>
                <a:gd name="T0" fmla="*/ 808968460 w 321"/>
                <a:gd name="T1" fmla="*/ 0 h 470"/>
                <a:gd name="T2" fmla="*/ 0 w 321"/>
                <a:gd name="T3" fmla="*/ 385584699 h 470"/>
                <a:gd name="T4" fmla="*/ 0 w 321"/>
                <a:gd name="T5" fmla="*/ 1184473527 h 470"/>
                <a:gd name="T6" fmla="*/ 0 60000 65536"/>
                <a:gd name="T7" fmla="*/ 0 60000 65536"/>
                <a:gd name="T8" fmla="*/ 0 60000 65536"/>
                <a:gd name="T9" fmla="*/ 0 w 321"/>
                <a:gd name="T10" fmla="*/ 0 h 470"/>
                <a:gd name="T11" fmla="*/ 321 w 321"/>
                <a:gd name="T12" fmla="*/ 470 h 47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21" h="470">
                  <a:moveTo>
                    <a:pt x="321" y="0"/>
                  </a:moveTo>
                  <a:lnTo>
                    <a:pt x="0" y="153"/>
                  </a:lnTo>
                  <a:lnTo>
                    <a:pt x="0" y="470"/>
                  </a:lnTo>
                </a:path>
              </a:pathLst>
            </a:custGeom>
            <a:noFill/>
            <a:ln w="158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s-ES_tradnl" noProof="0" dirty="0">
                <a:solidFill>
                  <a:schemeClr val="tx1"/>
                </a:solidFill>
              </a:endParaRPr>
            </a:p>
          </p:txBody>
        </p:sp>
        <p:sp>
          <p:nvSpPr>
            <p:cNvPr id="68" name="Text Box 71">
              <a:extLst>
                <a:ext uri="{FF2B5EF4-FFF2-40B4-BE49-F238E27FC236}">
                  <a16:creationId xmlns:a16="http://schemas.microsoft.com/office/drawing/2014/main" id="{4165C876-FEDD-AA98-CCBA-EC834C5E34C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01900" y="2022475"/>
              <a:ext cx="909993" cy="338554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s-ES_tradnl" sz="1600" noProof="0" dirty="0">
                  <a:solidFill>
                    <a:schemeClr val="tx1"/>
                  </a:solidFill>
                </a:rPr>
                <a:t>101/110</a:t>
              </a:r>
            </a:p>
          </p:txBody>
        </p:sp>
        <p:sp>
          <p:nvSpPr>
            <p:cNvPr id="69" name="Text Box 72">
              <a:extLst>
                <a:ext uri="{FF2B5EF4-FFF2-40B4-BE49-F238E27FC236}">
                  <a16:creationId xmlns:a16="http://schemas.microsoft.com/office/drawing/2014/main" id="{90B18B5F-09B2-D5F9-5E44-D6B6477D35D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74913" y="2332038"/>
              <a:ext cx="526106" cy="338554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s-ES_tradnl" sz="1600" noProof="0" dirty="0">
                  <a:solidFill>
                    <a:schemeClr val="tx1"/>
                  </a:solidFill>
                </a:rPr>
                <a:t>100</a:t>
              </a:r>
            </a:p>
          </p:txBody>
        </p:sp>
        <p:sp>
          <p:nvSpPr>
            <p:cNvPr id="70" name="AutoShape 73">
              <a:extLst>
                <a:ext uri="{FF2B5EF4-FFF2-40B4-BE49-F238E27FC236}">
                  <a16:creationId xmlns:a16="http://schemas.microsoft.com/office/drawing/2014/main" id="{D68F026F-8A59-506F-D2F2-DD0FBFCA02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14575" y="3232150"/>
              <a:ext cx="1060450" cy="352425"/>
            </a:xfrm>
            <a:prstGeom prst="flowChartProcess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s-ES_tradnl" sz="1200" noProof="0" dirty="0">
                  <a:solidFill>
                    <a:schemeClr val="tx1"/>
                  </a:solidFill>
                </a:rPr>
                <a:t>HI </a:t>
              </a:r>
              <a:r>
                <a:rPr lang="es-ES_tradnl" sz="1200" noProof="0" dirty="0">
                  <a:solidFill>
                    <a:schemeClr val="tx1"/>
                  </a:solidFill>
                  <a:sym typeface="Symbol" pitchFamily="18" charset="2"/>
                </a:rPr>
                <a:t> </a:t>
              </a:r>
              <a:r>
                <a:rPr lang="es-ES_tradnl" sz="1200" noProof="0" dirty="0">
                  <a:solidFill>
                    <a:schemeClr val="tx1"/>
                  </a:solidFill>
                </a:rPr>
                <a:t>HI </a:t>
              </a:r>
              <a:r>
                <a:rPr lang="es-ES_tradnl" sz="1200" noProof="0" dirty="0">
                  <a:solidFill>
                    <a:schemeClr val="tx1"/>
                  </a:solidFill>
                  <a:cs typeface="Arial" charset="0"/>
                </a:rPr>
                <a:t>–</a:t>
              </a:r>
              <a:r>
                <a:rPr lang="es-ES_tradnl" sz="1200" noProof="0" dirty="0">
                  <a:solidFill>
                    <a:schemeClr val="tx1"/>
                  </a:solidFill>
                </a:rPr>
                <a:t> 2M</a:t>
              </a:r>
            </a:p>
          </p:txBody>
        </p:sp>
        <p:sp>
          <p:nvSpPr>
            <p:cNvPr id="71" name="AutoShape 74">
              <a:extLst>
                <a:ext uri="{FF2B5EF4-FFF2-40B4-BE49-F238E27FC236}">
                  <a16:creationId xmlns:a16="http://schemas.microsoft.com/office/drawing/2014/main" id="{E577670D-8F42-E73A-2150-574BF44F2C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24175" y="2682875"/>
              <a:ext cx="1060450" cy="352425"/>
            </a:xfrm>
            <a:prstGeom prst="flowChartProcess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s-ES_tradnl" sz="1200" noProof="0" dirty="0">
                  <a:solidFill>
                    <a:schemeClr val="tx1"/>
                  </a:solidFill>
                </a:rPr>
                <a:t>HI </a:t>
              </a:r>
              <a:r>
                <a:rPr lang="es-ES_tradnl" sz="1200" noProof="0" dirty="0">
                  <a:solidFill>
                    <a:schemeClr val="tx1"/>
                  </a:solidFill>
                  <a:sym typeface="Symbol" pitchFamily="18" charset="2"/>
                </a:rPr>
                <a:t> </a:t>
              </a:r>
              <a:r>
                <a:rPr lang="es-ES_tradnl" sz="1200" noProof="0" dirty="0">
                  <a:solidFill>
                    <a:schemeClr val="tx1"/>
                  </a:solidFill>
                </a:rPr>
                <a:t>HI </a:t>
              </a:r>
              <a:r>
                <a:rPr lang="es-ES_tradnl" sz="1200" noProof="0" dirty="0">
                  <a:solidFill>
                    <a:schemeClr val="tx1"/>
                  </a:solidFill>
                  <a:cs typeface="Arial" charset="0"/>
                </a:rPr>
                <a:t>–</a:t>
              </a:r>
              <a:r>
                <a:rPr lang="es-ES_tradnl" sz="1200" noProof="0" dirty="0">
                  <a:solidFill>
                    <a:schemeClr val="tx1"/>
                  </a:solidFill>
                </a:rPr>
                <a:t> M</a:t>
              </a:r>
            </a:p>
          </p:txBody>
        </p:sp>
        <p:sp>
          <p:nvSpPr>
            <p:cNvPr id="72" name="Text Box 76">
              <a:extLst>
                <a:ext uri="{FF2B5EF4-FFF2-40B4-BE49-F238E27FC236}">
                  <a16:creationId xmlns:a16="http://schemas.microsoft.com/office/drawing/2014/main" id="{C6917798-16FD-E5AD-4D27-DC09181BF93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09763" y="2586038"/>
              <a:ext cx="526106" cy="584775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s-ES_tradnl" sz="1600" noProof="0" dirty="0">
                  <a:solidFill>
                    <a:schemeClr val="tx1"/>
                  </a:solidFill>
                </a:rPr>
                <a:t>000</a:t>
              </a:r>
            </a:p>
            <a:p>
              <a:r>
                <a:rPr lang="es-ES_tradnl" sz="1600" noProof="0" dirty="0">
                  <a:solidFill>
                    <a:schemeClr val="tx1"/>
                  </a:solidFill>
                </a:rPr>
                <a:t>111</a:t>
              </a:r>
            </a:p>
          </p:txBody>
        </p:sp>
        <p:sp>
          <p:nvSpPr>
            <p:cNvPr id="73" name="Freeform 77">
              <a:extLst>
                <a:ext uri="{FF2B5EF4-FFF2-40B4-BE49-F238E27FC236}">
                  <a16:creationId xmlns:a16="http://schemas.microsoft.com/office/drawing/2014/main" id="{30A08A1F-898E-DE05-E025-06B7EA89705D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2236788" y="3597275"/>
              <a:ext cx="606425" cy="788988"/>
            </a:xfrm>
            <a:custGeom>
              <a:avLst/>
              <a:gdLst>
                <a:gd name="T0" fmla="*/ 0 w 452"/>
                <a:gd name="T1" fmla="*/ 0 h 220"/>
                <a:gd name="T2" fmla="*/ 0 w 452"/>
                <a:gd name="T3" fmla="*/ 1080375762 h 220"/>
                <a:gd name="T4" fmla="*/ 813609144 w 452"/>
                <a:gd name="T5" fmla="*/ 1080375762 h 220"/>
                <a:gd name="T6" fmla="*/ 813609144 w 452"/>
                <a:gd name="T7" fmla="*/ 2147483647 h 22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52"/>
                <a:gd name="T13" fmla="*/ 0 h 220"/>
                <a:gd name="T14" fmla="*/ 452 w 452"/>
                <a:gd name="T15" fmla="*/ 220 h 22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52" h="220">
                  <a:moveTo>
                    <a:pt x="0" y="0"/>
                  </a:moveTo>
                  <a:lnTo>
                    <a:pt x="0" y="84"/>
                  </a:lnTo>
                  <a:lnTo>
                    <a:pt x="452" y="84"/>
                  </a:lnTo>
                  <a:lnTo>
                    <a:pt x="452" y="220"/>
                  </a:lnTo>
                </a:path>
              </a:pathLst>
            </a:custGeom>
            <a:noFill/>
            <a:ln w="158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s-ES_tradnl" noProof="0" dirty="0">
                <a:solidFill>
                  <a:schemeClr val="tx1"/>
                </a:solidFill>
              </a:endParaRPr>
            </a:p>
          </p:txBody>
        </p:sp>
        <p:sp>
          <p:nvSpPr>
            <p:cNvPr id="74" name="Freeform 78">
              <a:extLst>
                <a:ext uri="{FF2B5EF4-FFF2-40B4-BE49-F238E27FC236}">
                  <a16:creationId xmlns:a16="http://schemas.microsoft.com/office/drawing/2014/main" id="{1DFC3913-92FA-7DAF-B96D-121F89C43EE0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531813" y="3041650"/>
              <a:ext cx="1019175" cy="1336675"/>
            </a:xfrm>
            <a:custGeom>
              <a:avLst/>
              <a:gdLst>
                <a:gd name="T0" fmla="*/ 1617940094 w 642"/>
                <a:gd name="T1" fmla="*/ 0 h 842"/>
                <a:gd name="T2" fmla="*/ 1617940094 w 642"/>
                <a:gd name="T3" fmla="*/ 1743948413 h 842"/>
                <a:gd name="T4" fmla="*/ 2520950 w 642"/>
                <a:gd name="T5" fmla="*/ 1746469362 h 842"/>
                <a:gd name="T6" fmla="*/ 0 w 642"/>
                <a:gd name="T7" fmla="*/ 2121971741 h 84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642"/>
                <a:gd name="T13" fmla="*/ 0 h 842"/>
                <a:gd name="T14" fmla="*/ 642 w 642"/>
                <a:gd name="T15" fmla="*/ 842 h 84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642" h="842">
                  <a:moveTo>
                    <a:pt x="642" y="0"/>
                  </a:moveTo>
                  <a:lnTo>
                    <a:pt x="642" y="692"/>
                  </a:lnTo>
                  <a:lnTo>
                    <a:pt x="1" y="693"/>
                  </a:lnTo>
                  <a:lnTo>
                    <a:pt x="0" y="842"/>
                  </a:lnTo>
                </a:path>
              </a:pathLst>
            </a:custGeom>
            <a:noFill/>
            <a:ln w="158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s-ES_tradnl" noProof="0" dirty="0">
                <a:solidFill>
                  <a:schemeClr val="tx1"/>
                </a:solidFill>
              </a:endParaRPr>
            </a:p>
          </p:txBody>
        </p:sp>
      </p:grpSp>
      <p:sp>
        <p:nvSpPr>
          <p:cNvPr id="75" name="Text Box 79">
            <a:extLst>
              <a:ext uri="{FF2B5EF4-FFF2-40B4-BE49-F238E27FC236}">
                <a16:creationId xmlns:a16="http://schemas.microsoft.com/office/drawing/2014/main" id="{3A204EC9-73B1-6143-0F6A-68E572D0D9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68788" y="5524772"/>
            <a:ext cx="4781550" cy="92333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marL="195263" indent="-195263" algn="l">
              <a:buFontTx/>
              <a:buChar char="•"/>
            </a:pPr>
            <a:r>
              <a:rPr lang="es-ES_tradnl" sz="1800" noProof="0" dirty="0">
                <a:solidFill>
                  <a:schemeClr val="tx1"/>
                </a:solidFill>
              </a:rPr>
              <a:t>El algoritmo requiere n/2 ciclos</a:t>
            </a:r>
          </a:p>
          <a:p>
            <a:pPr marL="195263" indent="-195263" algn="l">
              <a:buFontTx/>
              <a:buChar char="•"/>
            </a:pPr>
            <a:r>
              <a:rPr lang="es-ES_tradnl" sz="1800" noProof="0" dirty="0">
                <a:solidFill>
                  <a:schemeClr val="tx1"/>
                </a:solidFill>
              </a:rPr>
              <a:t>En cada ciclo hay que hacer hasta una suma o resta y dos desplazamientos</a:t>
            </a:r>
          </a:p>
        </p:txBody>
      </p:sp>
      <p:sp>
        <p:nvSpPr>
          <p:cNvPr id="76" name="Freeform 82">
            <a:extLst>
              <a:ext uri="{FF2B5EF4-FFF2-40B4-BE49-F238E27FC236}">
                <a16:creationId xmlns:a16="http://schemas.microsoft.com/office/drawing/2014/main" id="{D14A4DFA-669F-518C-23CA-CAEB4A569FA5}"/>
              </a:ext>
            </a:extLst>
          </p:cNvPr>
          <p:cNvSpPr>
            <a:spLocks/>
          </p:cNvSpPr>
          <p:nvPr/>
        </p:nvSpPr>
        <p:spPr bwMode="auto">
          <a:xfrm>
            <a:off x="4572000" y="3418160"/>
            <a:ext cx="220663" cy="234950"/>
          </a:xfrm>
          <a:custGeom>
            <a:avLst/>
            <a:gdLst>
              <a:gd name="T0" fmla="*/ 350303252 w 139"/>
              <a:gd name="T1" fmla="*/ 78124043 h 148"/>
              <a:gd name="T2" fmla="*/ 254537139 w 139"/>
              <a:gd name="T3" fmla="*/ 7559675 h 148"/>
              <a:gd name="T4" fmla="*/ 85685494 w 139"/>
              <a:gd name="T5" fmla="*/ 25201558 h 148"/>
              <a:gd name="T6" fmla="*/ 12601601 w 139"/>
              <a:gd name="T7" fmla="*/ 128527172 h 148"/>
              <a:gd name="T8" fmla="*/ 12601601 w 139"/>
              <a:gd name="T9" fmla="*/ 249494671 h 148"/>
              <a:gd name="T10" fmla="*/ 47883862 w 139"/>
              <a:gd name="T11" fmla="*/ 315018707 h 148"/>
              <a:gd name="T12" fmla="*/ 133569369 w 139"/>
              <a:gd name="T13" fmla="*/ 362902450 h 148"/>
              <a:gd name="T14" fmla="*/ 337701654 w 139"/>
              <a:gd name="T15" fmla="*/ 370463709 h 148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139"/>
              <a:gd name="T25" fmla="*/ 0 h 148"/>
              <a:gd name="T26" fmla="*/ 139 w 139"/>
              <a:gd name="T27" fmla="*/ 148 h 148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139" h="148">
                <a:moveTo>
                  <a:pt x="139" y="31"/>
                </a:moveTo>
                <a:cubicBezTo>
                  <a:pt x="128" y="18"/>
                  <a:pt x="118" y="6"/>
                  <a:pt x="101" y="3"/>
                </a:cubicBezTo>
                <a:cubicBezTo>
                  <a:pt x="84" y="0"/>
                  <a:pt x="50" y="2"/>
                  <a:pt x="34" y="10"/>
                </a:cubicBezTo>
                <a:cubicBezTo>
                  <a:pt x="18" y="18"/>
                  <a:pt x="10" y="36"/>
                  <a:pt x="5" y="51"/>
                </a:cubicBezTo>
                <a:cubicBezTo>
                  <a:pt x="0" y="66"/>
                  <a:pt x="3" y="87"/>
                  <a:pt x="5" y="99"/>
                </a:cubicBezTo>
                <a:cubicBezTo>
                  <a:pt x="7" y="111"/>
                  <a:pt x="11" y="118"/>
                  <a:pt x="19" y="125"/>
                </a:cubicBezTo>
                <a:cubicBezTo>
                  <a:pt x="27" y="132"/>
                  <a:pt x="34" y="140"/>
                  <a:pt x="53" y="144"/>
                </a:cubicBezTo>
                <a:cubicBezTo>
                  <a:pt x="72" y="148"/>
                  <a:pt x="103" y="147"/>
                  <a:pt x="134" y="147"/>
                </a:cubicBezTo>
              </a:path>
            </a:pathLst>
          </a:cu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s-ES_tradnl" noProof="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83602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" grpId="0" animBg="1" autoUpdateAnimBg="0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54DA55-DC9E-E22A-F2C3-75572112CC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DE3BC363-07BA-3131-68D7-568F443262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Operadores de multiplicación con signo</a:t>
            </a:r>
            <a:endParaRPr lang="en-US" dirty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782323DC-B22A-C545-CD5E-C3089C2DE4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_tradnl" dirty="0"/>
              <a:t>Retardo y productividad del multiplicador con reconfiguración por parejas:</a:t>
            </a:r>
          </a:p>
          <a:p>
            <a:endParaRPr lang="es-ES_tradnl" dirty="0"/>
          </a:p>
        </p:txBody>
      </p:sp>
      <p:sp>
        <p:nvSpPr>
          <p:cNvPr id="2" name="Marcador de número de diapositiva 3">
            <a:extLst>
              <a:ext uri="{FF2B5EF4-FFF2-40B4-BE49-F238E27FC236}">
                <a16:creationId xmlns:a16="http://schemas.microsoft.com/office/drawing/2014/main" id="{19C6D284-7263-2B4E-BC10-F8FA2BD89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86800" y="6529388"/>
            <a:ext cx="457200" cy="328612"/>
          </a:xfrm>
        </p:spPr>
        <p:txBody>
          <a:bodyPr/>
          <a:lstStyle/>
          <a:p>
            <a:fld id="{165D9AA3-C110-4682-A7ED-0B7E64F42347}" type="slidenum">
              <a:rPr lang="es-ES_tradnl" noProof="0" smtClean="0"/>
              <a:pPr/>
              <a:t>74</a:t>
            </a:fld>
            <a:endParaRPr lang="es-ES_tradnl" noProof="0" dirty="0"/>
          </a:p>
        </p:txBody>
      </p:sp>
      <p:sp>
        <p:nvSpPr>
          <p:cNvPr id="5" name="Text Box 92">
            <a:extLst>
              <a:ext uri="{FF2B5EF4-FFF2-40B4-BE49-F238E27FC236}">
                <a16:creationId xmlns:a16="http://schemas.microsoft.com/office/drawing/2014/main" id="{D024B9D3-D90D-E57E-AFA7-16CD7566C7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552" y="2394049"/>
            <a:ext cx="5805487" cy="43396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/>
            <a:r>
              <a:rPr lang="es-ES_tradnl" sz="1800" noProof="0" dirty="0">
                <a:solidFill>
                  <a:srgbClr val="FF0000"/>
                </a:solidFill>
              </a:rPr>
              <a:t>T (período del reloj del multiplicador) </a:t>
            </a:r>
            <a:r>
              <a:rPr lang="es-ES_tradnl" sz="1800" noProof="0" dirty="0">
                <a:solidFill>
                  <a:schemeClr val="tx1"/>
                </a:solidFill>
              </a:rPr>
              <a:t>=</a:t>
            </a:r>
          </a:p>
          <a:p>
            <a:pPr algn="l"/>
            <a:endParaRPr lang="es-ES_tradnl" sz="1800" noProof="0" dirty="0">
              <a:solidFill>
                <a:schemeClr val="tx1"/>
              </a:solidFill>
            </a:endParaRPr>
          </a:p>
          <a:p>
            <a:r>
              <a:rPr lang="es-ES_tradnl" sz="1400" noProof="0" dirty="0">
                <a:solidFill>
                  <a:schemeClr val="tx1"/>
                </a:solidFill>
              </a:rPr>
              <a:t>Inspección q</a:t>
            </a:r>
            <a:r>
              <a:rPr lang="es-ES_tradnl" sz="1400" baseline="-25000" noProof="0" dirty="0">
                <a:solidFill>
                  <a:schemeClr val="tx1"/>
                </a:solidFill>
              </a:rPr>
              <a:t>i+1</a:t>
            </a:r>
            <a:r>
              <a:rPr lang="es-ES_tradnl" sz="1400" noProof="0" dirty="0">
                <a:solidFill>
                  <a:schemeClr val="tx1"/>
                </a:solidFill>
              </a:rPr>
              <a:t>q</a:t>
            </a:r>
            <a:r>
              <a:rPr lang="es-ES_tradnl" sz="1400" baseline="-25000" noProof="0" dirty="0">
                <a:solidFill>
                  <a:schemeClr val="tx1"/>
                </a:solidFill>
              </a:rPr>
              <a:t>i</a:t>
            </a:r>
            <a:r>
              <a:rPr lang="es-ES_tradnl" sz="1400" noProof="0" dirty="0">
                <a:solidFill>
                  <a:schemeClr val="tx1"/>
                </a:solidFill>
              </a:rPr>
              <a:t>q</a:t>
            </a:r>
            <a:r>
              <a:rPr lang="es-ES_tradnl" sz="1400" baseline="-25000" noProof="0" dirty="0">
                <a:solidFill>
                  <a:schemeClr val="tx1"/>
                </a:solidFill>
              </a:rPr>
              <a:t>i-1</a:t>
            </a:r>
            <a:r>
              <a:rPr lang="es-ES_tradnl" sz="1400" noProof="0" dirty="0">
                <a:solidFill>
                  <a:schemeClr val="tx1"/>
                </a:solidFill>
              </a:rPr>
              <a:t> + 2M + resta + </a:t>
            </a:r>
          </a:p>
          <a:p>
            <a:r>
              <a:rPr lang="es-ES_tradnl" sz="1400" noProof="0" dirty="0">
                <a:solidFill>
                  <a:schemeClr val="tx1"/>
                </a:solidFill>
              </a:rPr>
              <a:t>+ escribir en HI + desplazar S-HI-LO-X 2 posiciones </a:t>
            </a:r>
            <a:r>
              <a:rPr lang="es-ES_tradnl" sz="1400" noProof="0" dirty="0" err="1">
                <a:solidFill>
                  <a:schemeClr val="tx1"/>
                </a:solidFill>
              </a:rPr>
              <a:t>der</a:t>
            </a:r>
            <a:r>
              <a:rPr lang="es-ES_tradnl" sz="1400" noProof="0" dirty="0">
                <a:solidFill>
                  <a:schemeClr val="tx1"/>
                </a:solidFill>
              </a:rPr>
              <a:t> + </a:t>
            </a:r>
          </a:p>
          <a:p>
            <a:r>
              <a:rPr lang="es-ES_tradnl" sz="1400" noProof="0" dirty="0">
                <a:solidFill>
                  <a:schemeClr val="tx1"/>
                </a:solidFill>
              </a:rPr>
              <a:t>+ evaluar el </a:t>
            </a:r>
            <a:r>
              <a:rPr lang="es-ES_tradnl" sz="1400" noProof="0" dirty="0" err="1">
                <a:solidFill>
                  <a:schemeClr val="tx1"/>
                </a:solidFill>
              </a:rPr>
              <a:t>nº</a:t>
            </a:r>
            <a:r>
              <a:rPr lang="es-ES_tradnl" sz="1400" noProof="0" dirty="0">
                <a:solidFill>
                  <a:schemeClr val="tx1"/>
                </a:solidFill>
              </a:rPr>
              <a:t> ciclo</a:t>
            </a:r>
          </a:p>
          <a:p>
            <a:pPr algn="l"/>
            <a:endParaRPr lang="es-ES_tradnl" sz="1800" noProof="0" dirty="0">
              <a:solidFill>
                <a:schemeClr val="tx1"/>
              </a:solidFill>
            </a:endParaRPr>
          </a:p>
          <a:p>
            <a:pPr algn="l"/>
            <a:r>
              <a:rPr lang="es-ES_tradnl" sz="1800" noProof="0" dirty="0">
                <a:solidFill>
                  <a:srgbClr val="FF0000"/>
                </a:solidFill>
              </a:rPr>
              <a:t>Retardo-multiplicador</a:t>
            </a:r>
            <a:r>
              <a:rPr lang="es-ES_tradnl" sz="1800" noProof="0" dirty="0">
                <a:solidFill>
                  <a:schemeClr val="tx1"/>
                </a:solidFill>
              </a:rPr>
              <a:t> = n/2 x T + </a:t>
            </a:r>
            <a:r>
              <a:rPr lang="es-ES_tradnl" sz="1800" noProof="0" dirty="0" err="1">
                <a:solidFill>
                  <a:schemeClr val="tx1"/>
                </a:solidFill>
              </a:rPr>
              <a:t>t</a:t>
            </a:r>
            <a:r>
              <a:rPr lang="es-ES_tradnl" sz="1800" baseline="-25000" noProof="0" dirty="0" err="1">
                <a:solidFill>
                  <a:schemeClr val="tx1"/>
                </a:solidFill>
              </a:rPr>
              <a:t>inicialización</a:t>
            </a:r>
            <a:endParaRPr lang="es-ES_tradnl" sz="1800" baseline="-25000" noProof="0" dirty="0">
              <a:solidFill>
                <a:schemeClr val="tx1"/>
              </a:solidFill>
            </a:endParaRPr>
          </a:p>
          <a:p>
            <a:pPr algn="l"/>
            <a:endParaRPr lang="es-ES_tradnl" sz="1800" noProof="0" dirty="0">
              <a:solidFill>
                <a:schemeClr val="tx1"/>
              </a:solidFill>
            </a:endParaRPr>
          </a:p>
          <a:p>
            <a:pPr algn="l"/>
            <a:r>
              <a:rPr lang="es-ES_tradnl" sz="1800" noProof="0" dirty="0">
                <a:solidFill>
                  <a:schemeClr val="tx1"/>
                </a:solidFill>
              </a:rPr>
              <a:t>Si la inicialización se hace en un ciclo a parte: </a:t>
            </a:r>
          </a:p>
          <a:p>
            <a:r>
              <a:rPr lang="es-ES_tradnl" sz="1800" noProof="0" dirty="0">
                <a:solidFill>
                  <a:schemeClr val="tx1"/>
                </a:solidFill>
              </a:rPr>
              <a:t>Retardo-multiplicador = (n/2+1) x T</a:t>
            </a:r>
            <a:endParaRPr lang="es-ES_tradnl" sz="1800" baseline="-25000" noProof="0" dirty="0">
              <a:solidFill>
                <a:schemeClr val="tx1"/>
              </a:solidFill>
            </a:endParaRPr>
          </a:p>
          <a:p>
            <a:pPr algn="l"/>
            <a:endParaRPr lang="es-ES_tradnl" sz="1800" noProof="0" dirty="0">
              <a:solidFill>
                <a:schemeClr val="tx1"/>
              </a:solidFill>
            </a:endParaRPr>
          </a:p>
          <a:p>
            <a:pPr algn="l"/>
            <a:endParaRPr lang="es-ES_tradnl" sz="1800" noProof="0" dirty="0">
              <a:solidFill>
                <a:schemeClr val="tx1"/>
              </a:solidFill>
            </a:endParaRPr>
          </a:p>
          <a:p>
            <a:pPr algn="l"/>
            <a:r>
              <a:rPr lang="es-ES_tradnl" sz="1800" noProof="0" dirty="0">
                <a:solidFill>
                  <a:srgbClr val="FF0000"/>
                </a:solidFill>
              </a:rPr>
              <a:t>Productividad</a:t>
            </a:r>
            <a:r>
              <a:rPr lang="es-ES_tradnl" sz="1800" noProof="0" dirty="0">
                <a:solidFill>
                  <a:schemeClr val="tx1"/>
                </a:solidFill>
              </a:rPr>
              <a:t> = 1 operación/retardo </a:t>
            </a:r>
          </a:p>
          <a:p>
            <a:pPr algn="l"/>
            <a:endParaRPr lang="es-ES_tradnl" sz="1800" noProof="0" dirty="0">
              <a:solidFill>
                <a:schemeClr val="tx1"/>
              </a:solidFill>
            </a:endParaRPr>
          </a:p>
          <a:p>
            <a:pPr algn="l"/>
            <a:r>
              <a:rPr lang="es-ES_tradnl" sz="1800" noProof="0" dirty="0">
                <a:solidFill>
                  <a:schemeClr val="tx1"/>
                </a:solidFill>
              </a:rPr>
              <a:t>Si retardo viene en </a:t>
            </a:r>
            <a:r>
              <a:rPr lang="es-ES_tradnl" sz="1800" noProof="0" dirty="0" err="1">
                <a:solidFill>
                  <a:schemeClr val="tx1"/>
                </a:solidFill>
              </a:rPr>
              <a:t>ns</a:t>
            </a:r>
            <a:r>
              <a:rPr lang="es-ES_tradnl" sz="1800" noProof="0" dirty="0">
                <a:solidFill>
                  <a:schemeClr val="tx1"/>
                </a:solidFill>
              </a:rPr>
              <a:t>, Productividad = (1000/retardo) MOPS</a:t>
            </a:r>
          </a:p>
        </p:txBody>
      </p:sp>
      <p:grpSp>
        <p:nvGrpSpPr>
          <p:cNvPr id="6" name="Grupo 5">
            <a:extLst>
              <a:ext uri="{FF2B5EF4-FFF2-40B4-BE49-F238E27FC236}">
                <a16:creationId xmlns:a16="http://schemas.microsoft.com/office/drawing/2014/main" id="{6DF8AE31-0589-47B8-33CA-6564AB8847A4}"/>
              </a:ext>
            </a:extLst>
          </p:cNvPr>
          <p:cNvGrpSpPr/>
          <p:nvPr/>
        </p:nvGrpSpPr>
        <p:grpSpPr>
          <a:xfrm>
            <a:off x="4986629" y="1708993"/>
            <a:ext cx="4143375" cy="5032375"/>
            <a:chOff x="17463" y="1392238"/>
            <a:chExt cx="4143375" cy="5032375"/>
          </a:xfrm>
        </p:grpSpPr>
        <p:sp>
          <p:nvSpPr>
            <p:cNvPr id="7" name="AutoShape 5">
              <a:extLst>
                <a:ext uri="{FF2B5EF4-FFF2-40B4-BE49-F238E27FC236}">
                  <a16:creationId xmlns:a16="http://schemas.microsoft.com/office/drawing/2014/main" id="{8D7B5B50-4BE5-646F-AECC-BE9D5B8ED5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60500" y="1392238"/>
              <a:ext cx="1036638" cy="280987"/>
            </a:xfrm>
            <a:prstGeom prst="flowChartAlternateProcess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s-ES_tradnl" noProof="0" dirty="0">
                  <a:solidFill>
                    <a:schemeClr val="tx1"/>
                  </a:solidFill>
                </a:rPr>
                <a:t>Inicio</a:t>
              </a:r>
            </a:p>
          </p:txBody>
        </p:sp>
        <p:sp>
          <p:nvSpPr>
            <p:cNvPr id="8" name="AutoShape 6">
              <a:extLst>
                <a:ext uri="{FF2B5EF4-FFF2-40B4-BE49-F238E27FC236}">
                  <a16:creationId xmlns:a16="http://schemas.microsoft.com/office/drawing/2014/main" id="{18DEA3ED-3F57-FC8D-2585-2A18DA8FBF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08113" y="2012950"/>
              <a:ext cx="1160462" cy="625475"/>
            </a:xfrm>
            <a:prstGeom prst="flowChartDecision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s-ES_tradnl" sz="1400" noProof="0" dirty="0">
                  <a:solidFill>
                    <a:schemeClr val="tx1"/>
                  </a:solidFill>
                </a:rPr>
                <a:t>q</a:t>
              </a:r>
              <a:r>
                <a:rPr lang="es-ES_tradnl" sz="1400" baseline="-25000" noProof="0" dirty="0">
                  <a:solidFill>
                    <a:schemeClr val="tx1"/>
                  </a:solidFill>
                </a:rPr>
                <a:t>i+1</a:t>
              </a:r>
              <a:r>
                <a:rPr lang="es-ES_tradnl" sz="1400" noProof="0" dirty="0">
                  <a:solidFill>
                    <a:schemeClr val="tx1"/>
                  </a:solidFill>
                </a:rPr>
                <a:t>q</a:t>
              </a:r>
              <a:r>
                <a:rPr lang="es-ES_tradnl" sz="1400" baseline="-25000" noProof="0" dirty="0">
                  <a:solidFill>
                    <a:schemeClr val="tx1"/>
                  </a:solidFill>
                </a:rPr>
                <a:t>i</a:t>
              </a:r>
              <a:r>
                <a:rPr lang="es-ES_tradnl" sz="1400" noProof="0" dirty="0">
                  <a:solidFill>
                    <a:schemeClr val="tx1"/>
                  </a:solidFill>
                </a:rPr>
                <a:t>q</a:t>
              </a:r>
              <a:r>
                <a:rPr lang="es-ES_tradnl" sz="1400" baseline="-25000" noProof="0" dirty="0">
                  <a:solidFill>
                    <a:schemeClr val="tx1"/>
                  </a:solidFill>
                </a:rPr>
                <a:t>i-1</a:t>
              </a:r>
            </a:p>
          </p:txBody>
        </p:sp>
        <p:sp>
          <p:nvSpPr>
            <p:cNvPr id="9" name="AutoShape 7">
              <a:extLst>
                <a:ext uri="{FF2B5EF4-FFF2-40B4-BE49-F238E27FC236}">
                  <a16:creationId xmlns:a16="http://schemas.microsoft.com/office/drawing/2014/main" id="{396F3DC7-17EF-3A2A-0410-640B3EE04C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463" y="2684463"/>
              <a:ext cx="1060450" cy="352425"/>
            </a:xfrm>
            <a:prstGeom prst="flowChartProcess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s-ES_tradnl" sz="1200" noProof="0" dirty="0">
                  <a:solidFill>
                    <a:schemeClr val="tx1"/>
                  </a:solidFill>
                </a:rPr>
                <a:t>HI </a:t>
              </a:r>
              <a:r>
                <a:rPr lang="es-ES_tradnl" sz="1200" noProof="0" dirty="0">
                  <a:solidFill>
                    <a:schemeClr val="tx1"/>
                  </a:solidFill>
                  <a:sym typeface="Symbol" pitchFamily="18" charset="2"/>
                </a:rPr>
                <a:t> </a:t>
              </a:r>
              <a:r>
                <a:rPr lang="es-ES_tradnl" sz="1200" noProof="0" dirty="0">
                  <a:solidFill>
                    <a:schemeClr val="tx1"/>
                  </a:solidFill>
                </a:rPr>
                <a:t>HI + M</a:t>
              </a:r>
            </a:p>
          </p:txBody>
        </p:sp>
        <p:sp>
          <p:nvSpPr>
            <p:cNvPr id="10" name="AutoShape 8">
              <a:extLst>
                <a:ext uri="{FF2B5EF4-FFF2-40B4-BE49-F238E27FC236}">
                  <a16:creationId xmlns:a16="http://schemas.microsoft.com/office/drawing/2014/main" id="{8F0311CB-31C3-9EDE-3252-E949256B9E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4563" y="4391025"/>
              <a:ext cx="2085975" cy="554038"/>
            </a:xfrm>
            <a:prstGeom prst="flowChartProcess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s-ES_tradnl" sz="1600" noProof="0" dirty="0">
                  <a:solidFill>
                    <a:schemeClr val="tx1"/>
                  </a:solidFill>
                </a:rPr>
                <a:t>Desplazar S-HI-LO-X</a:t>
              </a:r>
            </a:p>
            <a:p>
              <a:r>
                <a:rPr lang="es-ES_tradnl" sz="1600" noProof="0" dirty="0">
                  <a:solidFill>
                    <a:schemeClr val="tx1"/>
                  </a:solidFill>
                </a:rPr>
                <a:t>dos bits a la dcha.</a:t>
              </a:r>
            </a:p>
          </p:txBody>
        </p:sp>
        <p:sp>
          <p:nvSpPr>
            <p:cNvPr id="11" name="AutoShape 9">
              <a:extLst>
                <a:ext uri="{FF2B5EF4-FFF2-40B4-BE49-F238E27FC236}">
                  <a16:creationId xmlns:a16="http://schemas.microsoft.com/office/drawing/2014/main" id="{1537AB32-9DC3-BF80-216E-2E7A46FCE2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98588" y="5243513"/>
              <a:ext cx="1160462" cy="625475"/>
            </a:xfrm>
            <a:prstGeom prst="flowChartDecision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s-ES_tradnl" sz="1400" noProof="0" dirty="0" err="1">
                  <a:solidFill>
                    <a:schemeClr val="tx1"/>
                  </a:solidFill>
                </a:rPr>
                <a:t>Nº</a:t>
              </a:r>
              <a:r>
                <a:rPr lang="es-ES_tradnl" sz="1400" noProof="0" dirty="0">
                  <a:solidFill>
                    <a:schemeClr val="tx1"/>
                  </a:solidFill>
                </a:rPr>
                <a:t> Ciclo</a:t>
              </a:r>
            </a:p>
          </p:txBody>
        </p:sp>
        <p:sp>
          <p:nvSpPr>
            <p:cNvPr id="12" name="Line 10">
              <a:extLst>
                <a:ext uri="{FF2B5EF4-FFF2-40B4-BE49-F238E27FC236}">
                  <a16:creationId xmlns:a16="http://schemas.microsoft.com/office/drawing/2014/main" id="{567B376C-9F2F-F62C-4A11-CE81ADA401F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89138" y="1682750"/>
              <a:ext cx="0" cy="325438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s-ES_tradnl" noProof="0" dirty="0">
                <a:solidFill>
                  <a:schemeClr val="tx1"/>
                </a:solidFill>
              </a:endParaRPr>
            </a:p>
          </p:txBody>
        </p:sp>
        <p:sp>
          <p:nvSpPr>
            <p:cNvPr id="13" name="Freeform 11">
              <a:extLst>
                <a:ext uri="{FF2B5EF4-FFF2-40B4-BE49-F238E27FC236}">
                  <a16:creationId xmlns:a16="http://schemas.microsoft.com/office/drawing/2014/main" id="{03160A88-D175-0158-32CB-73634FD33746}"/>
                </a:ext>
              </a:extLst>
            </p:cNvPr>
            <p:cNvSpPr>
              <a:spLocks/>
            </p:cNvSpPr>
            <p:nvPr/>
          </p:nvSpPr>
          <p:spPr bwMode="auto">
            <a:xfrm>
              <a:off x="538163" y="2325688"/>
              <a:ext cx="869950" cy="354012"/>
            </a:xfrm>
            <a:custGeom>
              <a:avLst/>
              <a:gdLst>
                <a:gd name="T0" fmla="*/ 2147483647 w 183"/>
                <a:gd name="T1" fmla="*/ 4285409 h 342"/>
                <a:gd name="T2" fmla="*/ 0 w 183"/>
                <a:gd name="T3" fmla="*/ 4285409 h 342"/>
                <a:gd name="T4" fmla="*/ 0 w 183"/>
                <a:gd name="T5" fmla="*/ 366445894 h 342"/>
                <a:gd name="T6" fmla="*/ 0 60000 65536"/>
                <a:gd name="T7" fmla="*/ 0 60000 65536"/>
                <a:gd name="T8" fmla="*/ 0 60000 65536"/>
                <a:gd name="T9" fmla="*/ 0 w 183"/>
                <a:gd name="T10" fmla="*/ 0 h 342"/>
                <a:gd name="T11" fmla="*/ 183 w 183"/>
                <a:gd name="T12" fmla="*/ 342 h 34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83" h="342">
                  <a:moveTo>
                    <a:pt x="183" y="4"/>
                  </a:moveTo>
                  <a:cubicBezTo>
                    <a:pt x="116" y="0"/>
                    <a:pt x="64" y="4"/>
                    <a:pt x="0" y="4"/>
                  </a:cubicBezTo>
                  <a:lnTo>
                    <a:pt x="0" y="342"/>
                  </a:lnTo>
                </a:path>
              </a:pathLst>
            </a:custGeom>
            <a:noFill/>
            <a:ln w="158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s-ES_tradnl" noProof="0" dirty="0">
                <a:solidFill>
                  <a:schemeClr val="tx1"/>
                </a:solidFill>
              </a:endParaRPr>
            </a:p>
          </p:txBody>
        </p:sp>
        <p:sp>
          <p:nvSpPr>
            <p:cNvPr id="14" name="Freeform 12">
              <a:extLst>
                <a:ext uri="{FF2B5EF4-FFF2-40B4-BE49-F238E27FC236}">
                  <a16:creationId xmlns:a16="http://schemas.microsoft.com/office/drawing/2014/main" id="{9BF93EB8-72E8-3E39-CC14-911BB89721A5}"/>
                </a:ext>
              </a:extLst>
            </p:cNvPr>
            <p:cNvSpPr>
              <a:spLocks/>
            </p:cNvSpPr>
            <p:nvPr/>
          </p:nvSpPr>
          <p:spPr bwMode="auto">
            <a:xfrm>
              <a:off x="1163638" y="3595688"/>
              <a:ext cx="606425" cy="788987"/>
            </a:xfrm>
            <a:custGeom>
              <a:avLst/>
              <a:gdLst>
                <a:gd name="T0" fmla="*/ 0 w 452"/>
                <a:gd name="T1" fmla="*/ 0 h 220"/>
                <a:gd name="T2" fmla="*/ 0 w 452"/>
                <a:gd name="T3" fmla="*/ 1080374393 h 220"/>
                <a:gd name="T4" fmla="*/ 813609144 w 452"/>
                <a:gd name="T5" fmla="*/ 1080374393 h 220"/>
                <a:gd name="T6" fmla="*/ 813609144 w 452"/>
                <a:gd name="T7" fmla="*/ 2147483647 h 22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52"/>
                <a:gd name="T13" fmla="*/ 0 h 220"/>
                <a:gd name="T14" fmla="*/ 452 w 452"/>
                <a:gd name="T15" fmla="*/ 220 h 22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52" h="220">
                  <a:moveTo>
                    <a:pt x="0" y="0"/>
                  </a:moveTo>
                  <a:lnTo>
                    <a:pt x="0" y="84"/>
                  </a:lnTo>
                  <a:lnTo>
                    <a:pt x="452" y="84"/>
                  </a:lnTo>
                  <a:lnTo>
                    <a:pt x="452" y="220"/>
                  </a:lnTo>
                </a:path>
              </a:pathLst>
            </a:custGeom>
            <a:noFill/>
            <a:ln w="158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s-ES_tradnl" noProof="0" dirty="0">
                <a:solidFill>
                  <a:schemeClr val="tx1"/>
                </a:solidFill>
              </a:endParaRPr>
            </a:p>
          </p:txBody>
        </p:sp>
        <p:sp>
          <p:nvSpPr>
            <p:cNvPr id="15" name="Line 13">
              <a:extLst>
                <a:ext uri="{FF2B5EF4-FFF2-40B4-BE49-F238E27FC236}">
                  <a16:creationId xmlns:a16="http://schemas.microsoft.com/office/drawing/2014/main" id="{C200DE3C-3233-C9A1-CA64-EABA0691BC8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79613" y="4953000"/>
              <a:ext cx="0" cy="27305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s-ES_tradnl" noProof="0" dirty="0">
                <a:solidFill>
                  <a:schemeClr val="tx1"/>
                </a:solidFill>
              </a:endParaRPr>
            </a:p>
          </p:txBody>
        </p:sp>
        <p:sp>
          <p:nvSpPr>
            <p:cNvPr id="16" name="Freeform 14">
              <a:extLst>
                <a:ext uri="{FF2B5EF4-FFF2-40B4-BE49-F238E27FC236}">
                  <a16:creationId xmlns:a16="http://schemas.microsoft.com/office/drawing/2014/main" id="{1325C931-7C54-797F-BBBC-0F7F037DC5F4}"/>
                </a:ext>
              </a:extLst>
            </p:cNvPr>
            <p:cNvSpPr>
              <a:spLocks/>
            </p:cNvSpPr>
            <p:nvPr/>
          </p:nvSpPr>
          <p:spPr bwMode="auto">
            <a:xfrm>
              <a:off x="2432050" y="3040063"/>
              <a:ext cx="1019175" cy="1336675"/>
            </a:xfrm>
            <a:custGeom>
              <a:avLst/>
              <a:gdLst>
                <a:gd name="T0" fmla="*/ 1617940094 w 642"/>
                <a:gd name="T1" fmla="*/ 0 h 842"/>
                <a:gd name="T2" fmla="*/ 1617940094 w 642"/>
                <a:gd name="T3" fmla="*/ 1743948413 h 842"/>
                <a:gd name="T4" fmla="*/ 2520950 w 642"/>
                <a:gd name="T5" fmla="*/ 1746469362 h 842"/>
                <a:gd name="T6" fmla="*/ 0 w 642"/>
                <a:gd name="T7" fmla="*/ 2121971741 h 84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642"/>
                <a:gd name="T13" fmla="*/ 0 h 842"/>
                <a:gd name="T14" fmla="*/ 642 w 642"/>
                <a:gd name="T15" fmla="*/ 842 h 84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642" h="842">
                  <a:moveTo>
                    <a:pt x="642" y="0"/>
                  </a:moveTo>
                  <a:lnTo>
                    <a:pt x="642" y="692"/>
                  </a:lnTo>
                  <a:lnTo>
                    <a:pt x="1" y="693"/>
                  </a:lnTo>
                  <a:lnTo>
                    <a:pt x="0" y="842"/>
                  </a:lnTo>
                </a:path>
              </a:pathLst>
            </a:custGeom>
            <a:noFill/>
            <a:ln w="158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s-ES_tradnl" noProof="0" dirty="0">
                <a:solidFill>
                  <a:schemeClr val="tx1"/>
                </a:solidFill>
              </a:endParaRPr>
            </a:p>
          </p:txBody>
        </p:sp>
        <p:sp>
          <p:nvSpPr>
            <p:cNvPr id="17" name="AutoShape 15">
              <a:extLst>
                <a:ext uri="{FF2B5EF4-FFF2-40B4-BE49-F238E27FC236}">
                  <a16:creationId xmlns:a16="http://schemas.microsoft.com/office/drawing/2014/main" id="{0AE67487-4DF5-2370-7450-6E85DD9439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70025" y="6143625"/>
              <a:ext cx="1036638" cy="280988"/>
            </a:xfrm>
            <a:prstGeom prst="flowChartAlternateProcess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s-ES_tradnl" sz="1600" noProof="0" dirty="0">
                  <a:solidFill>
                    <a:schemeClr val="tx1"/>
                  </a:solidFill>
                </a:rPr>
                <a:t>Fin</a:t>
              </a:r>
            </a:p>
          </p:txBody>
        </p:sp>
        <p:sp>
          <p:nvSpPr>
            <p:cNvPr id="18" name="Line 16">
              <a:extLst>
                <a:ext uri="{FF2B5EF4-FFF2-40B4-BE49-F238E27FC236}">
                  <a16:creationId xmlns:a16="http://schemas.microsoft.com/office/drawing/2014/main" id="{94593EF0-3966-17FE-F239-B06C8B0473E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79613" y="5870575"/>
              <a:ext cx="0" cy="257175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s-ES_tradnl" noProof="0" dirty="0">
                <a:solidFill>
                  <a:schemeClr val="tx1"/>
                </a:solidFill>
              </a:endParaRPr>
            </a:p>
          </p:txBody>
        </p:sp>
        <p:sp>
          <p:nvSpPr>
            <p:cNvPr id="19" name="Text Box 17">
              <a:extLst>
                <a:ext uri="{FF2B5EF4-FFF2-40B4-BE49-F238E27FC236}">
                  <a16:creationId xmlns:a16="http://schemas.microsoft.com/office/drawing/2014/main" id="{76392A8C-6EC3-6469-8170-730CA575BEA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7525" y="2032000"/>
              <a:ext cx="925253" cy="338554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s-ES_tradnl" sz="1600" noProof="0" dirty="0">
                  <a:solidFill>
                    <a:schemeClr val="tx1"/>
                  </a:solidFill>
                </a:rPr>
                <a:t>001/010</a:t>
              </a:r>
            </a:p>
          </p:txBody>
        </p:sp>
        <p:sp>
          <p:nvSpPr>
            <p:cNvPr id="20" name="Text Box 18">
              <a:extLst>
                <a:ext uri="{FF2B5EF4-FFF2-40B4-BE49-F238E27FC236}">
                  <a16:creationId xmlns:a16="http://schemas.microsoft.com/office/drawing/2014/main" id="{2CC26678-DD2D-D825-9861-C9CDDE48E87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20763" y="2332038"/>
              <a:ext cx="510845" cy="338554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s-ES_tradnl" sz="1600" noProof="0" dirty="0">
                  <a:solidFill>
                    <a:schemeClr val="tx1"/>
                  </a:solidFill>
                </a:rPr>
                <a:t>011</a:t>
              </a:r>
            </a:p>
          </p:txBody>
        </p:sp>
        <p:sp>
          <p:nvSpPr>
            <p:cNvPr id="21" name="Text Box 19">
              <a:extLst>
                <a:ext uri="{FF2B5EF4-FFF2-40B4-BE49-F238E27FC236}">
                  <a16:creationId xmlns:a16="http://schemas.microsoft.com/office/drawing/2014/main" id="{C9D6F5E3-9F8C-AC0D-11D8-8C307A36ED3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08125" y="5808663"/>
              <a:ext cx="433132" cy="30777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s-ES_tradnl" sz="1400" noProof="0" dirty="0">
                  <a:solidFill>
                    <a:schemeClr val="tx1"/>
                  </a:solidFill>
                </a:rPr>
                <a:t>n/2</a:t>
              </a:r>
            </a:p>
          </p:txBody>
        </p:sp>
        <p:sp>
          <p:nvSpPr>
            <p:cNvPr id="22" name="Freeform 20">
              <a:extLst>
                <a:ext uri="{FF2B5EF4-FFF2-40B4-BE49-F238E27FC236}">
                  <a16:creationId xmlns:a16="http://schemas.microsoft.com/office/drawing/2014/main" id="{FC8B15BB-6285-7A74-8216-51D43D1A3422}"/>
                </a:ext>
              </a:extLst>
            </p:cNvPr>
            <p:cNvSpPr>
              <a:spLocks/>
            </p:cNvSpPr>
            <p:nvPr/>
          </p:nvSpPr>
          <p:spPr bwMode="auto">
            <a:xfrm>
              <a:off x="1998663" y="1801813"/>
              <a:ext cx="2162175" cy="3751262"/>
            </a:xfrm>
            <a:custGeom>
              <a:avLst/>
              <a:gdLst>
                <a:gd name="T0" fmla="*/ 884574130 w 1362"/>
                <a:gd name="T1" fmla="*/ 2147483647 h 2363"/>
                <a:gd name="T2" fmla="*/ 2147483647 w 1362"/>
                <a:gd name="T3" fmla="*/ 2147483647 h 2363"/>
                <a:gd name="T4" fmla="*/ 2147483647 w 1362"/>
                <a:gd name="T5" fmla="*/ 0 h 2363"/>
                <a:gd name="T6" fmla="*/ 0 w 1362"/>
                <a:gd name="T7" fmla="*/ 0 h 236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362"/>
                <a:gd name="T13" fmla="*/ 0 h 2363"/>
                <a:gd name="T14" fmla="*/ 1362 w 1362"/>
                <a:gd name="T15" fmla="*/ 2363 h 236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362" h="2363">
                  <a:moveTo>
                    <a:pt x="351" y="2363"/>
                  </a:moveTo>
                  <a:lnTo>
                    <a:pt x="1362" y="2361"/>
                  </a:lnTo>
                  <a:lnTo>
                    <a:pt x="1362" y="0"/>
                  </a:lnTo>
                  <a:lnTo>
                    <a:pt x="0" y="0"/>
                  </a:lnTo>
                </a:path>
              </a:pathLst>
            </a:custGeom>
            <a:noFill/>
            <a:ln w="158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s-ES_tradnl" noProof="0" dirty="0">
                <a:solidFill>
                  <a:schemeClr val="tx1"/>
                </a:solidFill>
              </a:endParaRPr>
            </a:p>
          </p:txBody>
        </p:sp>
        <p:sp>
          <p:nvSpPr>
            <p:cNvPr id="23" name="Text Box 21">
              <a:extLst>
                <a:ext uri="{FF2B5EF4-FFF2-40B4-BE49-F238E27FC236}">
                  <a16:creationId xmlns:a16="http://schemas.microsoft.com/office/drawing/2014/main" id="{299C94C2-CB65-635E-4F3E-BB889ED6562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66975" y="5238750"/>
              <a:ext cx="537327" cy="30777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s-ES_tradnl" sz="1400" noProof="0" dirty="0">
                  <a:solidFill>
                    <a:schemeClr val="tx1"/>
                  </a:solidFill>
                </a:rPr>
                <a:t>&lt;n/2</a:t>
              </a:r>
            </a:p>
          </p:txBody>
        </p:sp>
        <p:sp>
          <p:nvSpPr>
            <p:cNvPr id="24" name="Line 25">
              <a:extLst>
                <a:ext uri="{FF2B5EF4-FFF2-40B4-BE49-F238E27FC236}">
                  <a16:creationId xmlns:a16="http://schemas.microsoft.com/office/drawing/2014/main" id="{619C945F-2952-B86E-9389-47954A93759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82788" y="2668588"/>
              <a:ext cx="0" cy="170973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s-ES_tradnl" noProof="0" dirty="0">
                <a:solidFill>
                  <a:schemeClr val="tx1"/>
                </a:solidFill>
              </a:endParaRPr>
            </a:p>
          </p:txBody>
        </p:sp>
        <p:sp>
          <p:nvSpPr>
            <p:cNvPr id="25" name="Freeform 67">
              <a:extLst>
                <a:ext uri="{FF2B5EF4-FFF2-40B4-BE49-F238E27FC236}">
                  <a16:creationId xmlns:a16="http://schemas.microsoft.com/office/drawing/2014/main" id="{73F4EC2E-82A7-9E63-62D0-EC53D4E0F54B}"/>
                </a:ext>
              </a:extLst>
            </p:cNvPr>
            <p:cNvSpPr>
              <a:spLocks/>
            </p:cNvSpPr>
            <p:nvPr/>
          </p:nvSpPr>
          <p:spPr bwMode="auto">
            <a:xfrm>
              <a:off x="1163638" y="2479675"/>
              <a:ext cx="509587" cy="746125"/>
            </a:xfrm>
            <a:custGeom>
              <a:avLst/>
              <a:gdLst>
                <a:gd name="T0" fmla="*/ 808968460 w 321"/>
                <a:gd name="T1" fmla="*/ 0 h 470"/>
                <a:gd name="T2" fmla="*/ 0 w 321"/>
                <a:gd name="T3" fmla="*/ 385584699 h 470"/>
                <a:gd name="T4" fmla="*/ 0 w 321"/>
                <a:gd name="T5" fmla="*/ 1184473527 h 470"/>
                <a:gd name="T6" fmla="*/ 0 60000 65536"/>
                <a:gd name="T7" fmla="*/ 0 60000 65536"/>
                <a:gd name="T8" fmla="*/ 0 60000 65536"/>
                <a:gd name="T9" fmla="*/ 0 w 321"/>
                <a:gd name="T10" fmla="*/ 0 h 470"/>
                <a:gd name="T11" fmla="*/ 321 w 321"/>
                <a:gd name="T12" fmla="*/ 470 h 47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21" h="470">
                  <a:moveTo>
                    <a:pt x="321" y="0"/>
                  </a:moveTo>
                  <a:lnTo>
                    <a:pt x="0" y="153"/>
                  </a:lnTo>
                  <a:lnTo>
                    <a:pt x="0" y="470"/>
                  </a:lnTo>
                </a:path>
              </a:pathLst>
            </a:custGeom>
            <a:noFill/>
            <a:ln w="158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s-ES_tradnl" noProof="0" dirty="0">
                <a:solidFill>
                  <a:schemeClr val="tx1"/>
                </a:solidFill>
              </a:endParaRPr>
            </a:p>
          </p:txBody>
        </p:sp>
        <p:sp>
          <p:nvSpPr>
            <p:cNvPr id="26" name="AutoShape 68">
              <a:extLst>
                <a:ext uri="{FF2B5EF4-FFF2-40B4-BE49-F238E27FC236}">
                  <a16:creationId xmlns:a16="http://schemas.microsoft.com/office/drawing/2014/main" id="{4FBB0985-42CC-3CCA-FD8E-192D45E100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1825" y="3232150"/>
              <a:ext cx="1060450" cy="352425"/>
            </a:xfrm>
            <a:prstGeom prst="flowChartProcess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s-ES_tradnl" sz="1200" noProof="0" dirty="0">
                  <a:solidFill>
                    <a:schemeClr val="tx1"/>
                  </a:solidFill>
                </a:rPr>
                <a:t>HI </a:t>
              </a:r>
              <a:r>
                <a:rPr lang="es-ES_tradnl" sz="1200" noProof="0" dirty="0">
                  <a:solidFill>
                    <a:schemeClr val="tx1"/>
                  </a:solidFill>
                  <a:sym typeface="Symbol" pitchFamily="18" charset="2"/>
                </a:rPr>
                <a:t> </a:t>
              </a:r>
              <a:r>
                <a:rPr lang="es-ES_tradnl" sz="1200" noProof="0" dirty="0">
                  <a:solidFill>
                    <a:schemeClr val="tx1"/>
                  </a:solidFill>
                </a:rPr>
                <a:t>HI + 2M</a:t>
              </a:r>
            </a:p>
          </p:txBody>
        </p:sp>
        <p:sp>
          <p:nvSpPr>
            <p:cNvPr id="27" name="Freeform 69">
              <a:extLst>
                <a:ext uri="{FF2B5EF4-FFF2-40B4-BE49-F238E27FC236}">
                  <a16:creationId xmlns:a16="http://schemas.microsoft.com/office/drawing/2014/main" id="{C0144654-4BD9-3394-F60E-EBF7EB19891F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2576513" y="2320925"/>
              <a:ext cx="869950" cy="354013"/>
            </a:xfrm>
            <a:custGeom>
              <a:avLst/>
              <a:gdLst>
                <a:gd name="T0" fmla="*/ 2147483647 w 183"/>
                <a:gd name="T1" fmla="*/ 4286456 h 342"/>
                <a:gd name="T2" fmla="*/ 0 w 183"/>
                <a:gd name="T3" fmla="*/ 4286456 h 342"/>
                <a:gd name="T4" fmla="*/ 0 w 183"/>
                <a:gd name="T5" fmla="*/ 366447964 h 342"/>
                <a:gd name="T6" fmla="*/ 0 60000 65536"/>
                <a:gd name="T7" fmla="*/ 0 60000 65536"/>
                <a:gd name="T8" fmla="*/ 0 60000 65536"/>
                <a:gd name="T9" fmla="*/ 0 w 183"/>
                <a:gd name="T10" fmla="*/ 0 h 342"/>
                <a:gd name="T11" fmla="*/ 183 w 183"/>
                <a:gd name="T12" fmla="*/ 342 h 34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83" h="342">
                  <a:moveTo>
                    <a:pt x="183" y="4"/>
                  </a:moveTo>
                  <a:cubicBezTo>
                    <a:pt x="116" y="0"/>
                    <a:pt x="64" y="4"/>
                    <a:pt x="0" y="4"/>
                  </a:cubicBezTo>
                  <a:lnTo>
                    <a:pt x="0" y="342"/>
                  </a:lnTo>
                </a:path>
              </a:pathLst>
            </a:custGeom>
            <a:noFill/>
            <a:ln w="158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s-ES_tradnl" noProof="0" dirty="0">
                <a:solidFill>
                  <a:schemeClr val="tx1"/>
                </a:solidFill>
              </a:endParaRPr>
            </a:p>
          </p:txBody>
        </p:sp>
        <p:sp>
          <p:nvSpPr>
            <p:cNvPr id="28" name="Freeform 70">
              <a:extLst>
                <a:ext uri="{FF2B5EF4-FFF2-40B4-BE49-F238E27FC236}">
                  <a16:creationId xmlns:a16="http://schemas.microsoft.com/office/drawing/2014/main" id="{150308B0-9094-B394-3FA1-4818E1DB104D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2328863" y="2459038"/>
              <a:ext cx="509587" cy="746125"/>
            </a:xfrm>
            <a:custGeom>
              <a:avLst/>
              <a:gdLst>
                <a:gd name="T0" fmla="*/ 808968460 w 321"/>
                <a:gd name="T1" fmla="*/ 0 h 470"/>
                <a:gd name="T2" fmla="*/ 0 w 321"/>
                <a:gd name="T3" fmla="*/ 385584699 h 470"/>
                <a:gd name="T4" fmla="*/ 0 w 321"/>
                <a:gd name="T5" fmla="*/ 1184473527 h 470"/>
                <a:gd name="T6" fmla="*/ 0 60000 65536"/>
                <a:gd name="T7" fmla="*/ 0 60000 65536"/>
                <a:gd name="T8" fmla="*/ 0 60000 65536"/>
                <a:gd name="T9" fmla="*/ 0 w 321"/>
                <a:gd name="T10" fmla="*/ 0 h 470"/>
                <a:gd name="T11" fmla="*/ 321 w 321"/>
                <a:gd name="T12" fmla="*/ 470 h 47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21" h="470">
                  <a:moveTo>
                    <a:pt x="321" y="0"/>
                  </a:moveTo>
                  <a:lnTo>
                    <a:pt x="0" y="153"/>
                  </a:lnTo>
                  <a:lnTo>
                    <a:pt x="0" y="470"/>
                  </a:lnTo>
                </a:path>
              </a:pathLst>
            </a:custGeom>
            <a:noFill/>
            <a:ln w="158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s-ES_tradnl" noProof="0" dirty="0">
                <a:solidFill>
                  <a:schemeClr val="tx1"/>
                </a:solidFill>
              </a:endParaRPr>
            </a:p>
          </p:txBody>
        </p:sp>
        <p:sp>
          <p:nvSpPr>
            <p:cNvPr id="29" name="Text Box 71">
              <a:extLst>
                <a:ext uri="{FF2B5EF4-FFF2-40B4-BE49-F238E27FC236}">
                  <a16:creationId xmlns:a16="http://schemas.microsoft.com/office/drawing/2014/main" id="{3327E121-1AC9-6F14-939D-6C85C15BA65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01900" y="2022475"/>
              <a:ext cx="909993" cy="338554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s-ES_tradnl" sz="1600" noProof="0" dirty="0">
                  <a:solidFill>
                    <a:schemeClr val="tx1"/>
                  </a:solidFill>
                </a:rPr>
                <a:t>101/110</a:t>
              </a:r>
            </a:p>
          </p:txBody>
        </p:sp>
        <p:sp>
          <p:nvSpPr>
            <p:cNvPr id="30" name="Text Box 72">
              <a:extLst>
                <a:ext uri="{FF2B5EF4-FFF2-40B4-BE49-F238E27FC236}">
                  <a16:creationId xmlns:a16="http://schemas.microsoft.com/office/drawing/2014/main" id="{E32DB237-6C26-BC9D-D6B7-6BC16C5637D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74913" y="2332038"/>
              <a:ext cx="526106" cy="338554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s-ES_tradnl" sz="1600" noProof="0" dirty="0">
                  <a:solidFill>
                    <a:schemeClr val="tx1"/>
                  </a:solidFill>
                </a:rPr>
                <a:t>100</a:t>
              </a:r>
            </a:p>
          </p:txBody>
        </p:sp>
        <p:sp>
          <p:nvSpPr>
            <p:cNvPr id="31" name="AutoShape 73">
              <a:extLst>
                <a:ext uri="{FF2B5EF4-FFF2-40B4-BE49-F238E27FC236}">
                  <a16:creationId xmlns:a16="http://schemas.microsoft.com/office/drawing/2014/main" id="{B9E85371-DA38-E0DD-915F-4A2BD0E3BA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14575" y="3232150"/>
              <a:ext cx="1060450" cy="352425"/>
            </a:xfrm>
            <a:prstGeom prst="flowChartProcess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s-ES_tradnl" sz="1200" noProof="0" dirty="0">
                  <a:solidFill>
                    <a:schemeClr val="tx1"/>
                  </a:solidFill>
                </a:rPr>
                <a:t>HI </a:t>
              </a:r>
              <a:r>
                <a:rPr lang="es-ES_tradnl" sz="1200" noProof="0" dirty="0">
                  <a:solidFill>
                    <a:schemeClr val="tx1"/>
                  </a:solidFill>
                  <a:sym typeface="Symbol" pitchFamily="18" charset="2"/>
                </a:rPr>
                <a:t> </a:t>
              </a:r>
              <a:r>
                <a:rPr lang="es-ES_tradnl" sz="1200" noProof="0" dirty="0">
                  <a:solidFill>
                    <a:schemeClr val="tx1"/>
                  </a:solidFill>
                </a:rPr>
                <a:t>HI </a:t>
              </a:r>
              <a:r>
                <a:rPr lang="es-ES_tradnl" sz="1200" noProof="0" dirty="0">
                  <a:solidFill>
                    <a:schemeClr val="tx1"/>
                  </a:solidFill>
                  <a:cs typeface="Arial" charset="0"/>
                </a:rPr>
                <a:t>–</a:t>
              </a:r>
              <a:r>
                <a:rPr lang="es-ES_tradnl" sz="1200" noProof="0" dirty="0">
                  <a:solidFill>
                    <a:schemeClr val="tx1"/>
                  </a:solidFill>
                </a:rPr>
                <a:t> 2M</a:t>
              </a:r>
            </a:p>
          </p:txBody>
        </p:sp>
        <p:sp>
          <p:nvSpPr>
            <p:cNvPr id="32" name="AutoShape 74">
              <a:extLst>
                <a:ext uri="{FF2B5EF4-FFF2-40B4-BE49-F238E27FC236}">
                  <a16:creationId xmlns:a16="http://schemas.microsoft.com/office/drawing/2014/main" id="{72BA2C8D-BAC9-B3FF-9608-5BE8C75F0B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24175" y="2682875"/>
              <a:ext cx="1060450" cy="352425"/>
            </a:xfrm>
            <a:prstGeom prst="flowChartProcess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s-ES_tradnl" sz="1200" noProof="0" dirty="0">
                  <a:solidFill>
                    <a:schemeClr val="tx1"/>
                  </a:solidFill>
                </a:rPr>
                <a:t>HI </a:t>
              </a:r>
              <a:r>
                <a:rPr lang="es-ES_tradnl" sz="1200" noProof="0" dirty="0">
                  <a:solidFill>
                    <a:schemeClr val="tx1"/>
                  </a:solidFill>
                  <a:sym typeface="Symbol" pitchFamily="18" charset="2"/>
                </a:rPr>
                <a:t> </a:t>
              </a:r>
              <a:r>
                <a:rPr lang="es-ES_tradnl" sz="1200" noProof="0" dirty="0">
                  <a:solidFill>
                    <a:schemeClr val="tx1"/>
                  </a:solidFill>
                </a:rPr>
                <a:t>HI </a:t>
              </a:r>
              <a:r>
                <a:rPr lang="es-ES_tradnl" sz="1200" noProof="0" dirty="0">
                  <a:solidFill>
                    <a:schemeClr val="tx1"/>
                  </a:solidFill>
                  <a:cs typeface="Arial" charset="0"/>
                </a:rPr>
                <a:t>–</a:t>
              </a:r>
              <a:r>
                <a:rPr lang="es-ES_tradnl" sz="1200" noProof="0" dirty="0">
                  <a:solidFill>
                    <a:schemeClr val="tx1"/>
                  </a:solidFill>
                </a:rPr>
                <a:t> M</a:t>
              </a:r>
            </a:p>
          </p:txBody>
        </p:sp>
        <p:sp>
          <p:nvSpPr>
            <p:cNvPr id="33" name="Text Box 76">
              <a:extLst>
                <a:ext uri="{FF2B5EF4-FFF2-40B4-BE49-F238E27FC236}">
                  <a16:creationId xmlns:a16="http://schemas.microsoft.com/office/drawing/2014/main" id="{17C886CE-7359-2723-4B74-F844BD3B746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09763" y="2586038"/>
              <a:ext cx="526106" cy="584775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s-ES_tradnl" sz="1600" noProof="0" dirty="0">
                  <a:solidFill>
                    <a:schemeClr val="tx1"/>
                  </a:solidFill>
                </a:rPr>
                <a:t>000</a:t>
              </a:r>
            </a:p>
            <a:p>
              <a:r>
                <a:rPr lang="es-ES_tradnl" sz="1600" noProof="0" dirty="0">
                  <a:solidFill>
                    <a:schemeClr val="tx1"/>
                  </a:solidFill>
                </a:rPr>
                <a:t>111</a:t>
              </a:r>
            </a:p>
          </p:txBody>
        </p:sp>
        <p:sp>
          <p:nvSpPr>
            <p:cNvPr id="34" name="Freeform 77">
              <a:extLst>
                <a:ext uri="{FF2B5EF4-FFF2-40B4-BE49-F238E27FC236}">
                  <a16:creationId xmlns:a16="http://schemas.microsoft.com/office/drawing/2014/main" id="{AE8E6C28-550A-23A1-653B-28E6644BC708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2236788" y="3597275"/>
              <a:ext cx="606425" cy="788988"/>
            </a:xfrm>
            <a:custGeom>
              <a:avLst/>
              <a:gdLst>
                <a:gd name="T0" fmla="*/ 0 w 452"/>
                <a:gd name="T1" fmla="*/ 0 h 220"/>
                <a:gd name="T2" fmla="*/ 0 w 452"/>
                <a:gd name="T3" fmla="*/ 1080375762 h 220"/>
                <a:gd name="T4" fmla="*/ 813609144 w 452"/>
                <a:gd name="T5" fmla="*/ 1080375762 h 220"/>
                <a:gd name="T6" fmla="*/ 813609144 w 452"/>
                <a:gd name="T7" fmla="*/ 2147483647 h 22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52"/>
                <a:gd name="T13" fmla="*/ 0 h 220"/>
                <a:gd name="T14" fmla="*/ 452 w 452"/>
                <a:gd name="T15" fmla="*/ 220 h 22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52" h="220">
                  <a:moveTo>
                    <a:pt x="0" y="0"/>
                  </a:moveTo>
                  <a:lnTo>
                    <a:pt x="0" y="84"/>
                  </a:lnTo>
                  <a:lnTo>
                    <a:pt x="452" y="84"/>
                  </a:lnTo>
                  <a:lnTo>
                    <a:pt x="452" y="220"/>
                  </a:lnTo>
                </a:path>
              </a:pathLst>
            </a:custGeom>
            <a:noFill/>
            <a:ln w="158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s-ES_tradnl" noProof="0" dirty="0">
                <a:solidFill>
                  <a:schemeClr val="tx1"/>
                </a:solidFill>
              </a:endParaRPr>
            </a:p>
          </p:txBody>
        </p:sp>
        <p:sp>
          <p:nvSpPr>
            <p:cNvPr id="35" name="Freeform 78">
              <a:extLst>
                <a:ext uri="{FF2B5EF4-FFF2-40B4-BE49-F238E27FC236}">
                  <a16:creationId xmlns:a16="http://schemas.microsoft.com/office/drawing/2014/main" id="{D01389C7-8893-6225-1668-266305091518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531813" y="3041650"/>
              <a:ext cx="1019175" cy="1336675"/>
            </a:xfrm>
            <a:custGeom>
              <a:avLst/>
              <a:gdLst>
                <a:gd name="T0" fmla="*/ 1617940094 w 642"/>
                <a:gd name="T1" fmla="*/ 0 h 842"/>
                <a:gd name="T2" fmla="*/ 1617940094 w 642"/>
                <a:gd name="T3" fmla="*/ 1743948413 h 842"/>
                <a:gd name="T4" fmla="*/ 2520950 w 642"/>
                <a:gd name="T5" fmla="*/ 1746469362 h 842"/>
                <a:gd name="T6" fmla="*/ 0 w 642"/>
                <a:gd name="T7" fmla="*/ 2121971741 h 84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642"/>
                <a:gd name="T13" fmla="*/ 0 h 842"/>
                <a:gd name="T14" fmla="*/ 642 w 642"/>
                <a:gd name="T15" fmla="*/ 842 h 84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642" h="842">
                  <a:moveTo>
                    <a:pt x="642" y="0"/>
                  </a:moveTo>
                  <a:lnTo>
                    <a:pt x="642" y="692"/>
                  </a:lnTo>
                  <a:lnTo>
                    <a:pt x="1" y="693"/>
                  </a:lnTo>
                  <a:lnTo>
                    <a:pt x="0" y="842"/>
                  </a:lnTo>
                </a:path>
              </a:pathLst>
            </a:custGeom>
            <a:noFill/>
            <a:ln w="158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s-ES_tradnl" noProof="0" dirty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907376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29F228-5DF1-48B0-2A6D-9EE99EF626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7D233933-08D9-8334-8B93-002426B428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Operadores de multiplicación con signo</a:t>
            </a:r>
            <a:endParaRPr lang="en-US" dirty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F157E64-CB37-9856-DBC9-D1C16CB34F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_tradnl" dirty="0"/>
              <a:t>Ejemplo de multiplicación con recodificación por parejas</a:t>
            </a:r>
          </a:p>
          <a:p>
            <a:pPr lvl="1"/>
            <a:r>
              <a:rPr lang="es-ES_tradnl" dirty="0"/>
              <a:t>n=6 (n ha de ser par); M=</a:t>
            </a:r>
            <a:r>
              <a:rPr lang="es-ES_tradnl" dirty="0">
                <a:solidFill>
                  <a:srgbClr val="FF0000"/>
                </a:solidFill>
              </a:rPr>
              <a:t>001101</a:t>
            </a:r>
            <a:r>
              <a:rPr lang="es-ES_tradnl" b="1" baseline="-25000" dirty="0">
                <a:solidFill>
                  <a:srgbClr val="FF0000"/>
                </a:solidFill>
              </a:rPr>
              <a:t>2</a:t>
            </a:r>
            <a:r>
              <a:rPr lang="es-ES_tradnl" dirty="0">
                <a:solidFill>
                  <a:srgbClr val="FF0000"/>
                </a:solidFill>
              </a:rPr>
              <a:t> </a:t>
            </a:r>
            <a:r>
              <a:rPr lang="es-ES_tradnl" dirty="0"/>
              <a:t>(13</a:t>
            </a:r>
            <a:r>
              <a:rPr lang="es-ES_tradnl" b="1" baseline="-25000" dirty="0"/>
              <a:t>10</a:t>
            </a:r>
            <a:r>
              <a:rPr lang="es-ES_tradnl" dirty="0"/>
              <a:t>); Q=</a:t>
            </a:r>
            <a:r>
              <a:rPr lang="es-ES_tradnl" dirty="0">
                <a:solidFill>
                  <a:srgbClr val="0070C0"/>
                </a:solidFill>
              </a:rPr>
              <a:t>111010</a:t>
            </a:r>
            <a:r>
              <a:rPr lang="es-ES_tradnl" b="1" baseline="-25000" dirty="0">
                <a:solidFill>
                  <a:srgbClr val="0070C0"/>
                </a:solidFill>
              </a:rPr>
              <a:t>2</a:t>
            </a:r>
            <a:r>
              <a:rPr lang="es-ES_tradnl" dirty="0">
                <a:solidFill>
                  <a:srgbClr val="0070C0"/>
                </a:solidFill>
              </a:rPr>
              <a:t> </a:t>
            </a:r>
            <a:r>
              <a:rPr lang="es-ES_tradnl" dirty="0"/>
              <a:t>(–6</a:t>
            </a:r>
            <a:r>
              <a:rPr lang="es-ES_tradnl" b="1" baseline="-25000" dirty="0"/>
              <a:t>10</a:t>
            </a:r>
            <a:r>
              <a:rPr lang="es-ES_tradnl" dirty="0"/>
              <a:t>)</a:t>
            </a:r>
          </a:p>
          <a:p>
            <a:endParaRPr lang="es-ES_tradnl" dirty="0"/>
          </a:p>
        </p:txBody>
      </p:sp>
      <p:sp>
        <p:nvSpPr>
          <p:cNvPr id="2" name="Marcador de número de diapositiva 3">
            <a:extLst>
              <a:ext uri="{FF2B5EF4-FFF2-40B4-BE49-F238E27FC236}">
                <a16:creationId xmlns:a16="http://schemas.microsoft.com/office/drawing/2014/main" id="{050F0AD2-F619-CA2A-42D4-0FE04A8C31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86800" y="6529388"/>
            <a:ext cx="457200" cy="328612"/>
          </a:xfrm>
        </p:spPr>
        <p:txBody>
          <a:bodyPr/>
          <a:lstStyle/>
          <a:p>
            <a:fld id="{165D9AA3-C110-4682-A7ED-0B7E64F42347}" type="slidenum">
              <a:rPr lang="es-ES_tradnl" noProof="0" smtClean="0"/>
              <a:pPr/>
              <a:t>75</a:t>
            </a:fld>
            <a:endParaRPr lang="es-ES_tradnl" noProof="0" dirty="0"/>
          </a:p>
        </p:txBody>
      </p:sp>
      <p:graphicFrame>
        <p:nvGraphicFramePr>
          <p:cNvPr id="5" name="Group 52">
            <a:extLst>
              <a:ext uri="{FF2B5EF4-FFF2-40B4-BE49-F238E27FC236}">
                <a16:creationId xmlns:a16="http://schemas.microsoft.com/office/drawing/2014/main" id="{3B0A4F76-B65B-F250-CD49-7BCC672F2D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6059434"/>
              </p:ext>
            </p:extLst>
          </p:nvPr>
        </p:nvGraphicFramePr>
        <p:xfrm>
          <a:off x="647700" y="2238375"/>
          <a:ext cx="7893050" cy="3251200"/>
        </p:xfrm>
        <a:graphic>
          <a:graphicData uri="http://schemas.openxmlformats.org/drawingml/2006/table">
            <a:tbl>
              <a:tblPr/>
              <a:tblGrid>
                <a:gridCol w="892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005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003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Ciclo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Acción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S-HI-LO-X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Valores iniciales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0 000000 </a:t>
                      </a: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0010</a:t>
                      </a:r>
                      <a:r>
                        <a:rPr kumimoji="0" lang="es-ES_tradnl" sz="2000" b="0" i="0" u="sng" strike="noStrike" cap="none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01</a:t>
                      </a:r>
                      <a:r>
                        <a:rPr kumimoji="0" lang="es-ES_tradnl" sz="2000" b="0" i="0" u="sng" strike="noStrike" cap="none" normalizeH="0" baseline="0" noProof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 </a:t>
                      </a:r>
                      <a:r>
                        <a:rPr kumimoji="0" lang="es-ES_tradnl" sz="2000" b="0" i="0" u="sng" strike="noStrike" cap="none" normalizeH="0" baseline="0" noProof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s-ES_tradnl" sz="20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s-ES_tradnl" sz="20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s-ES_tradnl" sz="20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s-ES_tradnl" sz="20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s-ES_tradnl" sz="20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0" lang="es-ES_tradnl" sz="20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s-ES_tradnl" sz="20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s-ES_tradnl" sz="20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0" lang="es-ES_tradnl" sz="20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s-ES_tradnl" sz="2000" b="0" i="0" u="sng" strike="noStrike" cap="none" normalizeH="0" baseline="0" noProof="0" dirty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0" lang="es-ES_tradnl" sz="20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s-ES_tradnl" sz="20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s-ES_tradnl" sz="20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0" lang="es-ES_tradnl" sz="20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s-ES_tradnl" sz="20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81160124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DF2157-F8C4-63E8-BE33-422B27A385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566E3EE8-B9EC-A3F8-DD26-90C0D6EAF4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Operadores de multiplicación con signo</a:t>
            </a:r>
            <a:endParaRPr lang="en-US" dirty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ECE3AAB-7886-06E5-DC55-998738A07F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_tradnl" dirty="0"/>
              <a:t>Ejemplo de multiplicación con recodificación por parejas</a:t>
            </a:r>
          </a:p>
          <a:p>
            <a:pPr lvl="1"/>
            <a:r>
              <a:rPr lang="es-ES_tradnl" dirty="0"/>
              <a:t>n=6 (n ha de ser par); M=</a:t>
            </a:r>
            <a:r>
              <a:rPr lang="es-ES_tradnl" dirty="0">
                <a:solidFill>
                  <a:srgbClr val="FF0000"/>
                </a:solidFill>
              </a:rPr>
              <a:t>001101</a:t>
            </a:r>
            <a:r>
              <a:rPr lang="es-ES_tradnl" b="1" baseline="-25000" dirty="0">
                <a:solidFill>
                  <a:srgbClr val="FF0000"/>
                </a:solidFill>
              </a:rPr>
              <a:t>2</a:t>
            </a:r>
            <a:r>
              <a:rPr lang="es-ES_tradnl" dirty="0">
                <a:solidFill>
                  <a:srgbClr val="FF0000"/>
                </a:solidFill>
              </a:rPr>
              <a:t> </a:t>
            </a:r>
            <a:r>
              <a:rPr lang="es-ES_tradnl" dirty="0"/>
              <a:t>(13</a:t>
            </a:r>
            <a:r>
              <a:rPr lang="es-ES_tradnl" b="1" baseline="-25000" dirty="0"/>
              <a:t>10</a:t>
            </a:r>
            <a:r>
              <a:rPr lang="es-ES_tradnl" dirty="0"/>
              <a:t>); Q=</a:t>
            </a:r>
            <a:r>
              <a:rPr lang="es-ES_tradnl" dirty="0">
                <a:solidFill>
                  <a:srgbClr val="0070C0"/>
                </a:solidFill>
              </a:rPr>
              <a:t>111010</a:t>
            </a:r>
            <a:r>
              <a:rPr lang="es-ES_tradnl" b="1" baseline="-25000" dirty="0">
                <a:solidFill>
                  <a:srgbClr val="0070C0"/>
                </a:solidFill>
              </a:rPr>
              <a:t>2</a:t>
            </a:r>
            <a:r>
              <a:rPr lang="es-ES_tradnl" dirty="0">
                <a:solidFill>
                  <a:srgbClr val="0070C0"/>
                </a:solidFill>
              </a:rPr>
              <a:t> </a:t>
            </a:r>
            <a:r>
              <a:rPr lang="es-ES_tradnl" dirty="0"/>
              <a:t>(–6</a:t>
            </a:r>
            <a:r>
              <a:rPr lang="es-ES_tradnl" b="1" baseline="-25000" dirty="0"/>
              <a:t>10</a:t>
            </a:r>
            <a:r>
              <a:rPr lang="es-ES_tradnl" dirty="0"/>
              <a:t>)</a:t>
            </a:r>
          </a:p>
          <a:p>
            <a:endParaRPr lang="es-ES_tradnl" dirty="0"/>
          </a:p>
        </p:txBody>
      </p:sp>
      <p:sp>
        <p:nvSpPr>
          <p:cNvPr id="2" name="Marcador de número de diapositiva 3">
            <a:extLst>
              <a:ext uri="{FF2B5EF4-FFF2-40B4-BE49-F238E27FC236}">
                <a16:creationId xmlns:a16="http://schemas.microsoft.com/office/drawing/2014/main" id="{6B7E25FB-EAF1-63AB-81C1-5F7BFD7035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86800" y="6529388"/>
            <a:ext cx="457200" cy="328612"/>
          </a:xfrm>
        </p:spPr>
        <p:txBody>
          <a:bodyPr/>
          <a:lstStyle/>
          <a:p>
            <a:fld id="{165D9AA3-C110-4682-A7ED-0B7E64F42347}" type="slidenum">
              <a:rPr lang="es-ES_tradnl" noProof="0" smtClean="0"/>
              <a:pPr/>
              <a:t>76</a:t>
            </a:fld>
            <a:endParaRPr lang="es-ES_tradnl" noProof="0" dirty="0"/>
          </a:p>
        </p:txBody>
      </p:sp>
      <p:graphicFrame>
        <p:nvGraphicFramePr>
          <p:cNvPr id="5" name="Group 52">
            <a:extLst>
              <a:ext uri="{FF2B5EF4-FFF2-40B4-BE49-F238E27FC236}">
                <a16:creationId xmlns:a16="http://schemas.microsoft.com/office/drawing/2014/main" id="{1023D6FD-BAD1-3379-45AA-9F3A6C293B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2098662"/>
              </p:ext>
            </p:extLst>
          </p:nvPr>
        </p:nvGraphicFramePr>
        <p:xfrm>
          <a:off x="647700" y="2238375"/>
          <a:ext cx="7893050" cy="3251200"/>
        </p:xfrm>
        <a:graphic>
          <a:graphicData uri="http://schemas.openxmlformats.org/drawingml/2006/table">
            <a:tbl>
              <a:tblPr/>
              <a:tblGrid>
                <a:gridCol w="892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005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003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Ciclo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Acción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S-HI-LO-X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Valores iniciales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0 000000 </a:t>
                      </a: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0010</a:t>
                      </a:r>
                      <a:r>
                        <a:rPr kumimoji="0" lang="es-ES_tradnl" sz="2000" b="0" i="0" u="sng" strike="noStrike" cap="none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01</a:t>
                      </a:r>
                      <a:r>
                        <a:rPr kumimoji="0" lang="es-ES_tradnl" sz="2000" b="0" i="0" u="sng" strike="noStrike" cap="none" normalizeH="0" baseline="0" noProof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 </a:t>
                      </a:r>
                      <a:r>
                        <a:rPr kumimoji="0" lang="es-ES_tradnl" sz="2000" b="0" i="0" u="sng" strike="noStrike" cap="none" normalizeH="0" baseline="0" noProof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Caso 010: HI = HI + M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</a:rPr>
                        <a:t>1 101001 </a:t>
                      </a: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001001</a:t>
                      </a: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</a:rPr>
                        <a:t> 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s-ES_tradnl" sz="20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s-ES_tradnl" sz="20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s-ES_tradnl" sz="20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0" lang="es-ES_tradnl" sz="20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s-ES_tradnl" sz="20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s-ES_tradnl" sz="20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0" lang="es-ES_tradnl" sz="20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s-ES_tradnl" sz="2000" b="0" i="0" u="sng" strike="noStrike" cap="none" normalizeH="0" baseline="0" noProof="0" dirty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0" lang="es-ES_tradnl" sz="20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s-ES_tradnl" sz="20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s-ES_tradnl" sz="20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0" lang="es-ES_tradnl" sz="20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s-ES_tradnl" sz="20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34426895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0EE4E7-03A6-17DD-5D01-6B1808A066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483EF4D6-F2CD-C888-8C3A-CC6E1AFE79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Operadores de multiplicación con signo</a:t>
            </a:r>
            <a:endParaRPr lang="en-US" dirty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71627B1C-B530-68C0-EC78-A6F4ECF882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_tradnl" dirty="0"/>
              <a:t>Ejemplo de multiplicación con recodificación por parejas</a:t>
            </a:r>
          </a:p>
          <a:p>
            <a:pPr lvl="1"/>
            <a:r>
              <a:rPr lang="es-ES_tradnl" dirty="0"/>
              <a:t>n=6 (n ha de ser par); M=</a:t>
            </a:r>
            <a:r>
              <a:rPr lang="es-ES_tradnl" dirty="0">
                <a:solidFill>
                  <a:srgbClr val="FF0000"/>
                </a:solidFill>
              </a:rPr>
              <a:t>001101</a:t>
            </a:r>
            <a:r>
              <a:rPr lang="es-ES_tradnl" b="1" baseline="-25000" dirty="0">
                <a:solidFill>
                  <a:srgbClr val="FF0000"/>
                </a:solidFill>
              </a:rPr>
              <a:t>2</a:t>
            </a:r>
            <a:r>
              <a:rPr lang="es-ES_tradnl" dirty="0">
                <a:solidFill>
                  <a:srgbClr val="FF0000"/>
                </a:solidFill>
              </a:rPr>
              <a:t> </a:t>
            </a:r>
            <a:r>
              <a:rPr lang="es-ES_tradnl" dirty="0"/>
              <a:t>(13</a:t>
            </a:r>
            <a:r>
              <a:rPr lang="es-ES_tradnl" b="1" baseline="-25000" dirty="0"/>
              <a:t>10</a:t>
            </a:r>
            <a:r>
              <a:rPr lang="es-ES_tradnl" dirty="0"/>
              <a:t>); Q=</a:t>
            </a:r>
            <a:r>
              <a:rPr lang="es-ES_tradnl" dirty="0">
                <a:solidFill>
                  <a:srgbClr val="0070C0"/>
                </a:solidFill>
              </a:rPr>
              <a:t>111010</a:t>
            </a:r>
            <a:r>
              <a:rPr lang="es-ES_tradnl" b="1" baseline="-25000" dirty="0">
                <a:solidFill>
                  <a:srgbClr val="0070C0"/>
                </a:solidFill>
              </a:rPr>
              <a:t>2</a:t>
            </a:r>
            <a:r>
              <a:rPr lang="es-ES_tradnl" dirty="0">
                <a:solidFill>
                  <a:srgbClr val="0070C0"/>
                </a:solidFill>
              </a:rPr>
              <a:t> </a:t>
            </a:r>
            <a:r>
              <a:rPr lang="es-ES_tradnl" dirty="0"/>
              <a:t>(–6</a:t>
            </a:r>
            <a:r>
              <a:rPr lang="es-ES_tradnl" b="1" baseline="-25000" dirty="0"/>
              <a:t>10</a:t>
            </a:r>
            <a:r>
              <a:rPr lang="es-ES_tradnl" dirty="0"/>
              <a:t>)</a:t>
            </a:r>
          </a:p>
          <a:p>
            <a:endParaRPr lang="es-ES_tradnl" dirty="0"/>
          </a:p>
        </p:txBody>
      </p:sp>
      <p:sp>
        <p:nvSpPr>
          <p:cNvPr id="2" name="Marcador de número de diapositiva 3">
            <a:extLst>
              <a:ext uri="{FF2B5EF4-FFF2-40B4-BE49-F238E27FC236}">
                <a16:creationId xmlns:a16="http://schemas.microsoft.com/office/drawing/2014/main" id="{27911883-2BDF-7760-990B-F7E58752F9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86800" y="6529388"/>
            <a:ext cx="457200" cy="328612"/>
          </a:xfrm>
        </p:spPr>
        <p:txBody>
          <a:bodyPr/>
          <a:lstStyle/>
          <a:p>
            <a:fld id="{165D9AA3-C110-4682-A7ED-0B7E64F42347}" type="slidenum">
              <a:rPr lang="es-ES_tradnl" noProof="0" smtClean="0"/>
              <a:pPr/>
              <a:t>77</a:t>
            </a:fld>
            <a:endParaRPr lang="es-ES_tradnl" noProof="0" dirty="0"/>
          </a:p>
        </p:txBody>
      </p:sp>
      <p:graphicFrame>
        <p:nvGraphicFramePr>
          <p:cNvPr id="5" name="Group 52">
            <a:extLst>
              <a:ext uri="{FF2B5EF4-FFF2-40B4-BE49-F238E27FC236}">
                <a16:creationId xmlns:a16="http://schemas.microsoft.com/office/drawing/2014/main" id="{6019DF11-82A3-4E7E-FC85-8F41B03ADF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3943727"/>
              </p:ext>
            </p:extLst>
          </p:nvPr>
        </p:nvGraphicFramePr>
        <p:xfrm>
          <a:off x="647700" y="2238375"/>
          <a:ext cx="7893050" cy="3251200"/>
        </p:xfrm>
        <a:graphic>
          <a:graphicData uri="http://schemas.openxmlformats.org/drawingml/2006/table">
            <a:tbl>
              <a:tblPr/>
              <a:tblGrid>
                <a:gridCol w="892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005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003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Ciclo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Acción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S-HI-LO-X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Valores iniciales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0 000000 </a:t>
                      </a: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0010</a:t>
                      </a:r>
                      <a:r>
                        <a:rPr kumimoji="0" lang="es-ES_tradnl" sz="2000" b="0" i="0" u="sng" strike="noStrike" cap="none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01</a:t>
                      </a:r>
                      <a:r>
                        <a:rPr kumimoji="0" lang="es-ES_tradnl" sz="2000" b="0" i="0" u="sng" strike="noStrike" cap="none" normalizeH="0" baseline="0" noProof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 </a:t>
                      </a:r>
                      <a:r>
                        <a:rPr kumimoji="0" lang="es-ES_tradnl" sz="2000" b="0" i="0" u="sng" strike="noStrike" cap="none" normalizeH="0" baseline="0" noProof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Caso 010: HI = HI + M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</a:rPr>
                        <a:t>1 101001 </a:t>
                      </a: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001001</a:t>
                      </a: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</a:rPr>
                        <a:t> 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s-ES_tradnl" sz="20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Desplazar S-HI-LO 2 bits a la derecha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</a:rPr>
                        <a:t>1  111010 </a:t>
                      </a: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0100</a:t>
                      </a:r>
                      <a:r>
                        <a:rPr kumimoji="0" lang="es-ES_tradnl" sz="2000" b="0" i="0" u="sng" strike="noStrike" cap="none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10</a:t>
                      </a:r>
                      <a:r>
                        <a:rPr kumimoji="0" lang="es-ES_tradnl" sz="2000" b="0" i="0" u="sng" strike="noStrike" cap="none" normalizeH="0" baseline="0" noProof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</a:rPr>
                        <a:t> 0</a:t>
                      </a: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</a:rPr>
                        <a:t>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0" lang="es-ES_tradnl" sz="20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s-ES_tradnl" sz="20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s-ES_tradnl" sz="20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0" lang="es-ES_tradnl" sz="20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s-ES_tradnl" sz="2000" b="0" i="0" u="sng" strike="noStrike" cap="none" normalizeH="0" baseline="0" noProof="0" dirty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0" lang="es-ES_tradnl" sz="20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s-ES_tradnl" sz="20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s-ES_tradnl" sz="20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0" lang="es-ES_tradnl" sz="20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s-ES_tradnl" sz="20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19533326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4868DF-F65B-E20B-70B0-B46804A645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0658BEE6-AC71-0F6B-90CA-97162BF05F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Operadores de multiplicación con signo</a:t>
            </a:r>
            <a:endParaRPr lang="en-US" dirty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F8DD597-6BEA-3C58-26C3-4F904FF4BC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_tradnl" dirty="0"/>
              <a:t>Ejemplo de multiplicación con recodificación por parejas</a:t>
            </a:r>
          </a:p>
          <a:p>
            <a:pPr lvl="1"/>
            <a:r>
              <a:rPr lang="es-ES_tradnl" dirty="0"/>
              <a:t>n=6 (n ha de ser par); M=</a:t>
            </a:r>
            <a:r>
              <a:rPr lang="es-ES_tradnl" dirty="0">
                <a:solidFill>
                  <a:srgbClr val="FF0000"/>
                </a:solidFill>
              </a:rPr>
              <a:t>001101</a:t>
            </a:r>
            <a:r>
              <a:rPr lang="es-ES_tradnl" b="1" baseline="-25000" dirty="0">
                <a:solidFill>
                  <a:srgbClr val="FF0000"/>
                </a:solidFill>
              </a:rPr>
              <a:t>2</a:t>
            </a:r>
            <a:r>
              <a:rPr lang="es-ES_tradnl" dirty="0">
                <a:solidFill>
                  <a:srgbClr val="FF0000"/>
                </a:solidFill>
              </a:rPr>
              <a:t> </a:t>
            </a:r>
            <a:r>
              <a:rPr lang="es-ES_tradnl" dirty="0"/>
              <a:t>(13</a:t>
            </a:r>
            <a:r>
              <a:rPr lang="es-ES_tradnl" b="1" baseline="-25000" dirty="0"/>
              <a:t>10</a:t>
            </a:r>
            <a:r>
              <a:rPr lang="es-ES_tradnl" dirty="0"/>
              <a:t>); Q=</a:t>
            </a:r>
            <a:r>
              <a:rPr lang="es-ES_tradnl" dirty="0">
                <a:solidFill>
                  <a:srgbClr val="0070C0"/>
                </a:solidFill>
              </a:rPr>
              <a:t>111010</a:t>
            </a:r>
            <a:r>
              <a:rPr lang="es-ES_tradnl" b="1" baseline="-25000" dirty="0">
                <a:solidFill>
                  <a:srgbClr val="0070C0"/>
                </a:solidFill>
              </a:rPr>
              <a:t>2</a:t>
            </a:r>
            <a:r>
              <a:rPr lang="es-ES_tradnl" dirty="0">
                <a:solidFill>
                  <a:srgbClr val="0070C0"/>
                </a:solidFill>
              </a:rPr>
              <a:t> </a:t>
            </a:r>
            <a:r>
              <a:rPr lang="es-ES_tradnl" dirty="0"/>
              <a:t>(–6</a:t>
            </a:r>
            <a:r>
              <a:rPr lang="es-ES_tradnl" b="1" baseline="-25000" dirty="0"/>
              <a:t>10</a:t>
            </a:r>
            <a:r>
              <a:rPr lang="es-ES_tradnl" dirty="0"/>
              <a:t>)</a:t>
            </a:r>
          </a:p>
          <a:p>
            <a:endParaRPr lang="es-ES_tradnl" dirty="0"/>
          </a:p>
        </p:txBody>
      </p:sp>
      <p:sp>
        <p:nvSpPr>
          <p:cNvPr id="2" name="Marcador de número de diapositiva 3">
            <a:extLst>
              <a:ext uri="{FF2B5EF4-FFF2-40B4-BE49-F238E27FC236}">
                <a16:creationId xmlns:a16="http://schemas.microsoft.com/office/drawing/2014/main" id="{8DF5E58B-F277-0297-09E4-28476460F3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86800" y="6529388"/>
            <a:ext cx="457200" cy="328612"/>
          </a:xfrm>
        </p:spPr>
        <p:txBody>
          <a:bodyPr/>
          <a:lstStyle/>
          <a:p>
            <a:fld id="{165D9AA3-C110-4682-A7ED-0B7E64F42347}" type="slidenum">
              <a:rPr lang="es-ES_tradnl" noProof="0" smtClean="0"/>
              <a:pPr/>
              <a:t>78</a:t>
            </a:fld>
            <a:endParaRPr lang="es-ES_tradnl" noProof="0" dirty="0"/>
          </a:p>
        </p:txBody>
      </p:sp>
      <p:graphicFrame>
        <p:nvGraphicFramePr>
          <p:cNvPr id="5" name="Group 52">
            <a:extLst>
              <a:ext uri="{FF2B5EF4-FFF2-40B4-BE49-F238E27FC236}">
                <a16:creationId xmlns:a16="http://schemas.microsoft.com/office/drawing/2014/main" id="{D77CC0A2-1155-5001-1F4D-1FFB666166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8954830"/>
              </p:ext>
            </p:extLst>
          </p:nvPr>
        </p:nvGraphicFramePr>
        <p:xfrm>
          <a:off x="647700" y="2238375"/>
          <a:ext cx="7893050" cy="3251200"/>
        </p:xfrm>
        <a:graphic>
          <a:graphicData uri="http://schemas.openxmlformats.org/drawingml/2006/table">
            <a:tbl>
              <a:tblPr/>
              <a:tblGrid>
                <a:gridCol w="892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005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003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Ciclo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Acción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S-HI-LO-X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Valores iniciales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0 000000 </a:t>
                      </a: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0010</a:t>
                      </a:r>
                      <a:r>
                        <a:rPr kumimoji="0" lang="es-ES_tradnl" sz="2000" b="0" i="0" u="sng" strike="noStrike" cap="none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01</a:t>
                      </a:r>
                      <a:r>
                        <a:rPr kumimoji="0" lang="es-ES_tradnl" sz="2000" b="0" i="0" u="sng" strike="noStrike" cap="none" normalizeH="0" baseline="0" noProof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 </a:t>
                      </a:r>
                      <a:r>
                        <a:rPr kumimoji="0" lang="es-ES_tradnl" sz="2000" b="0" i="0" u="sng" strike="noStrike" cap="none" normalizeH="0" baseline="0" noProof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Caso 010: HI = HI + M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</a:rPr>
                        <a:t>1 101001 </a:t>
                      </a: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001001</a:t>
                      </a: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</a:rPr>
                        <a:t> 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s-ES_tradnl" sz="20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Desplazar S-HI-LO 2 bits a la derecha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</a:rPr>
                        <a:t>1  111010 </a:t>
                      </a: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0100</a:t>
                      </a:r>
                      <a:r>
                        <a:rPr kumimoji="0" lang="es-ES_tradnl" sz="2000" b="0" i="0" u="sng" strike="noStrike" cap="none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10</a:t>
                      </a:r>
                      <a:r>
                        <a:rPr kumimoji="0" lang="es-ES_tradnl" sz="2000" b="0" i="0" u="sng" strike="noStrike" cap="none" normalizeH="0" baseline="0" noProof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</a:rPr>
                        <a:t> 0</a:t>
                      </a: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</a:rPr>
                        <a:t>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Caso 100: HI = HI -2M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</a:rPr>
                        <a:t>0  101000 </a:t>
                      </a: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010010</a:t>
                      </a: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</a:rPr>
                        <a:t> 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s-ES_tradnl" sz="20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0" lang="es-ES_tradnl" sz="20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s-ES_tradnl" sz="2000" b="0" i="0" u="sng" strike="noStrike" cap="none" normalizeH="0" baseline="0" noProof="0" dirty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0" lang="es-ES_tradnl" sz="20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s-ES_tradnl" sz="20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s-ES_tradnl" sz="20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0" lang="es-ES_tradnl" sz="20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s-ES_tradnl" sz="20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70412438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AD7D65-9AB9-86BE-28A5-03342BBEBA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520D61E7-D280-CEF2-5531-83523CE86C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Operadores de multiplicación con signo</a:t>
            </a:r>
            <a:endParaRPr lang="en-US" dirty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3B68EB3-2947-A92A-0527-60A622E20F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_tradnl" dirty="0"/>
              <a:t>Ejemplo de multiplicación con recodificación por parejas</a:t>
            </a:r>
          </a:p>
          <a:p>
            <a:pPr lvl="1"/>
            <a:r>
              <a:rPr lang="es-ES_tradnl" dirty="0"/>
              <a:t>n=6 (n ha de ser par); M=</a:t>
            </a:r>
            <a:r>
              <a:rPr lang="es-ES_tradnl" dirty="0">
                <a:solidFill>
                  <a:srgbClr val="FF0000"/>
                </a:solidFill>
              </a:rPr>
              <a:t>001101</a:t>
            </a:r>
            <a:r>
              <a:rPr lang="es-ES_tradnl" b="1" baseline="-25000" dirty="0">
                <a:solidFill>
                  <a:srgbClr val="FF0000"/>
                </a:solidFill>
              </a:rPr>
              <a:t>2</a:t>
            </a:r>
            <a:r>
              <a:rPr lang="es-ES_tradnl" dirty="0">
                <a:solidFill>
                  <a:srgbClr val="FF0000"/>
                </a:solidFill>
              </a:rPr>
              <a:t> </a:t>
            </a:r>
            <a:r>
              <a:rPr lang="es-ES_tradnl" dirty="0"/>
              <a:t>(13</a:t>
            </a:r>
            <a:r>
              <a:rPr lang="es-ES_tradnl" b="1" baseline="-25000" dirty="0"/>
              <a:t>10</a:t>
            </a:r>
            <a:r>
              <a:rPr lang="es-ES_tradnl" dirty="0"/>
              <a:t>); Q=</a:t>
            </a:r>
            <a:r>
              <a:rPr lang="es-ES_tradnl" dirty="0">
                <a:solidFill>
                  <a:srgbClr val="0070C0"/>
                </a:solidFill>
              </a:rPr>
              <a:t>111010</a:t>
            </a:r>
            <a:r>
              <a:rPr lang="es-ES_tradnl" b="1" baseline="-25000" dirty="0">
                <a:solidFill>
                  <a:srgbClr val="0070C0"/>
                </a:solidFill>
              </a:rPr>
              <a:t>2</a:t>
            </a:r>
            <a:r>
              <a:rPr lang="es-ES_tradnl" dirty="0">
                <a:solidFill>
                  <a:srgbClr val="0070C0"/>
                </a:solidFill>
              </a:rPr>
              <a:t> </a:t>
            </a:r>
            <a:r>
              <a:rPr lang="es-ES_tradnl" dirty="0"/>
              <a:t>(–6</a:t>
            </a:r>
            <a:r>
              <a:rPr lang="es-ES_tradnl" b="1" baseline="-25000" dirty="0"/>
              <a:t>10</a:t>
            </a:r>
            <a:r>
              <a:rPr lang="es-ES_tradnl" dirty="0"/>
              <a:t>)</a:t>
            </a:r>
          </a:p>
          <a:p>
            <a:endParaRPr lang="es-ES_tradnl" dirty="0"/>
          </a:p>
        </p:txBody>
      </p:sp>
      <p:sp>
        <p:nvSpPr>
          <p:cNvPr id="2" name="Marcador de número de diapositiva 3">
            <a:extLst>
              <a:ext uri="{FF2B5EF4-FFF2-40B4-BE49-F238E27FC236}">
                <a16:creationId xmlns:a16="http://schemas.microsoft.com/office/drawing/2014/main" id="{43B53CE9-AB5D-F605-4D43-CF0D84C598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86800" y="6529388"/>
            <a:ext cx="457200" cy="328612"/>
          </a:xfrm>
        </p:spPr>
        <p:txBody>
          <a:bodyPr/>
          <a:lstStyle/>
          <a:p>
            <a:fld id="{165D9AA3-C110-4682-A7ED-0B7E64F42347}" type="slidenum">
              <a:rPr lang="es-ES_tradnl" noProof="0" smtClean="0"/>
              <a:pPr/>
              <a:t>79</a:t>
            </a:fld>
            <a:endParaRPr lang="es-ES_tradnl" noProof="0" dirty="0"/>
          </a:p>
        </p:txBody>
      </p:sp>
      <p:graphicFrame>
        <p:nvGraphicFramePr>
          <p:cNvPr id="5" name="Group 52">
            <a:extLst>
              <a:ext uri="{FF2B5EF4-FFF2-40B4-BE49-F238E27FC236}">
                <a16:creationId xmlns:a16="http://schemas.microsoft.com/office/drawing/2014/main" id="{F46C4EDB-2234-B236-EA38-BACCD672E2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2147748"/>
              </p:ext>
            </p:extLst>
          </p:nvPr>
        </p:nvGraphicFramePr>
        <p:xfrm>
          <a:off x="647700" y="2238375"/>
          <a:ext cx="7893050" cy="3251200"/>
        </p:xfrm>
        <a:graphic>
          <a:graphicData uri="http://schemas.openxmlformats.org/drawingml/2006/table">
            <a:tbl>
              <a:tblPr/>
              <a:tblGrid>
                <a:gridCol w="892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005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003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Ciclo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Acción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S-HI-LO-X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Valores iniciales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0 000000 </a:t>
                      </a: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0010</a:t>
                      </a:r>
                      <a:r>
                        <a:rPr kumimoji="0" lang="es-ES_tradnl" sz="2000" b="0" i="0" u="sng" strike="noStrike" cap="none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01</a:t>
                      </a:r>
                      <a:r>
                        <a:rPr kumimoji="0" lang="es-ES_tradnl" sz="2000" b="0" i="0" u="sng" strike="noStrike" cap="none" normalizeH="0" baseline="0" noProof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 </a:t>
                      </a:r>
                      <a:r>
                        <a:rPr kumimoji="0" lang="es-ES_tradnl" sz="2000" b="0" i="0" u="sng" strike="noStrike" cap="none" normalizeH="0" baseline="0" noProof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Caso 010: HI = HI + M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</a:rPr>
                        <a:t>1 101001 </a:t>
                      </a: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001001</a:t>
                      </a: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</a:rPr>
                        <a:t> 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s-ES_tradnl" sz="20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Desplazar S-HI-LO 2 bits a la derecha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</a:rPr>
                        <a:t>1  111010 </a:t>
                      </a: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0100</a:t>
                      </a:r>
                      <a:r>
                        <a:rPr kumimoji="0" lang="es-ES_tradnl" sz="2000" b="0" i="0" u="sng" strike="noStrike" cap="none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10</a:t>
                      </a:r>
                      <a:r>
                        <a:rPr kumimoji="0" lang="es-ES_tradnl" sz="2000" b="0" i="0" u="sng" strike="noStrike" cap="none" normalizeH="0" baseline="0" noProof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</a:rPr>
                        <a:t> 0</a:t>
                      </a: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</a:rPr>
                        <a:t>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Caso 100: HI = HI -2M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</a:rPr>
                        <a:t>0  101000 </a:t>
                      </a: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010010</a:t>
                      </a: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</a:rPr>
                        <a:t> 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s-ES_tradnl" sz="20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Desplazar S-HI-LO 2 bits a la derecha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</a:rPr>
                        <a:t>0  001010 </a:t>
                      </a: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0001</a:t>
                      </a:r>
                      <a:r>
                        <a:rPr kumimoji="0" lang="es-ES_tradnl" sz="2000" b="0" i="0" u="sng" strike="noStrike" cap="none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00</a:t>
                      </a:r>
                      <a:r>
                        <a:rPr kumimoji="0" lang="es-ES_tradnl" sz="2000" b="0" i="0" u="sng" strike="noStrike" cap="none" normalizeH="0" baseline="0" noProof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</a:rPr>
                        <a:t> 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0" lang="es-ES_tradnl" sz="20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s-ES_tradnl" sz="20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s-ES_tradnl" sz="20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0" lang="es-ES_tradnl" sz="20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s-ES_tradnl" sz="20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38793101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6DAF42-B473-9859-E759-522EC5BE6D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54407933-1622-1F43-6134-5195A62655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Operadores de multiplicación con signo</a:t>
            </a:r>
            <a:endParaRPr lang="en-US" dirty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8DF6D96-F393-9FCA-33B3-1CD2656A4F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_tradnl" dirty="0"/>
              <a:t>Ejemplo de multiplicación con recodificación por parejas</a:t>
            </a:r>
          </a:p>
          <a:p>
            <a:pPr lvl="1"/>
            <a:r>
              <a:rPr lang="es-ES_tradnl" dirty="0"/>
              <a:t>n=6 (n ha de ser par); M=</a:t>
            </a:r>
            <a:r>
              <a:rPr lang="es-ES_tradnl" dirty="0">
                <a:solidFill>
                  <a:srgbClr val="FF0000"/>
                </a:solidFill>
              </a:rPr>
              <a:t>001101</a:t>
            </a:r>
            <a:r>
              <a:rPr lang="es-ES_tradnl" b="1" baseline="-25000" dirty="0">
                <a:solidFill>
                  <a:srgbClr val="FF0000"/>
                </a:solidFill>
              </a:rPr>
              <a:t>2</a:t>
            </a:r>
            <a:r>
              <a:rPr lang="es-ES_tradnl" dirty="0">
                <a:solidFill>
                  <a:srgbClr val="FF0000"/>
                </a:solidFill>
              </a:rPr>
              <a:t> </a:t>
            </a:r>
            <a:r>
              <a:rPr lang="es-ES_tradnl" dirty="0"/>
              <a:t>(13</a:t>
            </a:r>
            <a:r>
              <a:rPr lang="es-ES_tradnl" b="1" baseline="-25000" dirty="0"/>
              <a:t>10</a:t>
            </a:r>
            <a:r>
              <a:rPr lang="es-ES_tradnl" dirty="0"/>
              <a:t>); Q=</a:t>
            </a:r>
            <a:r>
              <a:rPr lang="es-ES_tradnl" dirty="0">
                <a:solidFill>
                  <a:srgbClr val="0070C0"/>
                </a:solidFill>
              </a:rPr>
              <a:t>111010</a:t>
            </a:r>
            <a:r>
              <a:rPr lang="es-ES_tradnl" b="1" baseline="-25000" dirty="0">
                <a:solidFill>
                  <a:srgbClr val="0070C0"/>
                </a:solidFill>
              </a:rPr>
              <a:t>2</a:t>
            </a:r>
            <a:r>
              <a:rPr lang="es-ES_tradnl" dirty="0">
                <a:solidFill>
                  <a:srgbClr val="0070C0"/>
                </a:solidFill>
              </a:rPr>
              <a:t> </a:t>
            </a:r>
            <a:r>
              <a:rPr lang="es-ES_tradnl" dirty="0"/>
              <a:t>(–6</a:t>
            </a:r>
            <a:r>
              <a:rPr lang="es-ES_tradnl" b="1" baseline="-25000" dirty="0"/>
              <a:t>10</a:t>
            </a:r>
            <a:r>
              <a:rPr lang="es-ES_tradnl" dirty="0"/>
              <a:t>)</a:t>
            </a:r>
          </a:p>
          <a:p>
            <a:endParaRPr lang="es-ES_tradnl" dirty="0"/>
          </a:p>
        </p:txBody>
      </p:sp>
      <p:sp>
        <p:nvSpPr>
          <p:cNvPr id="2" name="Marcador de número de diapositiva 3">
            <a:extLst>
              <a:ext uri="{FF2B5EF4-FFF2-40B4-BE49-F238E27FC236}">
                <a16:creationId xmlns:a16="http://schemas.microsoft.com/office/drawing/2014/main" id="{F38BD0C9-14BC-7915-39F9-A90E0A58B5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86800" y="6529388"/>
            <a:ext cx="457200" cy="328612"/>
          </a:xfrm>
        </p:spPr>
        <p:txBody>
          <a:bodyPr/>
          <a:lstStyle/>
          <a:p>
            <a:fld id="{165D9AA3-C110-4682-A7ED-0B7E64F42347}" type="slidenum">
              <a:rPr lang="es-ES_tradnl" noProof="0" smtClean="0"/>
              <a:pPr/>
              <a:t>80</a:t>
            </a:fld>
            <a:endParaRPr lang="es-ES_tradnl" noProof="0" dirty="0"/>
          </a:p>
        </p:txBody>
      </p:sp>
      <p:graphicFrame>
        <p:nvGraphicFramePr>
          <p:cNvPr id="5" name="Group 52">
            <a:extLst>
              <a:ext uri="{FF2B5EF4-FFF2-40B4-BE49-F238E27FC236}">
                <a16:creationId xmlns:a16="http://schemas.microsoft.com/office/drawing/2014/main" id="{68757994-22E3-FF14-B060-42FA2E1870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4984573"/>
              </p:ext>
            </p:extLst>
          </p:nvPr>
        </p:nvGraphicFramePr>
        <p:xfrm>
          <a:off x="647700" y="2238375"/>
          <a:ext cx="7893050" cy="3251200"/>
        </p:xfrm>
        <a:graphic>
          <a:graphicData uri="http://schemas.openxmlformats.org/drawingml/2006/table">
            <a:tbl>
              <a:tblPr/>
              <a:tblGrid>
                <a:gridCol w="892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005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003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Ciclo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Acción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S-HI-LO-X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Valores iniciales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0 000000 </a:t>
                      </a: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0010</a:t>
                      </a:r>
                      <a:r>
                        <a:rPr kumimoji="0" lang="es-ES_tradnl" sz="2000" b="0" i="0" u="sng" strike="noStrike" cap="none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01</a:t>
                      </a:r>
                      <a:r>
                        <a:rPr kumimoji="0" lang="es-ES_tradnl" sz="2000" b="0" i="0" u="sng" strike="noStrike" cap="none" normalizeH="0" baseline="0" noProof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 </a:t>
                      </a:r>
                      <a:r>
                        <a:rPr kumimoji="0" lang="es-ES_tradnl" sz="2000" b="0" i="0" u="sng" strike="noStrike" cap="none" normalizeH="0" baseline="0" noProof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Caso 010: HI = HI + M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</a:rPr>
                        <a:t>1 101001 </a:t>
                      </a: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001001</a:t>
                      </a: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</a:rPr>
                        <a:t> 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s-ES_tradnl" sz="20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Desplazar S-HI-LO 2 bits a la derecha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</a:rPr>
                        <a:t>1  111010 </a:t>
                      </a: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0100</a:t>
                      </a:r>
                      <a:r>
                        <a:rPr kumimoji="0" lang="es-ES_tradnl" sz="2000" b="0" i="0" u="sng" strike="noStrike" cap="none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10</a:t>
                      </a:r>
                      <a:r>
                        <a:rPr kumimoji="0" lang="es-ES_tradnl" sz="2000" b="0" i="0" u="sng" strike="noStrike" cap="none" normalizeH="0" baseline="0" noProof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</a:rPr>
                        <a:t> 0</a:t>
                      </a: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</a:rPr>
                        <a:t>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Caso 100: HI = HI -2M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</a:rPr>
                        <a:t>0  101000 </a:t>
                      </a: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010010</a:t>
                      </a: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</a:rPr>
                        <a:t> 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s-ES_tradnl" sz="20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Desplazar S-HI-LO 2 bits a la derecha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</a:rPr>
                        <a:t>0  001010 </a:t>
                      </a: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0001</a:t>
                      </a:r>
                      <a:r>
                        <a:rPr kumimoji="0" lang="es-ES_tradnl" sz="2000" b="0" i="0" u="sng" strike="noStrike" cap="none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00</a:t>
                      </a:r>
                      <a:r>
                        <a:rPr kumimoji="0" lang="es-ES_tradnl" sz="2000" b="0" i="0" u="sng" strike="noStrike" cap="none" normalizeH="0" baseline="0" noProof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</a:rPr>
                        <a:t> 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Caso 001: HI = HI + M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</a:rPr>
                        <a:t>1  110011 </a:t>
                      </a: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000100</a:t>
                      </a: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</a:rPr>
                        <a:t> 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s-ES_tradnl" sz="20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0" lang="es-ES_tradnl" sz="20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s-ES_tradnl" sz="20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47797513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033F8E-1C8E-A53C-11F8-1CE5989E78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D88AA9D5-2E62-97BC-B908-F15E2C5988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Operadores de multiplicación con signo</a:t>
            </a:r>
            <a:endParaRPr lang="en-US" dirty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1497071A-C3E9-BD9F-E203-7E122D3542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_tradnl" dirty="0"/>
              <a:t>Ejemplo de multiplicación con recodificación por parejas</a:t>
            </a:r>
          </a:p>
          <a:p>
            <a:pPr lvl="1"/>
            <a:r>
              <a:rPr lang="es-ES_tradnl" dirty="0"/>
              <a:t>n=6 (n ha de ser par); M=</a:t>
            </a:r>
            <a:r>
              <a:rPr lang="es-ES_tradnl" dirty="0">
                <a:solidFill>
                  <a:srgbClr val="FF0000"/>
                </a:solidFill>
              </a:rPr>
              <a:t>001101</a:t>
            </a:r>
            <a:r>
              <a:rPr lang="es-ES_tradnl" b="1" baseline="-25000" dirty="0">
                <a:solidFill>
                  <a:srgbClr val="FF0000"/>
                </a:solidFill>
              </a:rPr>
              <a:t>2</a:t>
            </a:r>
            <a:r>
              <a:rPr lang="es-ES_tradnl" dirty="0">
                <a:solidFill>
                  <a:srgbClr val="FF0000"/>
                </a:solidFill>
              </a:rPr>
              <a:t> </a:t>
            </a:r>
            <a:r>
              <a:rPr lang="es-ES_tradnl" dirty="0"/>
              <a:t>(13</a:t>
            </a:r>
            <a:r>
              <a:rPr lang="es-ES_tradnl" b="1" baseline="-25000" dirty="0"/>
              <a:t>10</a:t>
            </a:r>
            <a:r>
              <a:rPr lang="es-ES_tradnl" dirty="0"/>
              <a:t>); Q=</a:t>
            </a:r>
            <a:r>
              <a:rPr lang="es-ES_tradnl" dirty="0">
                <a:solidFill>
                  <a:srgbClr val="0070C0"/>
                </a:solidFill>
              </a:rPr>
              <a:t>111010</a:t>
            </a:r>
            <a:r>
              <a:rPr lang="es-ES_tradnl" b="1" baseline="-25000" dirty="0">
                <a:solidFill>
                  <a:srgbClr val="0070C0"/>
                </a:solidFill>
              </a:rPr>
              <a:t>2</a:t>
            </a:r>
            <a:r>
              <a:rPr lang="es-ES_tradnl" dirty="0">
                <a:solidFill>
                  <a:srgbClr val="0070C0"/>
                </a:solidFill>
              </a:rPr>
              <a:t> </a:t>
            </a:r>
            <a:r>
              <a:rPr lang="es-ES_tradnl" dirty="0"/>
              <a:t>(–6</a:t>
            </a:r>
            <a:r>
              <a:rPr lang="es-ES_tradnl" b="1" baseline="-25000" dirty="0"/>
              <a:t>10</a:t>
            </a:r>
            <a:r>
              <a:rPr lang="es-ES_tradnl" dirty="0"/>
              <a:t>)</a:t>
            </a:r>
          </a:p>
          <a:p>
            <a:endParaRPr lang="es-ES_tradnl" dirty="0"/>
          </a:p>
        </p:txBody>
      </p:sp>
      <p:sp>
        <p:nvSpPr>
          <p:cNvPr id="2" name="Marcador de número de diapositiva 3">
            <a:extLst>
              <a:ext uri="{FF2B5EF4-FFF2-40B4-BE49-F238E27FC236}">
                <a16:creationId xmlns:a16="http://schemas.microsoft.com/office/drawing/2014/main" id="{48FB5993-9390-7149-D156-C86CE0409B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86800" y="6529388"/>
            <a:ext cx="457200" cy="328612"/>
          </a:xfrm>
        </p:spPr>
        <p:txBody>
          <a:bodyPr/>
          <a:lstStyle/>
          <a:p>
            <a:fld id="{165D9AA3-C110-4682-A7ED-0B7E64F42347}" type="slidenum">
              <a:rPr lang="es-ES_tradnl" noProof="0" smtClean="0"/>
              <a:pPr/>
              <a:t>81</a:t>
            </a:fld>
            <a:endParaRPr lang="es-ES_tradnl" noProof="0" dirty="0"/>
          </a:p>
        </p:txBody>
      </p:sp>
      <p:graphicFrame>
        <p:nvGraphicFramePr>
          <p:cNvPr id="5" name="Group 52">
            <a:extLst>
              <a:ext uri="{FF2B5EF4-FFF2-40B4-BE49-F238E27FC236}">
                <a16:creationId xmlns:a16="http://schemas.microsoft.com/office/drawing/2014/main" id="{2E237716-0936-E172-F471-11508DDDBA7B}"/>
              </a:ext>
            </a:extLst>
          </p:cNvPr>
          <p:cNvGraphicFramePr>
            <a:graphicFrameLocks noGrp="1"/>
          </p:cNvGraphicFramePr>
          <p:nvPr/>
        </p:nvGraphicFramePr>
        <p:xfrm>
          <a:off x="647700" y="2238375"/>
          <a:ext cx="7893050" cy="3251200"/>
        </p:xfrm>
        <a:graphic>
          <a:graphicData uri="http://schemas.openxmlformats.org/drawingml/2006/table">
            <a:tbl>
              <a:tblPr/>
              <a:tblGrid>
                <a:gridCol w="892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005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003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Ciclo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Acción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S-HI-LO-X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Valores iniciales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0 000000 </a:t>
                      </a: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0010</a:t>
                      </a:r>
                      <a:r>
                        <a:rPr kumimoji="0" lang="es-ES_tradnl" sz="2000" b="0" i="0" u="sng" strike="noStrike" cap="none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01</a:t>
                      </a:r>
                      <a:r>
                        <a:rPr kumimoji="0" lang="es-ES_tradnl" sz="2000" b="0" i="0" u="sng" strike="noStrike" cap="none" normalizeH="0" baseline="0" noProof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 </a:t>
                      </a:r>
                      <a:r>
                        <a:rPr kumimoji="0" lang="es-ES_tradnl" sz="2000" b="0" i="0" u="sng" strike="noStrike" cap="none" normalizeH="0" baseline="0" noProof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Caso 010: HI = HI + M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</a:rPr>
                        <a:t>1 101001 </a:t>
                      </a: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001001</a:t>
                      </a: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</a:rPr>
                        <a:t> 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s-ES_tradnl" sz="20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Desplazar S-HI-LO 2 bits a la derecha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</a:rPr>
                        <a:t>1  111010 </a:t>
                      </a: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0100</a:t>
                      </a:r>
                      <a:r>
                        <a:rPr kumimoji="0" lang="es-ES_tradnl" sz="2000" b="0" i="0" u="sng" strike="noStrike" cap="none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10</a:t>
                      </a:r>
                      <a:r>
                        <a:rPr kumimoji="0" lang="es-ES_tradnl" sz="2000" b="0" i="0" u="sng" strike="noStrike" cap="none" normalizeH="0" baseline="0" noProof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</a:rPr>
                        <a:t> 0</a:t>
                      </a: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</a:rPr>
                        <a:t>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Caso 100: HI = HI -2M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</a:rPr>
                        <a:t>0  101000 </a:t>
                      </a: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010010</a:t>
                      </a: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</a:rPr>
                        <a:t> 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s-ES_tradnl" sz="20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Desplazar S-HI-LO 2 bits a la derecha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</a:rPr>
                        <a:t>0  001010 </a:t>
                      </a: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0001</a:t>
                      </a:r>
                      <a:r>
                        <a:rPr kumimoji="0" lang="es-ES_tradnl" sz="2000" b="0" i="0" u="sng" strike="noStrike" cap="none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00</a:t>
                      </a:r>
                      <a:r>
                        <a:rPr kumimoji="0" lang="es-ES_tradnl" sz="2000" b="0" i="0" u="sng" strike="noStrike" cap="none" normalizeH="0" baseline="0" noProof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</a:rPr>
                        <a:t> 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Caso 001: HI = HI + M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</a:rPr>
                        <a:t>1  110011 </a:t>
                      </a: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000100</a:t>
                      </a: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</a:rPr>
                        <a:t> 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s-ES_tradnl" sz="20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Desplazar S-HI-LO 2 bits a la derecha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</a:rPr>
                        <a:t>1 </a:t>
                      </a: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Arial" charset="0"/>
                        </a:rPr>
                        <a:t>111100  110001 </a:t>
                      </a: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</a:rPr>
                        <a:t>0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16259140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1FD13C-3E3E-390C-F91B-25E1FB5EDB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84FED3F6-20C0-AEA1-F316-A85455D695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Operadores de multiplicación con signo</a:t>
            </a:r>
            <a:endParaRPr lang="en-US" dirty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13D2FD89-A16C-1A47-F306-0C13D7DD4A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90500" indent="-190500"/>
            <a:r>
              <a:rPr lang="es-ES" sz="2000" dirty="0"/>
              <a:t>Ejercicio: </a:t>
            </a:r>
            <a:r>
              <a:rPr lang="es-ES_tradnl" sz="2000" dirty="0"/>
              <a:t>n = 6;  M </a:t>
            </a:r>
            <a:r>
              <a:rPr lang="es-ES_tradnl" sz="2000" dirty="0">
                <a:solidFill>
                  <a:srgbClr val="FF0000"/>
                </a:solidFill>
              </a:rPr>
              <a:t>= 101001</a:t>
            </a:r>
            <a:r>
              <a:rPr lang="es-ES_tradnl" sz="2000" baseline="-25000" dirty="0">
                <a:solidFill>
                  <a:srgbClr val="FF0000"/>
                </a:solidFill>
              </a:rPr>
              <a:t>2</a:t>
            </a:r>
            <a:r>
              <a:rPr lang="es-ES_tradnl" sz="2000" dirty="0">
                <a:solidFill>
                  <a:srgbClr val="FF0000"/>
                </a:solidFill>
              </a:rPr>
              <a:t> </a:t>
            </a:r>
            <a:r>
              <a:rPr lang="es-ES_tradnl" sz="2000" dirty="0"/>
              <a:t>(</a:t>
            </a:r>
            <a:r>
              <a:rPr lang="es-ES_tradnl" sz="1800" dirty="0">
                <a:cs typeface="Arial" charset="0"/>
                <a:sym typeface="Symbol" pitchFamily="18" charset="2"/>
              </a:rPr>
              <a:t>–</a:t>
            </a:r>
            <a:r>
              <a:rPr lang="es-ES_tradnl" sz="2000" dirty="0"/>
              <a:t>23</a:t>
            </a:r>
            <a:r>
              <a:rPr lang="es-ES_tradnl" sz="2000" baseline="-25000" dirty="0"/>
              <a:t>10</a:t>
            </a:r>
            <a:r>
              <a:rPr lang="es-ES_tradnl" sz="2000" dirty="0"/>
              <a:t>);  Q=</a:t>
            </a:r>
            <a:r>
              <a:rPr lang="es-ES_tradnl" sz="2000" dirty="0">
                <a:solidFill>
                  <a:srgbClr val="0070C0"/>
                </a:solidFill>
              </a:rPr>
              <a:t>001001</a:t>
            </a:r>
            <a:r>
              <a:rPr lang="es-ES_tradnl" sz="2000" baseline="-25000" dirty="0">
                <a:solidFill>
                  <a:srgbClr val="0070C0"/>
                </a:solidFill>
              </a:rPr>
              <a:t>2</a:t>
            </a:r>
            <a:r>
              <a:rPr lang="es-ES_tradnl" sz="2000" dirty="0">
                <a:solidFill>
                  <a:srgbClr val="0070C0"/>
                </a:solidFill>
              </a:rPr>
              <a:t> </a:t>
            </a:r>
            <a:r>
              <a:rPr lang="es-ES_tradnl" sz="2000" dirty="0"/>
              <a:t>(9</a:t>
            </a:r>
            <a:r>
              <a:rPr lang="es-ES_tradnl" sz="2000" baseline="-25000" dirty="0"/>
              <a:t>10</a:t>
            </a:r>
            <a:r>
              <a:rPr lang="es-ES_tradnl" sz="2000" dirty="0"/>
              <a:t>)    </a:t>
            </a:r>
            <a:r>
              <a:rPr lang="es-ES_tradnl" sz="1400" dirty="0"/>
              <a:t>(</a:t>
            </a:r>
            <a:r>
              <a:rPr lang="es-ES_tradnl" sz="1400" dirty="0">
                <a:cs typeface="Arial" charset="0"/>
                <a:sym typeface="Symbol" pitchFamily="18" charset="2"/>
              </a:rPr>
              <a:t>–</a:t>
            </a:r>
            <a:r>
              <a:rPr lang="es-ES_tradnl" sz="1400" dirty="0"/>
              <a:t> 23</a:t>
            </a:r>
            <a:r>
              <a:rPr lang="es-ES_tradnl" sz="1400" baseline="-25000" dirty="0"/>
              <a:t>10</a:t>
            </a:r>
            <a:r>
              <a:rPr lang="es-ES_tradnl" sz="1400" dirty="0">
                <a:sym typeface="Symbol" pitchFamily="18" charset="2"/>
              </a:rPr>
              <a:t>9</a:t>
            </a:r>
            <a:r>
              <a:rPr lang="es-ES_tradnl" sz="1400" baseline="-25000" dirty="0">
                <a:sym typeface="Symbol" pitchFamily="18" charset="2"/>
              </a:rPr>
              <a:t>10 </a:t>
            </a:r>
            <a:r>
              <a:rPr lang="es-ES_tradnl" sz="1400" dirty="0">
                <a:sym typeface="Symbol" pitchFamily="18" charset="2"/>
              </a:rPr>
              <a:t>= </a:t>
            </a:r>
            <a:r>
              <a:rPr lang="es-ES_tradnl" sz="1400" dirty="0">
                <a:cs typeface="Arial" charset="0"/>
                <a:sym typeface="Symbol" pitchFamily="18" charset="2"/>
              </a:rPr>
              <a:t>–</a:t>
            </a:r>
            <a:r>
              <a:rPr lang="es-ES_tradnl" sz="1400" dirty="0">
                <a:sym typeface="Symbol" pitchFamily="18" charset="2"/>
              </a:rPr>
              <a:t>207</a:t>
            </a:r>
            <a:r>
              <a:rPr lang="es-ES_tradnl" sz="1400" baseline="-25000" dirty="0">
                <a:sym typeface="Symbol" pitchFamily="18" charset="2"/>
              </a:rPr>
              <a:t>10</a:t>
            </a:r>
            <a:r>
              <a:rPr lang="es-ES_tradnl" sz="1400" dirty="0">
                <a:sym typeface="Symbol" pitchFamily="18" charset="2"/>
              </a:rPr>
              <a:t>)</a:t>
            </a:r>
            <a:endParaRPr lang="es-ES" sz="1400" dirty="0">
              <a:sym typeface="Symbol" pitchFamily="18" charset="2"/>
            </a:endParaRPr>
          </a:p>
          <a:p>
            <a:endParaRPr lang="es-ES_tradnl" dirty="0"/>
          </a:p>
          <a:p>
            <a:endParaRPr lang="es-ES_tradnl" dirty="0"/>
          </a:p>
        </p:txBody>
      </p:sp>
      <p:sp>
        <p:nvSpPr>
          <p:cNvPr id="2" name="Marcador de número de diapositiva 3">
            <a:extLst>
              <a:ext uri="{FF2B5EF4-FFF2-40B4-BE49-F238E27FC236}">
                <a16:creationId xmlns:a16="http://schemas.microsoft.com/office/drawing/2014/main" id="{AFD051DC-BC5B-C113-5E36-5C4E5D4D84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86800" y="6529388"/>
            <a:ext cx="457200" cy="328612"/>
          </a:xfrm>
        </p:spPr>
        <p:txBody>
          <a:bodyPr/>
          <a:lstStyle/>
          <a:p>
            <a:fld id="{165D9AA3-C110-4682-A7ED-0B7E64F42347}" type="slidenum">
              <a:rPr lang="es-ES_tradnl" noProof="0" smtClean="0"/>
              <a:pPr/>
              <a:t>82</a:t>
            </a:fld>
            <a:endParaRPr lang="es-ES_tradnl" noProof="0" dirty="0"/>
          </a:p>
        </p:txBody>
      </p:sp>
      <p:graphicFrame>
        <p:nvGraphicFramePr>
          <p:cNvPr id="5" name="Group 52">
            <a:extLst>
              <a:ext uri="{FF2B5EF4-FFF2-40B4-BE49-F238E27FC236}">
                <a16:creationId xmlns:a16="http://schemas.microsoft.com/office/drawing/2014/main" id="{3EE905A9-24D1-1E36-09DD-C9CAAF2240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932058"/>
              </p:ext>
            </p:extLst>
          </p:nvPr>
        </p:nvGraphicFramePr>
        <p:xfrm>
          <a:off x="647700" y="2238375"/>
          <a:ext cx="7893050" cy="3251200"/>
        </p:xfrm>
        <a:graphic>
          <a:graphicData uri="http://schemas.openxmlformats.org/drawingml/2006/table">
            <a:tbl>
              <a:tblPr/>
              <a:tblGrid>
                <a:gridCol w="892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005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003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Ciclo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Acción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S-HI-LO-X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Valores iniciales</a:t>
                      </a:r>
                      <a:endParaRPr kumimoji="0" lang="es-E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0 000000 </a:t>
                      </a:r>
                      <a:r>
                        <a:rPr kumimoji="0" lang="es-ES_tradnl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0010</a:t>
                      </a:r>
                      <a:r>
                        <a:rPr kumimoji="0" lang="es-ES_tradnl" sz="2000" b="0" i="0" u="sng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01</a:t>
                      </a:r>
                      <a:r>
                        <a:rPr kumimoji="0" lang="es-ES_tradnl" sz="2000" b="0" i="0" u="sng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 </a:t>
                      </a:r>
                      <a:r>
                        <a:rPr kumimoji="0" lang="es-ES_tradnl" sz="2000" b="0" i="0" u="sng" strike="noStrike" cap="none" normalizeH="0" baseline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</a:rPr>
                        <a:t>0</a:t>
                      </a:r>
                      <a:endParaRPr kumimoji="0" lang="es-ES" sz="2000" b="0" i="0" u="sng" strike="noStrike" cap="none" normalizeH="0" baseline="0" dirty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s-ES_tradnl" sz="20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s-ES_tradnl" sz="20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s-ES_tradnl" sz="20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s-ES_tradnl" sz="20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s-ES_tradnl" sz="20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0" lang="es-ES_tradnl" sz="20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s-ES_tradnl" sz="20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s-ES_tradnl" sz="20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0" lang="es-ES_tradnl" sz="20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s-ES_tradnl" sz="2000" b="0" i="0" u="sng" strike="noStrike" cap="none" normalizeH="0" baseline="0" noProof="0" dirty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0" lang="es-ES_tradnl" sz="20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s-ES_tradnl" sz="20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s-ES_tradnl" sz="20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0" lang="es-ES_tradnl" sz="20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s-ES_tradnl" sz="20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23464493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0EF013-8F1F-13AD-DCE2-601558EB48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7E16052C-510C-0536-B274-B0D502FCBA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Operadores de multiplicación con signo</a:t>
            </a:r>
            <a:endParaRPr lang="en-US" dirty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37C5326-21FA-E106-2569-360402279D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90500" indent="-190500"/>
            <a:r>
              <a:rPr lang="es-ES" sz="2000" dirty="0"/>
              <a:t>Ejercicio: </a:t>
            </a:r>
            <a:r>
              <a:rPr lang="es-ES_tradnl" sz="2000" dirty="0"/>
              <a:t>n = 6;  M </a:t>
            </a:r>
            <a:r>
              <a:rPr lang="es-ES_tradnl" sz="2000" dirty="0">
                <a:solidFill>
                  <a:srgbClr val="FF0000"/>
                </a:solidFill>
              </a:rPr>
              <a:t>= 101001</a:t>
            </a:r>
            <a:r>
              <a:rPr lang="es-ES_tradnl" sz="2000" baseline="-25000" dirty="0">
                <a:solidFill>
                  <a:srgbClr val="FF0000"/>
                </a:solidFill>
              </a:rPr>
              <a:t>2</a:t>
            </a:r>
            <a:r>
              <a:rPr lang="es-ES_tradnl" sz="2000" dirty="0">
                <a:solidFill>
                  <a:srgbClr val="FF0000"/>
                </a:solidFill>
              </a:rPr>
              <a:t> </a:t>
            </a:r>
            <a:r>
              <a:rPr lang="es-ES_tradnl" sz="2000" dirty="0"/>
              <a:t>(</a:t>
            </a:r>
            <a:r>
              <a:rPr lang="es-ES_tradnl" sz="1800" dirty="0">
                <a:cs typeface="Arial" charset="0"/>
                <a:sym typeface="Symbol" pitchFamily="18" charset="2"/>
              </a:rPr>
              <a:t>–</a:t>
            </a:r>
            <a:r>
              <a:rPr lang="es-ES_tradnl" sz="2000" dirty="0"/>
              <a:t>23</a:t>
            </a:r>
            <a:r>
              <a:rPr lang="es-ES_tradnl" sz="2000" baseline="-25000" dirty="0"/>
              <a:t>10</a:t>
            </a:r>
            <a:r>
              <a:rPr lang="es-ES_tradnl" sz="2000" dirty="0"/>
              <a:t>);  Q=</a:t>
            </a:r>
            <a:r>
              <a:rPr lang="es-ES_tradnl" sz="2000" dirty="0">
                <a:solidFill>
                  <a:srgbClr val="0070C0"/>
                </a:solidFill>
              </a:rPr>
              <a:t>001001</a:t>
            </a:r>
            <a:r>
              <a:rPr lang="es-ES_tradnl" sz="2000" baseline="-25000" dirty="0">
                <a:solidFill>
                  <a:srgbClr val="0070C0"/>
                </a:solidFill>
              </a:rPr>
              <a:t>2</a:t>
            </a:r>
            <a:r>
              <a:rPr lang="es-ES_tradnl" sz="2000" dirty="0">
                <a:solidFill>
                  <a:srgbClr val="0070C0"/>
                </a:solidFill>
              </a:rPr>
              <a:t> </a:t>
            </a:r>
            <a:r>
              <a:rPr lang="es-ES_tradnl" sz="2000" dirty="0"/>
              <a:t>(9</a:t>
            </a:r>
            <a:r>
              <a:rPr lang="es-ES_tradnl" sz="2000" baseline="-25000" dirty="0"/>
              <a:t>10</a:t>
            </a:r>
            <a:r>
              <a:rPr lang="es-ES_tradnl" sz="2000" dirty="0"/>
              <a:t>)    </a:t>
            </a:r>
            <a:r>
              <a:rPr lang="es-ES_tradnl" sz="1400" dirty="0"/>
              <a:t>(</a:t>
            </a:r>
            <a:r>
              <a:rPr lang="es-ES_tradnl" sz="1400" dirty="0">
                <a:cs typeface="Arial" charset="0"/>
                <a:sym typeface="Symbol" pitchFamily="18" charset="2"/>
              </a:rPr>
              <a:t>–</a:t>
            </a:r>
            <a:r>
              <a:rPr lang="es-ES_tradnl" sz="1400" dirty="0"/>
              <a:t> 23</a:t>
            </a:r>
            <a:r>
              <a:rPr lang="es-ES_tradnl" sz="1400" baseline="-25000" dirty="0"/>
              <a:t>10</a:t>
            </a:r>
            <a:r>
              <a:rPr lang="es-ES_tradnl" sz="1400" dirty="0">
                <a:sym typeface="Symbol" pitchFamily="18" charset="2"/>
              </a:rPr>
              <a:t>9</a:t>
            </a:r>
            <a:r>
              <a:rPr lang="es-ES_tradnl" sz="1400" baseline="-25000" dirty="0">
                <a:sym typeface="Symbol" pitchFamily="18" charset="2"/>
              </a:rPr>
              <a:t>10 </a:t>
            </a:r>
            <a:r>
              <a:rPr lang="es-ES_tradnl" sz="1400" dirty="0">
                <a:sym typeface="Symbol" pitchFamily="18" charset="2"/>
              </a:rPr>
              <a:t>= </a:t>
            </a:r>
            <a:r>
              <a:rPr lang="es-ES_tradnl" sz="1400" dirty="0">
                <a:cs typeface="Arial" charset="0"/>
                <a:sym typeface="Symbol" pitchFamily="18" charset="2"/>
              </a:rPr>
              <a:t>–</a:t>
            </a:r>
            <a:r>
              <a:rPr lang="es-ES_tradnl" sz="1400" dirty="0">
                <a:sym typeface="Symbol" pitchFamily="18" charset="2"/>
              </a:rPr>
              <a:t>207</a:t>
            </a:r>
            <a:r>
              <a:rPr lang="es-ES_tradnl" sz="1400" baseline="-25000" dirty="0">
                <a:sym typeface="Symbol" pitchFamily="18" charset="2"/>
              </a:rPr>
              <a:t>10</a:t>
            </a:r>
            <a:r>
              <a:rPr lang="es-ES_tradnl" sz="1400" dirty="0">
                <a:sym typeface="Symbol" pitchFamily="18" charset="2"/>
              </a:rPr>
              <a:t>)</a:t>
            </a:r>
            <a:endParaRPr lang="es-ES" sz="1400" dirty="0">
              <a:sym typeface="Symbol" pitchFamily="18" charset="2"/>
            </a:endParaRPr>
          </a:p>
          <a:p>
            <a:endParaRPr lang="es-ES_tradnl" dirty="0"/>
          </a:p>
          <a:p>
            <a:endParaRPr lang="es-ES_tradnl" dirty="0"/>
          </a:p>
        </p:txBody>
      </p:sp>
      <p:sp>
        <p:nvSpPr>
          <p:cNvPr id="2" name="Marcador de número de diapositiva 3">
            <a:extLst>
              <a:ext uri="{FF2B5EF4-FFF2-40B4-BE49-F238E27FC236}">
                <a16:creationId xmlns:a16="http://schemas.microsoft.com/office/drawing/2014/main" id="{FC38CB74-FA24-7795-6780-5673744566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86800" y="6529388"/>
            <a:ext cx="457200" cy="328612"/>
          </a:xfrm>
        </p:spPr>
        <p:txBody>
          <a:bodyPr/>
          <a:lstStyle/>
          <a:p>
            <a:fld id="{165D9AA3-C110-4682-A7ED-0B7E64F42347}" type="slidenum">
              <a:rPr lang="es-ES_tradnl" noProof="0" smtClean="0"/>
              <a:pPr/>
              <a:t>83</a:t>
            </a:fld>
            <a:endParaRPr lang="es-ES_tradnl" noProof="0" dirty="0"/>
          </a:p>
        </p:txBody>
      </p:sp>
      <p:graphicFrame>
        <p:nvGraphicFramePr>
          <p:cNvPr id="5" name="Group 52">
            <a:extLst>
              <a:ext uri="{FF2B5EF4-FFF2-40B4-BE49-F238E27FC236}">
                <a16:creationId xmlns:a16="http://schemas.microsoft.com/office/drawing/2014/main" id="{86F67A94-6A5D-0242-6DEC-22F18A6288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6886349"/>
              </p:ext>
            </p:extLst>
          </p:nvPr>
        </p:nvGraphicFramePr>
        <p:xfrm>
          <a:off x="647700" y="2238375"/>
          <a:ext cx="7893050" cy="3657600"/>
        </p:xfrm>
        <a:graphic>
          <a:graphicData uri="http://schemas.openxmlformats.org/drawingml/2006/table">
            <a:tbl>
              <a:tblPr/>
              <a:tblGrid>
                <a:gridCol w="892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005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003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Ciclo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Acción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S-HI-LO-X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Valores iniciales</a:t>
                      </a:r>
                      <a:endParaRPr kumimoji="0" lang="es-E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0 000000 </a:t>
                      </a:r>
                      <a:r>
                        <a:rPr kumimoji="0" lang="es-ES_tradnl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0010</a:t>
                      </a:r>
                      <a:r>
                        <a:rPr kumimoji="0" lang="es-ES_tradnl" sz="2000" b="0" i="0" u="sng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01</a:t>
                      </a:r>
                      <a:r>
                        <a:rPr kumimoji="0" lang="es-ES_tradnl" sz="2000" b="0" i="0" u="sng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 </a:t>
                      </a:r>
                      <a:r>
                        <a:rPr kumimoji="0" lang="es-ES_tradnl" sz="2000" b="0" i="0" u="sng" strike="noStrike" cap="none" normalizeH="0" baseline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</a:rPr>
                        <a:t>0</a:t>
                      </a:r>
                      <a:endParaRPr kumimoji="0" lang="es-ES" sz="2000" b="0" i="0" u="sng" strike="noStrike" cap="none" normalizeH="0" baseline="0" dirty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Valores iniciales</a:t>
                      </a:r>
                      <a:endParaRPr kumimoji="0" lang="es-E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0 000000 </a:t>
                      </a:r>
                      <a:r>
                        <a:rPr kumimoji="0" lang="es-ES_tradnl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0010</a:t>
                      </a:r>
                      <a:r>
                        <a:rPr kumimoji="0" lang="es-ES_tradnl" sz="2000" b="0" i="0" u="sng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01</a:t>
                      </a:r>
                      <a:r>
                        <a:rPr kumimoji="0" lang="es-ES_tradnl" sz="2000" b="0" i="0" u="sng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 </a:t>
                      </a:r>
                      <a:r>
                        <a:rPr kumimoji="0" lang="es-ES_tradnl" sz="2000" b="0" i="0" u="sng" strike="noStrike" cap="none" normalizeH="0" baseline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</a:rPr>
                        <a:t>0</a:t>
                      </a:r>
                      <a:endParaRPr kumimoji="0" lang="es-ES" sz="2000" b="0" i="0" u="sng" strike="noStrike" cap="none" normalizeH="0" baseline="0" dirty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s-ES_tradnl" sz="20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Caso 010: HI = HI + M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</a:rPr>
                        <a:t>1 101001 </a:t>
                      </a:r>
                      <a:r>
                        <a:rPr kumimoji="0" lang="es-E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001001</a:t>
                      </a:r>
                      <a:r>
                        <a:rPr kumimoji="0" lang="es-E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</a:rPr>
                        <a:t> 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20049061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s-ES_tradnl" sz="20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Desplazar S-HI-LO 2 bits a la derecha</a:t>
                      </a:r>
                      <a:endParaRPr kumimoji="0" lang="es-E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</a:rPr>
                        <a:t>1  111010 </a:t>
                      </a:r>
                      <a:r>
                        <a:rPr kumimoji="0" lang="es-E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0100</a:t>
                      </a:r>
                      <a:r>
                        <a:rPr kumimoji="0" lang="es-ES" sz="2000" b="0" i="0" u="sng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10</a:t>
                      </a:r>
                      <a:r>
                        <a:rPr kumimoji="0" lang="es-ES" sz="2000" b="0" i="0" u="sng" strike="noStrike" cap="none" normalizeH="0" baseline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</a:rPr>
                        <a:t> 0</a:t>
                      </a:r>
                      <a:r>
                        <a:rPr kumimoji="0" lang="es-E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</a:rPr>
                        <a:t>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s-E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Caso 100: HI = HI -2M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</a:rPr>
                        <a:t>0  101000 </a:t>
                      </a:r>
                      <a:r>
                        <a:rPr kumimoji="0" lang="es-E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010010</a:t>
                      </a:r>
                      <a:r>
                        <a:rPr kumimoji="0" lang="es-E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</a:rPr>
                        <a:t> 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s-ES_tradnl" sz="20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s-ES_tradnl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Desplazar S-HI-LO 2 bits a la derecha</a:t>
                      </a:r>
                      <a:endParaRPr kumimoji="0" lang="es-E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</a:rPr>
                        <a:t>0  001010 </a:t>
                      </a:r>
                      <a:r>
                        <a:rPr kumimoji="0" lang="es-E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0001</a:t>
                      </a:r>
                      <a:r>
                        <a:rPr kumimoji="0" lang="es-ES" sz="2000" b="0" i="0" u="sng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00</a:t>
                      </a:r>
                      <a:r>
                        <a:rPr kumimoji="0" lang="es-ES" sz="2000" b="0" i="0" u="sng" strike="noStrike" cap="none" normalizeH="0" baseline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</a:rPr>
                        <a:t> 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_tradnl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s-E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Caso 001: HI = HI + M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</a:rPr>
                        <a:t>1  110011 </a:t>
                      </a:r>
                      <a:r>
                        <a:rPr kumimoji="0" lang="es-E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000100</a:t>
                      </a:r>
                      <a:r>
                        <a:rPr kumimoji="0" lang="es-E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</a:rPr>
                        <a:t> 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s-ES_tradnl" sz="20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s-ES_tradnl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Desplazar S-HI-LO 2 bits a la derecha</a:t>
                      </a:r>
                      <a:endParaRPr kumimoji="0" lang="es-E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E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</a:rPr>
                        <a:t>1 </a:t>
                      </a:r>
                      <a:r>
                        <a:rPr kumimoji="0" lang="es-E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Arial" charset="0"/>
                        </a:rPr>
                        <a:t>111100  110001 </a:t>
                      </a:r>
                      <a:r>
                        <a:rPr kumimoji="0" lang="es-E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</a:rPr>
                        <a:t>0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Rectangle 51">
            <a:extLst>
              <a:ext uri="{FF2B5EF4-FFF2-40B4-BE49-F238E27FC236}">
                <a16:creationId xmlns:a16="http://schemas.microsoft.com/office/drawing/2014/main" id="{0554E8BD-ABAC-FAB8-8621-77CE6EAF2D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5786" y="5929330"/>
            <a:ext cx="2193925" cy="304800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ES_tradnl" sz="1400" dirty="0">
                <a:solidFill>
                  <a:srgbClr val="FF0000"/>
                </a:solidFill>
              </a:rPr>
              <a:t>Solución: 111100 110001</a:t>
            </a:r>
            <a:endParaRPr lang="es-ES" sz="1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57074122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3329D2-D78B-70C1-C646-62167D7C74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3A41A490-0110-1190-9EC7-9D12255ADC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Multiplicación secuencial: resumen</a:t>
            </a:r>
            <a:endParaRPr lang="en-US" dirty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0EFBED6-8AE2-5BE0-7325-CE39677F42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_tradnl" dirty="0"/>
              <a:t>Implementación del operador:</a:t>
            </a:r>
          </a:p>
          <a:p>
            <a:pPr lvl="1"/>
            <a:r>
              <a:rPr lang="es-ES_tradnl" dirty="0"/>
              <a:t>La </a:t>
            </a:r>
            <a:r>
              <a:rPr lang="es-ES_tradnl" dirty="0">
                <a:solidFill>
                  <a:srgbClr val="FF0000"/>
                </a:solidFill>
              </a:rPr>
              <a:t>multiplicación secuencial </a:t>
            </a:r>
            <a:r>
              <a:rPr lang="es-ES_tradnl" dirty="0"/>
              <a:t>puede implementarse mediante sumas y desplazamientos. En hardware sólo requiere:</a:t>
            </a:r>
          </a:p>
          <a:p>
            <a:pPr lvl="2"/>
            <a:r>
              <a:rPr lang="es-ES_tradnl" dirty="0"/>
              <a:t>registro de desplazamiento</a:t>
            </a:r>
          </a:p>
          <a:p>
            <a:pPr lvl="2"/>
            <a:r>
              <a:rPr lang="es-ES_tradnl" dirty="0"/>
              <a:t>sumador o sumador/restador, si es multiplicación con signo</a:t>
            </a:r>
          </a:p>
          <a:p>
            <a:pPr lvl="2"/>
            <a:r>
              <a:rPr lang="es-ES_tradnl" dirty="0"/>
              <a:t>circuito de control</a:t>
            </a:r>
          </a:p>
          <a:p>
            <a:r>
              <a:rPr lang="es-ES_tradnl" dirty="0"/>
              <a:t>El método de Booth </a:t>
            </a:r>
          </a:p>
          <a:p>
            <a:pPr lvl="1"/>
            <a:r>
              <a:rPr lang="es-ES_tradnl" sz="1800" dirty="0"/>
              <a:t>Permite tratar de manera uniforme la multiplicación con o sin signo</a:t>
            </a:r>
          </a:p>
          <a:p>
            <a:r>
              <a:rPr lang="es-ES_tradnl" dirty="0"/>
              <a:t>La recodificación del multiplicador </a:t>
            </a:r>
          </a:p>
          <a:p>
            <a:pPr lvl="1"/>
            <a:r>
              <a:rPr lang="es-ES_tradnl" sz="1800" dirty="0"/>
              <a:t>Permite reducir el número de dígitos del multiplicador y, por tanto, el número de iteraciones del operador</a:t>
            </a:r>
          </a:p>
          <a:p>
            <a:pPr lvl="1"/>
            <a:r>
              <a:rPr lang="es-ES_tradnl" sz="1800" dirty="0"/>
              <a:t>La recodificación por parejas de bits permite reducir a la mitad el número de ciclos requerido para una multiplicación secuencial</a:t>
            </a:r>
          </a:p>
        </p:txBody>
      </p:sp>
      <p:sp>
        <p:nvSpPr>
          <p:cNvPr id="2" name="Marcador de número de diapositiva 3">
            <a:extLst>
              <a:ext uri="{FF2B5EF4-FFF2-40B4-BE49-F238E27FC236}">
                <a16:creationId xmlns:a16="http://schemas.microsoft.com/office/drawing/2014/main" id="{B24F1EBA-8344-4FB4-87F2-8981AFDA4D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86800" y="6529388"/>
            <a:ext cx="457200" cy="328612"/>
          </a:xfrm>
        </p:spPr>
        <p:txBody>
          <a:bodyPr/>
          <a:lstStyle/>
          <a:p>
            <a:fld id="{165D9AA3-C110-4682-A7ED-0B7E64F42347}" type="slidenum">
              <a:rPr lang="es-ES_tradnl" noProof="0" smtClean="0"/>
              <a:pPr/>
              <a:t>84</a:t>
            </a:fld>
            <a:endParaRPr lang="es-ES_tradnl" noProof="0" dirty="0"/>
          </a:p>
        </p:txBody>
      </p:sp>
    </p:spTree>
    <p:extLst>
      <p:ext uri="{BB962C8B-B14F-4D97-AF65-F5344CB8AC3E}">
        <p14:creationId xmlns:p14="http://schemas.microsoft.com/office/powerpoint/2010/main" val="1903555226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A8037B-F2FD-B3D3-873B-7D96A899B8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2">
            <a:extLst>
              <a:ext uri="{FF2B5EF4-FFF2-40B4-BE49-F238E27FC236}">
                <a16:creationId xmlns:a16="http://schemas.microsoft.com/office/drawing/2014/main" id="{A1CE2AE6-156E-8017-F111-3191B5C85B4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noProof="0" dirty="0"/>
              <a:t>Contenido</a:t>
            </a:r>
          </a:p>
        </p:txBody>
      </p:sp>
      <p:sp>
        <p:nvSpPr>
          <p:cNvPr id="8196" name="Rectangle 3">
            <a:extLst>
              <a:ext uri="{FF2B5EF4-FFF2-40B4-BE49-F238E27FC236}">
                <a16:creationId xmlns:a16="http://schemas.microsoft.com/office/drawing/2014/main" id="{4DFF9628-993F-2C88-4A26-E04DE405B2A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27584" y="838200"/>
            <a:ext cx="7632202" cy="5562600"/>
          </a:xfrm>
        </p:spPr>
        <p:txBody>
          <a:bodyPr numCol="2">
            <a:norm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s-ES_tradnl" sz="1900" noProof="0" dirty="0">
                <a:latin typeface="Arial" panose="020B0604020202020204" pitchFamily="34" charset="0"/>
                <a:cs typeface="Arial" panose="020B0604020202020204" pitchFamily="34" charset="0"/>
              </a:rPr>
              <a:t>1 - Introducción</a:t>
            </a:r>
          </a:p>
          <a:p>
            <a:pPr marL="857250" lvl="1" indent="-457200">
              <a:lnSpc>
                <a:spcPct val="120000"/>
              </a:lnSpc>
            </a:pPr>
            <a:r>
              <a:rPr lang="es-ES_tradnl" sz="1900" noProof="0" dirty="0">
                <a:latin typeface="Arial" panose="020B0604020202020204" pitchFamily="34" charset="0"/>
                <a:cs typeface="Arial" panose="020B0604020202020204" pitchFamily="34" charset="0"/>
              </a:rPr>
              <a:t>Tipos en alto y bajo nivel</a:t>
            </a:r>
          </a:p>
          <a:p>
            <a:pPr marL="857250" lvl="1" indent="-457200">
              <a:lnSpc>
                <a:spcPct val="120000"/>
              </a:lnSpc>
            </a:pPr>
            <a:r>
              <a:rPr lang="es-ES_tradnl" sz="1900" noProof="0" dirty="0">
                <a:latin typeface="Arial" panose="020B0604020202020204" pitchFamily="34" charset="0"/>
                <a:cs typeface="Arial" panose="020B0604020202020204" pitchFamily="34" charset="0"/>
              </a:rPr>
              <a:t>Operaciones y operadores</a:t>
            </a:r>
          </a:p>
          <a:p>
            <a:pPr marL="857250" lvl="1" indent="-457200">
              <a:lnSpc>
                <a:spcPct val="120000"/>
              </a:lnSpc>
            </a:pPr>
            <a:r>
              <a:rPr lang="es-ES_tradnl" sz="1900" noProof="0" dirty="0">
                <a:latin typeface="Arial" panose="020B0604020202020204" pitchFamily="34" charset="0"/>
                <a:cs typeface="Arial" panose="020B0604020202020204" pitchFamily="34" charset="0"/>
              </a:rPr>
              <a:t>Operaciones lógicas</a:t>
            </a:r>
          </a:p>
          <a:p>
            <a:pPr marL="857250" lvl="1" indent="-457200">
              <a:lnSpc>
                <a:spcPct val="120000"/>
              </a:lnSpc>
            </a:pPr>
            <a:r>
              <a:rPr lang="es-ES_tradnl" sz="1900" noProof="0" dirty="0">
                <a:latin typeface="Arial" panose="020B0604020202020204" pitchFamily="34" charset="0"/>
                <a:cs typeface="Arial" panose="020B0604020202020204" pitchFamily="34" charset="0"/>
              </a:rPr>
              <a:t>Representación de enteros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s-ES_tradnl" sz="1900" noProof="0" dirty="0">
                <a:latin typeface="Arial" panose="020B0604020202020204" pitchFamily="34" charset="0"/>
                <a:cs typeface="Arial" panose="020B0604020202020204" pitchFamily="34" charset="0"/>
              </a:rPr>
              <a:t>2 - Suma y resta de enteros</a:t>
            </a:r>
          </a:p>
          <a:p>
            <a:pPr marL="857250" lvl="1" indent="-457200">
              <a:lnSpc>
                <a:spcPct val="120000"/>
              </a:lnSpc>
            </a:pPr>
            <a:r>
              <a:rPr lang="es-ES_tradnl" sz="1900" noProof="0" dirty="0">
                <a:latin typeface="Arial" panose="020B0604020202020204" pitchFamily="34" charset="0"/>
                <a:cs typeface="Arial" panose="020B0604020202020204" pitchFamily="34" charset="0"/>
              </a:rPr>
              <a:t>Fundamentos</a:t>
            </a:r>
          </a:p>
          <a:p>
            <a:pPr marL="857250" lvl="1" indent="-457200">
              <a:lnSpc>
                <a:spcPct val="120000"/>
              </a:lnSpc>
            </a:pPr>
            <a:r>
              <a:rPr lang="es-ES_tradnl" sz="1900" noProof="0" dirty="0">
                <a:latin typeface="Arial" panose="020B0604020202020204" pitchFamily="34" charset="0"/>
                <a:cs typeface="Arial" panose="020B0604020202020204" pitchFamily="34" charset="0"/>
              </a:rPr>
              <a:t>Suma y resta en RISC-V</a:t>
            </a:r>
          </a:p>
          <a:p>
            <a:pPr marL="857250" lvl="1" indent="-457200">
              <a:lnSpc>
                <a:spcPct val="120000"/>
              </a:lnSpc>
            </a:pPr>
            <a:r>
              <a:rPr lang="es-ES_tradnl" sz="1900" noProof="0" dirty="0">
                <a:latin typeface="Arial" panose="020B0604020202020204" pitchFamily="34" charset="0"/>
                <a:cs typeface="Arial" panose="020B0604020202020204" pitchFamily="34" charset="0"/>
              </a:rPr>
              <a:t>Operadores de suma</a:t>
            </a:r>
          </a:p>
          <a:p>
            <a:pPr marL="857250" lvl="1" indent="-457200">
              <a:lnSpc>
                <a:spcPct val="120000"/>
              </a:lnSpc>
            </a:pPr>
            <a:r>
              <a:rPr lang="es-ES_tradnl" sz="1900" noProof="0" dirty="0">
                <a:latin typeface="Arial" panose="020B0604020202020204" pitchFamily="34" charset="0"/>
                <a:cs typeface="Arial" panose="020B0604020202020204" pitchFamily="34" charset="0"/>
              </a:rPr>
              <a:t>Operadores de resta</a:t>
            </a:r>
          </a:p>
          <a:p>
            <a:pPr marL="400050" lvl="1" indent="0">
              <a:lnSpc>
                <a:spcPct val="120000"/>
              </a:lnSpc>
              <a:buNone/>
            </a:pPr>
            <a:endParaRPr lang="es-ES_tradnl" sz="1900" noProof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00050" lvl="1" indent="0">
              <a:lnSpc>
                <a:spcPct val="120000"/>
              </a:lnSpc>
              <a:buNone/>
            </a:pPr>
            <a:endParaRPr lang="es-ES_tradnl" sz="1900" noProof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buNone/>
              <a:defRPr/>
            </a:pPr>
            <a:r>
              <a:rPr lang="es-ES_tradnl" sz="1900" noProof="0" dirty="0">
                <a:latin typeface="Arial" panose="020B0604020202020204" pitchFamily="34" charset="0"/>
                <a:cs typeface="Arial" panose="020B0604020202020204" pitchFamily="34" charset="0"/>
              </a:rPr>
              <a:t>    3 - Multiplicación de enteros</a:t>
            </a:r>
          </a:p>
          <a:p>
            <a:pPr marL="857250" lvl="1" indent="-457200">
              <a:lnSpc>
                <a:spcPct val="120000"/>
              </a:lnSpc>
              <a:defRPr/>
            </a:pPr>
            <a:r>
              <a:rPr lang="es-ES_tradnl" sz="1900" noProof="0" dirty="0">
                <a:latin typeface="Arial" panose="020B0604020202020204" pitchFamily="34" charset="0"/>
                <a:cs typeface="Arial" panose="020B0604020202020204" pitchFamily="34" charset="0"/>
              </a:rPr>
              <a:t>Fundamentos</a:t>
            </a:r>
          </a:p>
          <a:p>
            <a:pPr marL="857250" lvl="1" indent="-457200">
              <a:lnSpc>
                <a:spcPct val="120000"/>
              </a:lnSpc>
              <a:defRPr/>
            </a:pPr>
            <a:r>
              <a:rPr lang="es-ES_tradnl" sz="1900" noProof="0" dirty="0">
                <a:latin typeface="Arial" panose="020B0604020202020204" pitchFamily="34" charset="0"/>
                <a:cs typeface="Arial" panose="020B0604020202020204" pitchFamily="34" charset="0"/>
              </a:rPr>
              <a:t>Multiplicación y división en RISC-V</a:t>
            </a:r>
          </a:p>
          <a:p>
            <a:pPr marL="857250" lvl="1" indent="-457200">
              <a:lnSpc>
                <a:spcPct val="120000"/>
              </a:lnSpc>
              <a:defRPr/>
            </a:pPr>
            <a:r>
              <a:rPr lang="es-ES_tradnl" sz="1900" noProof="0" dirty="0">
                <a:latin typeface="Arial" panose="020B0604020202020204" pitchFamily="34" charset="0"/>
                <a:cs typeface="Arial" panose="020B0604020202020204" pitchFamily="34" charset="0"/>
              </a:rPr>
              <a:t>Operadores de desplazamiento</a:t>
            </a:r>
          </a:p>
          <a:p>
            <a:pPr marL="857250" lvl="1" indent="-457200">
              <a:lnSpc>
                <a:spcPct val="120000"/>
              </a:lnSpc>
              <a:defRPr/>
            </a:pPr>
            <a:r>
              <a:rPr lang="es-ES_tradnl" sz="1900" noProof="0" dirty="0">
                <a:latin typeface="Arial" panose="020B0604020202020204" pitchFamily="34" charset="0"/>
                <a:cs typeface="Arial" panose="020B0604020202020204" pitchFamily="34" charset="0"/>
              </a:rPr>
              <a:t>Operadores de multiplicación sin signo</a:t>
            </a:r>
          </a:p>
          <a:p>
            <a:pPr marL="857250" lvl="1" indent="-457200">
              <a:lnSpc>
                <a:spcPct val="120000"/>
              </a:lnSpc>
              <a:defRPr/>
            </a:pPr>
            <a:r>
              <a:rPr lang="es-ES_tradnl" sz="1900" noProof="0" dirty="0">
                <a:latin typeface="Arial" panose="020B0604020202020204" pitchFamily="34" charset="0"/>
                <a:cs typeface="Arial" panose="020B0604020202020204" pitchFamily="34" charset="0"/>
              </a:rPr>
              <a:t>Operadores de multiplicación con signo</a:t>
            </a:r>
          </a:p>
          <a:p>
            <a:pPr marL="582613" indent="-574675">
              <a:lnSpc>
                <a:spcPct val="120000"/>
              </a:lnSpc>
              <a:buNone/>
              <a:defRPr/>
            </a:pPr>
            <a:r>
              <a:rPr lang="es-ES_tradnl" sz="1900" noProof="0" dirty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s-ES_tradnl" sz="1900" noProof="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4 - Apéndice: Multiplicadores combinacionales y división de enteros</a:t>
            </a:r>
          </a:p>
          <a:p>
            <a:pPr marL="857250" lvl="1" indent="-457200">
              <a:buFont typeface="+mj-lt"/>
              <a:buAutoNum type="arabicPeriod"/>
            </a:pPr>
            <a:endParaRPr lang="es-ES_tradnl" sz="1600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194" name="3 Marcador de número de diapositiva">
            <a:extLst>
              <a:ext uri="{FF2B5EF4-FFF2-40B4-BE49-F238E27FC236}">
                <a16:creationId xmlns:a16="http://schemas.microsoft.com/office/drawing/2014/main" id="{F79092C8-64BB-5D0A-1C6D-4682F12807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>
            <a:normAutofit/>
          </a:bodyPr>
          <a:lstStyle/>
          <a:p>
            <a:fld id="{EFAC9BB4-1D55-43DF-93CA-63C12A2BD25D}" type="slidenum">
              <a:rPr lang="es-ES_tradnl" noProof="0" smtClean="0"/>
              <a:pPr/>
              <a:t>85</a:t>
            </a:fld>
            <a:endParaRPr lang="es-ES_tradnl" noProof="0" dirty="0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D9826765-96F3-1816-5A9B-FC5675588CB3}"/>
              </a:ext>
            </a:extLst>
          </p:cNvPr>
          <p:cNvSpPr txBox="1">
            <a:spLocks noChangeArrowheads="1"/>
          </p:cNvSpPr>
          <p:nvPr/>
        </p:nvSpPr>
        <p:spPr>
          <a:xfrm>
            <a:off x="4355976" y="1052736"/>
            <a:ext cx="4491608" cy="55626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400050" marR="0" lvl="1" algn="l" defTabSz="914400" rtl="0" eaLnBrk="1" fontAlgn="base" latinLnBrk="0" hangingPunct="1">
              <a:lnSpc>
                <a:spcPts val="3000"/>
              </a:lnSpc>
              <a:spcBef>
                <a:spcPts val="550"/>
              </a:spcBef>
              <a:spcAft>
                <a:spcPct val="0"/>
              </a:spcAft>
              <a:buClr>
                <a:schemeClr val="bg2">
                  <a:lumMod val="50000"/>
                </a:schemeClr>
              </a:buClr>
              <a:buSzPct val="85000"/>
              <a:tabLst/>
              <a:defRPr/>
            </a:pPr>
            <a:endParaRPr kumimoji="0" lang="es-ES_tradnl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Lucida Handwriting" pitchFamily="66" charset="0"/>
            </a:endParaRPr>
          </a:p>
          <a:p>
            <a:pPr marL="400050" marR="0" lvl="1" algn="l" defTabSz="914400" rtl="0" eaLnBrk="1" fontAlgn="base" latinLnBrk="0" hangingPunct="1">
              <a:lnSpc>
                <a:spcPts val="3000"/>
              </a:lnSpc>
              <a:spcBef>
                <a:spcPts val="550"/>
              </a:spcBef>
              <a:spcAft>
                <a:spcPct val="0"/>
              </a:spcAft>
              <a:buClr>
                <a:schemeClr val="bg2">
                  <a:lumMod val="50000"/>
                </a:schemeClr>
              </a:buClr>
              <a:buSzPct val="85000"/>
              <a:tabLst/>
              <a:defRPr/>
            </a:pPr>
            <a:endParaRPr kumimoji="0" lang="es-ES_tradnl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Lucida Handwriting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1078712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243804-5DC1-A9CB-5B0C-A2A78F9026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B97627AD-BD94-C20E-315A-E5A4A1A853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Apéndice: Multiplicadores combinacionales</a:t>
            </a:r>
            <a:endParaRPr lang="en-US" dirty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72599AA9-E27A-4662-0395-2798BC5A54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_tradnl" dirty="0"/>
              <a:t>Multiplicadores rápidos</a:t>
            </a:r>
          </a:p>
          <a:p>
            <a:r>
              <a:rPr lang="es-ES_tradnl" dirty="0"/>
              <a:t>Menor retardo, pero más hardware</a:t>
            </a:r>
          </a:p>
          <a:p>
            <a:r>
              <a:rPr lang="es-ES_tradnl" dirty="0"/>
              <a:t>Uno o pocos ciclos de reloj</a:t>
            </a:r>
          </a:p>
          <a:p>
            <a:r>
              <a:rPr lang="es-ES_tradnl" dirty="0"/>
              <a:t>Posibilidad de segmentación</a:t>
            </a:r>
          </a:p>
          <a:p>
            <a:endParaRPr lang="es-ES_tradnl" dirty="0"/>
          </a:p>
        </p:txBody>
      </p:sp>
      <p:sp>
        <p:nvSpPr>
          <p:cNvPr id="2" name="Marcador de número de diapositiva 3">
            <a:extLst>
              <a:ext uri="{FF2B5EF4-FFF2-40B4-BE49-F238E27FC236}">
                <a16:creationId xmlns:a16="http://schemas.microsoft.com/office/drawing/2014/main" id="{9F42D88A-513E-73F2-5023-80F033804A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86800" y="6529388"/>
            <a:ext cx="457200" cy="328612"/>
          </a:xfrm>
        </p:spPr>
        <p:txBody>
          <a:bodyPr/>
          <a:lstStyle/>
          <a:p>
            <a:fld id="{165D9AA3-C110-4682-A7ED-0B7E64F42347}" type="slidenum">
              <a:rPr lang="es-ES_tradnl" noProof="0" smtClean="0"/>
              <a:pPr/>
              <a:t>86</a:t>
            </a:fld>
            <a:endParaRPr lang="es-ES_tradnl" noProof="0" dirty="0"/>
          </a:p>
        </p:txBody>
      </p:sp>
      <p:grpSp>
        <p:nvGrpSpPr>
          <p:cNvPr id="5" name="Grupo 4">
            <a:extLst>
              <a:ext uri="{FF2B5EF4-FFF2-40B4-BE49-F238E27FC236}">
                <a16:creationId xmlns:a16="http://schemas.microsoft.com/office/drawing/2014/main" id="{37A6AA2C-BD34-2C7B-FEF5-54CFB94BE06D}"/>
              </a:ext>
            </a:extLst>
          </p:cNvPr>
          <p:cNvGrpSpPr/>
          <p:nvPr/>
        </p:nvGrpSpPr>
        <p:grpSpPr>
          <a:xfrm>
            <a:off x="846807" y="3344747"/>
            <a:ext cx="3962524" cy="2730611"/>
            <a:chOff x="539552" y="3182594"/>
            <a:chExt cx="3962524" cy="2730611"/>
          </a:xfrm>
        </p:grpSpPr>
        <p:pic>
          <p:nvPicPr>
            <p:cNvPr id="6" name="Picture 4">
              <a:extLst>
                <a:ext uri="{FF2B5EF4-FFF2-40B4-BE49-F238E27FC236}">
                  <a16:creationId xmlns:a16="http://schemas.microsoft.com/office/drawing/2014/main" id="{12311FAA-5A8B-9E4E-B648-B82067384B8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539552" y="3789040"/>
              <a:ext cx="3962524" cy="2124165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</p:pic>
        <p:sp>
          <p:nvSpPr>
            <p:cNvPr id="7" name="6 Rectángulo">
              <a:extLst>
                <a:ext uri="{FF2B5EF4-FFF2-40B4-BE49-F238E27FC236}">
                  <a16:creationId xmlns:a16="http://schemas.microsoft.com/office/drawing/2014/main" id="{03CFCA6A-B60F-4D5C-8FEB-AA6828B7C65E}"/>
                </a:ext>
              </a:extLst>
            </p:cNvPr>
            <p:cNvSpPr/>
            <p:nvPr/>
          </p:nvSpPr>
          <p:spPr>
            <a:xfrm>
              <a:off x="540514" y="3182594"/>
              <a:ext cx="3578224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s-ES_tradnl" noProof="0" dirty="0" err="1">
                  <a:solidFill>
                    <a:schemeClr val="tx1"/>
                  </a:solidFill>
                </a:rPr>
                <a:t>Combinational</a:t>
              </a:r>
              <a:r>
                <a:rPr lang="es-ES_tradnl" noProof="0" dirty="0">
                  <a:solidFill>
                    <a:schemeClr val="tx1"/>
                  </a:solidFill>
                </a:rPr>
                <a:t> array </a:t>
              </a:r>
              <a:r>
                <a:rPr lang="es-ES_tradnl" noProof="0" dirty="0" err="1">
                  <a:solidFill>
                    <a:schemeClr val="tx1"/>
                  </a:solidFill>
                </a:rPr>
                <a:t>multiplier</a:t>
              </a:r>
              <a:endParaRPr lang="es-ES_tradnl" noProof="0" dirty="0">
                <a:solidFill>
                  <a:schemeClr val="tx1"/>
                </a:solidFill>
              </a:endParaRPr>
            </a:p>
          </p:txBody>
        </p:sp>
      </p:grpSp>
      <p:sp>
        <p:nvSpPr>
          <p:cNvPr id="8" name="8 Rectángulo">
            <a:extLst>
              <a:ext uri="{FF2B5EF4-FFF2-40B4-BE49-F238E27FC236}">
                <a16:creationId xmlns:a16="http://schemas.microsoft.com/office/drawing/2014/main" id="{CAB71B1C-25FA-8B18-E626-60B417A37262}"/>
              </a:ext>
            </a:extLst>
          </p:cNvPr>
          <p:cNvSpPr/>
          <p:nvPr/>
        </p:nvSpPr>
        <p:spPr>
          <a:xfrm>
            <a:off x="5820132" y="3344747"/>
            <a:ext cx="257955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 noProof="0" dirty="0">
                <a:solidFill>
                  <a:schemeClr val="tx1"/>
                </a:solidFill>
              </a:rPr>
              <a:t>Carry-Save </a:t>
            </a:r>
            <a:r>
              <a:rPr lang="es-ES_tradnl" noProof="0" dirty="0" err="1">
                <a:solidFill>
                  <a:schemeClr val="tx1"/>
                </a:solidFill>
              </a:rPr>
              <a:t>multiplier</a:t>
            </a:r>
            <a:endParaRPr lang="es-ES_tradnl" noProof="0" dirty="0">
              <a:solidFill>
                <a:schemeClr val="tx1"/>
              </a:solidFill>
            </a:endParaRPr>
          </a:p>
        </p:txBody>
      </p:sp>
      <p:pic>
        <p:nvPicPr>
          <p:cNvPr id="9" name="Picture 3">
            <a:extLst>
              <a:ext uri="{FF2B5EF4-FFF2-40B4-BE49-F238E27FC236}">
                <a16:creationId xmlns:a16="http://schemas.microsoft.com/office/drawing/2014/main" id="{BCA4873F-54E5-1761-F18C-46622E9B9C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514198" y="3889465"/>
            <a:ext cx="3172602" cy="2347929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3437993870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3B4A1B-772B-8628-0243-C15FEF8450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32E73994-3FC9-DA53-B0C2-D9EB8E354B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Apéndice: Multiplicadores combinacionales</a:t>
            </a:r>
            <a:endParaRPr lang="en-US" dirty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1136C296-A088-BA1A-0919-DE68CE7C9E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_tradnl" dirty="0"/>
              <a:t>Multiplicadores rápidos</a:t>
            </a:r>
          </a:p>
          <a:p>
            <a:r>
              <a:rPr lang="es-ES_tradnl" dirty="0"/>
              <a:t>Menor retardo, pero más hardware</a:t>
            </a:r>
          </a:p>
          <a:p>
            <a:r>
              <a:rPr lang="es-ES_tradnl" dirty="0"/>
              <a:t>Uno o pocos ciclos de reloj</a:t>
            </a:r>
          </a:p>
          <a:p>
            <a:r>
              <a:rPr lang="es-ES_tradnl" dirty="0"/>
              <a:t>Posibilidad de segmentación</a:t>
            </a:r>
          </a:p>
          <a:p>
            <a:endParaRPr lang="es-ES_tradnl" dirty="0"/>
          </a:p>
        </p:txBody>
      </p:sp>
      <p:sp>
        <p:nvSpPr>
          <p:cNvPr id="2" name="Marcador de número de diapositiva 3">
            <a:extLst>
              <a:ext uri="{FF2B5EF4-FFF2-40B4-BE49-F238E27FC236}">
                <a16:creationId xmlns:a16="http://schemas.microsoft.com/office/drawing/2014/main" id="{2AF3A103-FAE7-C864-E15B-23B9EE7684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86800" y="6529388"/>
            <a:ext cx="457200" cy="328612"/>
          </a:xfrm>
        </p:spPr>
        <p:txBody>
          <a:bodyPr/>
          <a:lstStyle/>
          <a:p>
            <a:fld id="{165D9AA3-C110-4682-A7ED-0B7E64F42347}" type="slidenum">
              <a:rPr lang="es-ES_tradnl" noProof="0" smtClean="0"/>
              <a:pPr/>
              <a:t>87</a:t>
            </a:fld>
            <a:endParaRPr lang="es-ES_tradnl" noProof="0" dirty="0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9C17AFDC-0543-5667-1D2A-C38006BF6E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97619" y="3264492"/>
            <a:ext cx="4229687" cy="25202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6 Rectángulo">
            <a:extLst>
              <a:ext uri="{FF2B5EF4-FFF2-40B4-BE49-F238E27FC236}">
                <a16:creationId xmlns:a16="http://schemas.microsoft.com/office/drawing/2014/main" id="{5E9FB7CA-2760-35B7-A812-D1614C030798}"/>
              </a:ext>
            </a:extLst>
          </p:cNvPr>
          <p:cNvSpPr/>
          <p:nvPr/>
        </p:nvSpPr>
        <p:spPr>
          <a:xfrm>
            <a:off x="2404478" y="5984827"/>
            <a:ext cx="401597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 noProof="0" dirty="0">
                <a:solidFill>
                  <a:schemeClr val="tx1"/>
                </a:solidFill>
              </a:rPr>
              <a:t>Wallace </a:t>
            </a:r>
            <a:r>
              <a:rPr lang="es-ES_tradnl" noProof="0" dirty="0" err="1">
                <a:solidFill>
                  <a:schemeClr val="tx1"/>
                </a:solidFill>
              </a:rPr>
              <a:t>tree</a:t>
            </a:r>
            <a:r>
              <a:rPr lang="es-ES_tradnl" noProof="0" dirty="0">
                <a:solidFill>
                  <a:schemeClr val="tx1"/>
                </a:solidFill>
              </a:rPr>
              <a:t> </a:t>
            </a:r>
            <a:r>
              <a:rPr lang="es-ES_tradnl" noProof="0" dirty="0" err="1">
                <a:solidFill>
                  <a:schemeClr val="tx1"/>
                </a:solidFill>
              </a:rPr>
              <a:t>multiplier</a:t>
            </a:r>
            <a:r>
              <a:rPr lang="es-ES_tradnl" noProof="0" dirty="0">
                <a:solidFill>
                  <a:schemeClr val="tx1"/>
                </a:solidFill>
              </a:rPr>
              <a:t> </a:t>
            </a:r>
            <a:r>
              <a:rPr lang="es-ES_tradnl" noProof="0" dirty="0">
                <a:sym typeface="Wingdings" pitchFamily="2" charset="2"/>
              </a:rPr>
              <a:t> O(log n)</a:t>
            </a:r>
            <a:endParaRPr lang="es-ES_tradnl" noProof="0" dirty="0"/>
          </a:p>
        </p:txBody>
      </p:sp>
    </p:spTree>
    <p:extLst>
      <p:ext uri="{BB962C8B-B14F-4D97-AF65-F5344CB8AC3E}">
        <p14:creationId xmlns:p14="http://schemas.microsoft.com/office/powerpoint/2010/main" val="1962024644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E3BA4D-E993-19D1-9E6C-8EF3DBEDDD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62B931D3-CA57-BA8F-114B-05C8C34F5E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Apéndice: División de enteros</a:t>
            </a:r>
            <a:endParaRPr lang="en-US" dirty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9063D09-E73C-9132-2573-E1C4642807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_tradnl" dirty="0"/>
              <a:t>Divisores secuenciales</a:t>
            </a:r>
          </a:p>
          <a:p>
            <a:pPr lvl="1"/>
            <a:r>
              <a:rPr lang="es-ES_tradnl" dirty="0"/>
              <a:t>Restas y desplazamientos a izquierda</a:t>
            </a:r>
          </a:p>
          <a:p>
            <a:pPr lvl="2"/>
            <a:r>
              <a:rPr lang="es-ES_tradnl" dirty="0"/>
              <a:t>Con restauración</a:t>
            </a:r>
          </a:p>
          <a:p>
            <a:pPr lvl="2"/>
            <a:r>
              <a:rPr lang="es-ES_tradnl" dirty="0"/>
              <a:t>Sin restauración (más rápido)</a:t>
            </a:r>
          </a:p>
          <a:p>
            <a:r>
              <a:rPr lang="es-ES_tradnl" dirty="0"/>
              <a:t>Con signo: tratamiento del signo por separado, no hay algoritmo de Booth</a:t>
            </a:r>
          </a:p>
          <a:p>
            <a:r>
              <a:rPr lang="es-ES_tradnl" dirty="0"/>
              <a:t>Divisores rápidos</a:t>
            </a:r>
          </a:p>
          <a:p>
            <a:pPr lvl="2"/>
            <a:r>
              <a:rPr lang="es-ES_tradnl" dirty="0"/>
              <a:t>Difícil hacer circuitos combinacionales, no se pueden predecir las restas parciales desde el principio, como en el caso del multiplicador</a:t>
            </a:r>
          </a:p>
          <a:p>
            <a:pPr lvl="2"/>
            <a:r>
              <a:rPr lang="es-ES_tradnl" dirty="0"/>
              <a:t>SRT </a:t>
            </a:r>
            <a:r>
              <a:rPr lang="es-ES_tradnl" dirty="0" err="1"/>
              <a:t>division</a:t>
            </a:r>
            <a:r>
              <a:rPr lang="es-ES_tradnl" dirty="0"/>
              <a:t>: intenta adivinar varios bits del cociente por paso</a:t>
            </a:r>
          </a:p>
          <a:p>
            <a:pPr lvl="2"/>
            <a:r>
              <a:rPr lang="es-ES_tradnl" dirty="0"/>
              <a:t>A/B = A x 1/B, 1/B se calcula con el método iterativo de Newton-Raphson, converge muy rápido</a:t>
            </a:r>
          </a:p>
          <a:p>
            <a:endParaRPr lang="es-ES_tradnl" dirty="0"/>
          </a:p>
        </p:txBody>
      </p:sp>
      <p:sp>
        <p:nvSpPr>
          <p:cNvPr id="2" name="Marcador de número de diapositiva 3">
            <a:extLst>
              <a:ext uri="{FF2B5EF4-FFF2-40B4-BE49-F238E27FC236}">
                <a16:creationId xmlns:a16="http://schemas.microsoft.com/office/drawing/2014/main" id="{9BF40DC8-54F0-D466-007B-2ADC093AE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86800" y="6529388"/>
            <a:ext cx="457200" cy="328612"/>
          </a:xfrm>
        </p:spPr>
        <p:txBody>
          <a:bodyPr/>
          <a:lstStyle/>
          <a:p>
            <a:fld id="{165D9AA3-C110-4682-A7ED-0B7E64F42347}" type="slidenum">
              <a:rPr lang="es-ES_tradnl" noProof="0" smtClean="0"/>
              <a:pPr/>
              <a:t>88</a:t>
            </a:fld>
            <a:endParaRPr lang="es-ES_tradnl" noProof="0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2A776FF1-71F7-E00D-1090-569FF5FB42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6770" y="610046"/>
            <a:ext cx="3343742" cy="2314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928672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TC_Flip">
  <a:themeElements>
    <a:clrScheme name="Solsticio">
      <a:dk1>
        <a:sysClr val="windowText" lastClr="000000"/>
      </a:dk1>
      <a:lt1>
        <a:sysClr val="window" lastClr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Solsticio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HY엽서L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Solsticio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53000"/>
              </a:schemeClr>
            </a:gs>
            <a:gs pos="50000">
              <a:schemeClr val="phClr">
                <a:tint val="42000"/>
                <a:satMod val="255000"/>
              </a:schemeClr>
            </a:gs>
            <a:gs pos="97000">
              <a:schemeClr val="phClr">
                <a:tint val="53000"/>
                <a:satMod val="260000"/>
              </a:schemeClr>
            </a:gs>
            <a:gs pos="100000">
              <a:schemeClr val="phClr">
                <a:tint val="56000"/>
                <a:satMod val="275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92000"/>
                <a:satMod val="170000"/>
              </a:schemeClr>
            </a:gs>
            <a:gs pos="15000">
              <a:schemeClr val="phClr">
                <a:tint val="92000"/>
                <a:shade val="99000"/>
                <a:satMod val="170000"/>
              </a:schemeClr>
            </a:gs>
            <a:gs pos="62000">
              <a:schemeClr val="phClr">
                <a:tint val="96000"/>
                <a:shade val="80000"/>
                <a:satMod val="170000"/>
              </a:schemeClr>
            </a:gs>
            <a:gs pos="97000">
              <a:schemeClr val="phClr">
                <a:tint val="98000"/>
                <a:shade val="63000"/>
                <a:satMod val="170000"/>
              </a:schemeClr>
            </a:gs>
            <a:gs pos="100000">
              <a:schemeClr val="phClr">
                <a:shade val="62000"/>
                <a:satMod val="17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 contourW="12700">
            <a:bevelT w="0" h="0"/>
            <a:contourClr>
              <a:schemeClr val="phClr">
                <a:shade val="80000"/>
              </a:schemeClr>
            </a:contourClr>
          </a:sp3d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5400000"/>
            </a:lightRig>
          </a:scene3d>
          <a:sp3d contourW="12700">
            <a:bevelT w="25400" h="50800" prst="angle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355000"/>
              </a:schemeClr>
            </a:gs>
            <a:gs pos="40000">
              <a:schemeClr val="phClr">
                <a:tint val="85000"/>
                <a:satMod val="320000"/>
              </a:schemeClr>
            </a:gs>
            <a:gs pos="100000">
              <a:schemeClr val="phClr">
                <a:shade val="55000"/>
                <a:satMod val="300000"/>
              </a:schemeClr>
            </a:gs>
          </a:gsLst>
          <a:path path="circle">
            <a:fillToRect l="51000" t="-20000" r="200000" b="12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"/>
                <a:satMod val="300000"/>
              </a:schemeClr>
              <a:schemeClr val="phClr">
                <a:tint val="90000"/>
                <a:satMod val="225000"/>
              </a:schemeClr>
            </a:duotone>
          </a:blip>
          <a:tile tx="0" ty="0" sx="90000" sy="90000" flip="xy" algn="tl"/>
        </a:blipFill>
      </a:bgFillStyleLst>
    </a:fmtScheme>
  </a:themeElements>
  <a:objectDefaults>
    <a:spDef>
      <a:spPr bwMode="auto">
        <a:noFill/>
        <a:ln w="19050">
          <a:prstDash val="sysDash"/>
          <a:tailEnd type="triangle"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 bwMode="auto">
        <a:ln w="12700"/>
      </a:spPr>
      <a:bodyPr/>
      <a:lstStyle/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lnDef>
    <a:txDef>
      <a:spPr>
        <a:noFill/>
      </a:spPr>
      <a:bodyPr wrap="none" rtlCol="0">
        <a:spAutoFit/>
      </a:bodyPr>
      <a:lstStyle>
        <a:defPPr>
          <a:defRPr sz="1400" dirty="0">
            <a:solidFill>
              <a:schemeClr val="accent1">
                <a:lumMod val="75000"/>
              </a:schemeClr>
            </a:solidFill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Median</Template>
  <TotalTime>59985</TotalTime>
  <Words>8296</Words>
  <Application>Microsoft Macintosh PowerPoint</Application>
  <PresentationFormat>Presentación en pantalla (4:3)</PresentationFormat>
  <Paragraphs>1965</Paragraphs>
  <Slides>88</Slides>
  <Notes>87</Notes>
  <HiddenSlides>0</HiddenSlides>
  <MMClips>0</MMClips>
  <ScaleCrop>false</ScaleCrop>
  <HeadingPairs>
    <vt:vector size="8" baseType="variant">
      <vt:variant>
        <vt:lpstr>Fuentes usadas</vt:lpstr>
      </vt:variant>
      <vt:variant>
        <vt:i4>13</vt:i4>
      </vt:variant>
      <vt:variant>
        <vt:lpstr>Tema</vt:lpstr>
      </vt:variant>
      <vt:variant>
        <vt:i4>1</vt:i4>
      </vt:variant>
      <vt:variant>
        <vt:lpstr>Servidores OLE incrustados</vt:lpstr>
      </vt:variant>
      <vt:variant>
        <vt:i4>1</vt:i4>
      </vt:variant>
      <vt:variant>
        <vt:lpstr>Títulos de diapositiva</vt:lpstr>
      </vt:variant>
      <vt:variant>
        <vt:i4>88</vt:i4>
      </vt:variant>
    </vt:vector>
  </HeadingPairs>
  <TitlesOfParts>
    <vt:vector size="103" baseType="lpstr">
      <vt:lpstr>Arial</vt:lpstr>
      <vt:lpstr>Arial Black</vt:lpstr>
      <vt:lpstr>Arial Narrow</vt:lpstr>
      <vt:lpstr>Cambria Math</vt:lpstr>
      <vt:lpstr>Courier New</vt:lpstr>
      <vt:lpstr>Gill Sans MT</vt:lpstr>
      <vt:lpstr>Lucida Grande CE</vt:lpstr>
      <vt:lpstr>Lucida Handwriting</vt:lpstr>
      <vt:lpstr>Symbol</vt:lpstr>
      <vt:lpstr>Times New Roman</vt:lpstr>
      <vt:lpstr>Wingdings</vt:lpstr>
      <vt:lpstr>Wingdings 2</vt:lpstr>
      <vt:lpstr>Zapf Dingbats</vt:lpstr>
      <vt:lpstr>ETC_Flip</vt:lpstr>
      <vt:lpstr>Ecuación</vt:lpstr>
      <vt:lpstr>Tema 3:  Aritmética de enteros</vt:lpstr>
      <vt:lpstr>Contenido</vt:lpstr>
      <vt:lpstr>Tipos en alto y en bajo nivel</vt:lpstr>
      <vt:lpstr>Operaciones y operadores</vt:lpstr>
      <vt:lpstr>Operaciones y operadores</vt:lpstr>
      <vt:lpstr>Operaciones y operadores</vt:lpstr>
      <vt:lpstr>Operaciones y operadores</vt:lpstr>
      <vt:lpstr>Operaciones y operadores</vt:lpstr>
      <vt:lpstr>Operaciones y operadores</vt:lpstr>
      <vt:lpstr>Ejemplo: Operaciones lógicas</vt:lpstr>
      <vt:lpstr>Ejemplo: Operaciones lógicas</vt:lpstr>
      <vt:lpstr>Representación de enteros</vt:lpstr>
      <vt:lpstr>Representación de enteros</vt:lpstr>
      <vt:lpstr>Representación de enteros</vt:lpstr>
      <vt:lpstr>Contenido</vt:lpstr>
      <vt:lpstr>Fundamentos</vt:lpstr>
      <vt:lpstr>Fundamentos</vt:lpstr>
      <vt:lpstr>Fundamentos</vt:lpstr>
      <vt:lpstr>Fundamentos</vt:lpstr>
      <vt:lpstr>Fundamentos</vt:lpstr>
      <vt:lpstr>Suma y resta en RISC-V</vt:lpstr>
      <vt:lpstr>Suma y resta en RISC-V</vt:lpstr>
      <vt:lpstr>Suma y resta en RISC-V</vt:lpstr>
      <vt:lpstr>Operadores de suma</vt:lpstr>
      <vt:lpstr>Operadores de suma</vt:lpstr>
      <vt:lpstr>Operadores de suma</vt:lpstr>
      <vt:lpstr>Operadores de suma</vt:lpstr>
      <vt:lpstr>Operadores de suma</vt:lpstr>
      <vt:lpstr>Operadores de suma</vt:lpstr>
      <vt:lpstr>Operadores de suma</vt:lpstr>
      <vt:lpstr>Operadores de suma</vt:lpstr>
      <vt:lpstr>Sumador CSA - Ejercicio</vt:lpstr>
      <vt:lpstr>Operadores de suma</vt:lpstr>
      <vt:lpstr>Operadores de resta</vt:lpstr>
      <vt:lpstr>Operadores de resta </vt:lpstr>
      <vt:lpstr>Operadores de resta </vt:lpstr>
      <vt:lpstr>Contenido</vt:lpstr>
      <vt:lpstr>Fundamentos</vt:lpstr>
      <vt:lpstr>Fundamentos</vt:lpstr>
      <vt:lpstr>Fundamentos</vt:lpstr>
      <vt:lpstr>Fundamentos</vt:lpstr>
      <vt:lpstr>Fundamentos</vt:lpstr>
      <vt:lpstr>Fundamentos</vt:lpstr>
      <vt:lpstr>Multiplicación y división en RISC-V</vt:lpstr>
      <vt:lpstr>Multiplicación y división en RISC-V</vt:lpstr>
      <vt:lpstr>Multiplicación y división en RISC-V</vt:lpstr>
      <vt:lpstr>Operadores de desplazamiento</vt:lpstr>
      <vt:lpstr>Operadores de desplazamiento</vt:lpstr>
      <vt:lpstr>Operadores de multiplicación sin signo</vt:lpstr>
      <vt:lpstr>Operadores de multiplicación sin signo</vt:lpstr>
      <vt:lpstr>Operadores de multiplicación sin signo</vt:lpstr>
      <vt:lpstr>Operadores de multiplicación sin signo</vt:lpstr>
      <vt:lpstr>Operadores de multiplicación sin signo</vt:lpstr>
      <vt:lpstr>Operadores de multiplicación con signo</vt:lpstr>
      <vt:lpstr>Operadores de multiplicación con signo</vt:lpstr>
      <vt:lpstr>Operadores de multiplicación con signo</vt:lpstr>
      <vt:lpstr>Operadores de multiplicación con signo</vt:lpstr>
      <vt:lpstr>Operadores de multiplicación con signo</vt:lpstr>
      <vt:lpstr>Operadores de multiplicación con signo</vt:lpstr>
      <vt:lpstr>Operadores de multiplicación con signo</vt:lpstr>
      <vt:lpstr>Operadores de multiplicación con signo</vt:lpstr>
      <vt:lpstr>Operadores de multiplicación con signo</vt:lpstr>
      <vt:lpstr>Operadores de multiplicación con signo</vt:lpstr>
      <vt:lpstr>Operadores de multiplicación con signo</vt:lpstr>
      <vt:lpstr>Operadores de multiplicación con signo</vt:lpstr>
      <vt:lpstr>Operadores de multiplicación con signo</vt:lpstr>
      <vt:lpstr>Operadores de multiplicación con signo</vt:lpstr>
      <vt:lpstr>Operadores de multiplicación con signo</vt:lpstr>
      <vt:lpstr>Operadores de multiplicación con signo</vt:lpstr>
      <vt:lpstr>Operadores de multiplicación con signo</vt:lpstr>
      <vt:lpstr>Operadores de multiplicación con signo</vt:lpstr>
      <vt:lpstr>Operadores de multiplicación con signo</vt:lpstr>
      <vt:lpstr>Operadores de multiplicación con signo</vt:lpstr>
      <vt:lpstr>Operadores de multiplicación con signo</vt:lpstr>
      <vt:lpstr>Operadores de multiplicación con signo</vt:lpstr>
      <vt:lpstr>Operadores de multiplicación con signo</vt:lpstr>
      <vt:lpstr>Operadores de multiplicación con signo</vt:lpstr>
      <vt:lpstr>Operadores de multiplicación con signo</vt:lpstr>
      <vt:lpstr>Operadores de multiplicación con signo</vt:lpstr>
      <vt:lpstr>Operadores de multiplicación con signo</vt:lpstr>
      <vt:lpstr>Operadores de multiplicación con signo</vt:lpstr>
      <vt:lpstr>Operadores de multiplicación con signo</vt:lpstr>
      <vt:lpstr>Operadores de multiplicación con signo</vt:lpstr>
      <vt:lpstr>Multiplicación secuencial: resumen</vt:lpstr>
      <vt:lpstr>Contenido</vt:lpstr>
      <vt:lpstr>Apéndice: Multiplicadores combinacionales</vt:lpstr>
      <vt:lpstr>Apéndice: Multiplicadores combinacionales</vt:lpstr>
      <vt:lpstr>Apéndice: División de enteros</vt:lpstr>
    </vt:vector>
  </TitlesOfParts>
  <Company>DISCA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 UNIDAD ARITMÉTICA Y LÓGICA  Cap. 6. Unidad de Enteros (I). Sumadores Cap. 7. Unidad de Enteros (II). Multiplicación y División Cap. 8. Unidad de Coma Flotante    Bibliografía    [CAV85] J. Cavanagh, "Digital Computer Arithmetic". McGraw-Hill, 1985 [GIL97] J. A. Gil Salinas et al., “Estructura de Computadores (Vol 1)”. S.P.U.P.V.-97.902 [HAM96] V. C. Hamacher et al., "Computer Organization". McGraw-Hill, 1996 (4ª edición) [HAY88]  J. P. Hayes, "Computer Architecture and Organization". McGraw-Hill, 1988 (2ª edición)      Capítulo 6: Unidad de enteros (I). Sumadores Estructura general de la unidad de enteros  Circuitos Sumadores/Restadores   con propagación de acarreo Sumadores con anticipación de acarreo  Sumadores sin propagación de acarreo           ARBOLES DE WALLACE</dc:title>
  <dc:creator>Els profes d'ETC2 i EC</dc:creator>
  <cp:lastModifiedBy>ENRIQUE SALVADOR QUINTANA ORTI</cp:lastModifiedBy>
  <cp:revision>763</cp:revision>
  <cp:lastPrinted>1999-03-29T15:05:48Z</cp:lastPrinted>
  <dcterms:created xsi:type="dcterms:W3CDTF">2011-11-29T12:21:11Z</dcterms:created>
  <dcterms:modified xsi:type="dcterms:W3CDTF">2026-08-07T12:37:43Z</dcterms:modified>
</cp:coreProperties>
</file>